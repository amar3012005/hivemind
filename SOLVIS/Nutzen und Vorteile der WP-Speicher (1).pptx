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470" r:id="rId5"/>
    <p:sldId id="507" r:id="rId6"/>
    <p:sldId id="504" r:id="rId7"/>
    <p:sldId id="266" r:id="rId8"/>
    <p:sldId id="472" r:id="rId9"/>
    <p:sldId id="491" r:id="rId10"/>
    <p:sldId id="499" r:id="rId11"/>
    <p:sldId id="498" r:id="rId12"/>
    <p:sldId id="500" r:id="rId13"/>
    <p:sldId id="501" r:id="rId14"/>
    <p:sldId id="502" r:id="rId15"/>
    <p:sldId id="505" r:id="rId16"/>
    <p:sldId id="488" r:id="rId17"/>
    <p:sldId id="479" r:id="rId18"/>
    <p:sldId id="484" r:id="rId19"/>
    <p:sldId id="480" r:id="rId20"/>
    <p:sldId id="486" r:id="rId2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3" pos="7355" userDrawn="1">
          <p15:clr>
            <a:srgbClr val="A4A3A4"/>
          </p15:clr>
        </p15:guide>
        <p15:guide id="4" pos="6516" userDrawn="1">
          <p15:clr>
            <a:srgbClr val="A4A3A4"/>
          </p15:clr>
        </p15:guide>
        <p15:guide id="5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99"/>
    <a:srgbClr val="DDDDDD"/>
    <a:srgbClr val="EAE9E5"/>
    <a:srgbClr val="EBECE6"/>
    <a:srgbClr val="AEADA8"/>
    <a:srgbClr val="6FAE2E"/>
    <a:srgbClr val="8F4D53"/>
    <a:srgbClr val="7FC7CC"/>
    <a:srgbClr val="F2F2F2"/>
    <a:srgbClr val="549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750" y="324"/>
      </p:cViewPr>
      <p:guideLst>
        <p:guide pos="325"/>
        <p:guide pos="7355"/>
        <p:guide pos="651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3DC89812-58A3-4881-98D9-78B9008121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47F59BF-5D40-4349-B221-094B2217FD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E7B54A-9E0C-4F6F-BD38-4048E49B636A}" type="datetimeFigureOut">
              <a:rPr lang="de-DE" smtClean="0"/>
              <a:t>03.12.2025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E4249CB-242D-404D-B3C7-F76BE5DF737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/>
              <a:t>wer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69FCA5-D857-40A5-BF62-D995A815FD5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10582F-B2A2-4EAA-98D1-074926D2A2E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073343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5C359E-2788-4A5C-8BEF-94ABD191F594}" type="datetimeFigureOut">
              <a:rPr lang="de-DE" smtClean="0"/>
              <a:t>03.12.2025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/>
              <a:t>wer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E55EA1-3048-494D-A053-3174E87C4C5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89907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wer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7E55EA1-3048-494D-A053-3174E87C4C58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7665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0D9C057-8B93-4BB3-8A95-3E2116569E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88A6EB5-E92A-4FD6-A7F2-6CB3B5DCC1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0293" y="5669280"/>
            <a:ext cx="11285767" cy="564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3600">
                <a:solidFill>
                  <a:srgbClr val="505056"/>
                </a:solidFill>
                <a:latin typeface="Lato Black" panose="020F0A0202020403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ACFA8F7-A856-4A66-A5A5-7BC3BFC712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7696" y="6233823"/>
            <a:ext cx="11105440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>
                <a:solidFill>
                  <a:srgbClr val="FF0000"/>
                </a:solidFill>
                <a:latin typeface="Lato Black" panose="020F0A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77671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Text, Baum, Gras, draußen enthält.&#10;&#10;Automatisch generierte Beschreibung">
            <a:extLst>
              <a:ext uri="{FF2B5EF4-FFF2-40B4-BE49-F238E27FC236}">
                <a16:creationId xmlns:a16="http://schemas.microsoft.com/office/drawing/2014/main" id="{41DA71FF-0A35-47D1-B5E0-4896AD0358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88A6EB5-E92A-4FD6-A7F2-6CB3B5DCC1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0293" y="5669280"/>
            <a:ext cx="9850987" cy="564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3600">
                <a:solidFill>
                  <a:srgbClr val="505056"/>
                </a:solidFill>
                <a:latin typeface="Lato Black" panose="020F0A0202020403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ACFA8F7-A856-4A66-A5A5-7BC3BFC712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0293" y="6233823"/>
            <a:ext cx="9850987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>
                <a:solidFill>
                  <a:srgbClr val="FF0000"/>
                </a:solidFill>
                <a:latin typeface="Lato Black" panose="020F0A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48382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42A7D9F9-690D-41F8-8BE8-29DAFAE95A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541020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88A6EB5-E92A-4FD6-A7F2-6CB3B5DCC1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0293" y="5669280"/>
            <a:ext cx="11285767" cy="564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3200">
                <a:solidFill>
                  <a:srgbClr val="505056"/>
                </a:solidFill>
                <a:latin typeface="Lato Black" panose="020F0A0202020403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ACFA8F7-A856-4A66-A5A5-7BC3BFC712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0293" y="6233823"/>
            <a:ext cx="11285767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>
                <a:solidFill>
                  <a:srgbClr val="FF0000"/>
                </a:solidFill>
                <a:latin typeface="Lato Black" panose="020F0A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13897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foli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el 1">
            <a:extLst>
              <a:ext uri="{FF2B5EF4-FFF2-40B4-BE49-F238E27FC236}">
                <a16:creationId xmlns:a16="http://schemas.microsoft.com/office/drawing/2014/main" id="{2ABAAD6F-96BB-496C-B68F-950DFA9B96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07856" y="411316"/>
            <a:ext cx="5968205" cy="564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400">
                <a:solidFill>
                  <a:srgbClr val="505056"/>
                </a:solidFill>
                <a:latin typeface="Lato Black" panose="020F0A0202020403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41" name="Untertitel 2">
            <a:extLst>
              <a:ext uri="{FF2B5EF4-FFF2-40B4-BE49-F238E27FC236}">
                <a16:creationId xmlns:a16="http://schemas.microsoft.com/office/drawing/2014/main" id="{211EC2F1-1019-41CD-BBD9-4BCE7520D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4869" y="952210"/>
            <a:ext cx="5916977" cy="365125"/>
          </a:xfrm>
          <a:prstGeom prst="rect">
            <a:avLst/>
          </a:prstGeom>
        </p:spPr>
        <p:txBody>
          <a:bodyPr lIns="90000" tIns="0" rIns="90000" bIns="0">
            <a:normAutofit/>
          </a:bodyPr>
          <a:lstStyle>
            <a:lvl1pPr marL="0" indent="0" algn="l">
              <a:buNone/>
              <a:defRPr sz="1200">
                <a:solidFill>
                  <a:srgbClr val="FF0000"/>
                </a:solidFill>
                <a:latin typeface="Lato Black" panose="020F0A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pic>
        <p:nvPicPr>
          <p:cNvPr id="44" name="Grafik 43">
            <a:extLst>
              <a:ext uri="{FF2B5EF4-FFF2-40B4-BE49-F238E27FC236}">
                <a16:creationId xmlns:a16="http://schemas.microsoft.com/office/drawing/2014/main" id="{394CFA07-E413-402E-8FA3-C25112F77F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13334" y="1737676"/>
            <a:ext cx="639591" cy="639591"/>
          </a:xfrm>
          <a:prstGeom prst="rect">
            <a:avLst/>
          </a:prstGeom>
          <a:effectLst/>
        </p:spPr>
      </p:pic>
      <p:pic>
        <p:nvPicPr>
          <p:cNvPr id="46" name="Grafik 45">
            <a:extLst>
              <a:ext uri="{FF2B5EF4-FFF2-40B4-BE49-F238E27FC236}">
                <a16:creationId xmlns:a16="http://schemas.microsoft.com/office/drawing/2014/main" id="{726CC132-864A-48F2-AB46-29455AAA4F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13334" y="2450325"/>
            <a:ext cx="639591" cy="639591"/>
          </a:xfrm>
          <a:prstGeom prst="rect">
            <a:avLst/>
          </a:prstGeom>
          <a:effectLst/>
        </p:spPr>
      </p:pic>
      <p:pic>
        <p:nvPicPr>
          <p:cNvPr id="48" name="Grafik 47">
            <a:extLst>
              <a:ext uri="{FF2B5EF4-FFF2-40B4-BE49-F238E27FC236}">
                <a16:creationId xmlns:a16="http://schemas.microsoft.com/office/drawing/2014/main" id="{281074B9-0079-44A6-8146-65B566267F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13334" y="3162974"/>
            <a:ext cx="639591" cy="639591"/>
          </a:xfrm>
          <a:prstGeom prst="rect">
            <a:avLst/>
          </a:prstGeom>
          <a:effectLst/>
        </p:spPr>
      </p:pic>
      <p:pic>
        <p:nvPicPr>
          <p:cNvPr id="50" name="Grafik 49">
            <a:extLst>
              <a:ext uri="{FF2B5EF4-FFF2-40B4-BE49-F238E27FC236}">
                <a16:creationId xmlns:a16="http://schemas.microsoft.com/office/drawing/2014/main" id="{A1D33413-75F1-40B2-B753-F0AFB1E60A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13334" y="3895397"/>
            <a:ext cx="639591" cy="639591"/>
          </a:xfrm>
          <a:prstGeom prst="rect">
            <a:avLst/>
          </a:prstGeom>
          <a:effectLst/>
        </p:spPr>
      </p:pic>
      <p:pic>
        <p:nvPicPr>
          <p:cNvPr id="52" name="Grafik 51">
            <a:extLst>
              <a:ext uri="{FF2B5EF4-FFF2-40B4-BE49-F238E27FC236}">
                <a16:creationId xmlns:a16="http://schemas.microsoft.com/office/drawing/2014/main" id="{05AD99D0-8517-41DE-A7F9-277215B77E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13334" y="4608046"/>
            <a:ext cx="639591" cy="639591"/>
          </a:xfrm>
          <a:prstGeom prst="rect">
            <a:avLst/>
          </a:prstGeom>
          <a:effectLst/>
        </p:spPr>
      </p:pic>
      <p:pic>
        <p:nvPicPr>
          <p:cNvPr id="54" name="Grafik 53">
            <a:extLst>
              <a:ext uri="{FF2B5EF4-FFF2-40B4-BE49-F238E27FC236}">
                <a16:creationId xmlns:a16="http://schemas.microsoft.com/office/drawing/2014/main" id="{D63D7E00-A45F-4EFC-AA7D-03E00955CF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13334" y="5393753"/>
            <a:ext cx="639591" cy="639591"/>
          </a:xfrm>
          <a:prstGeom prst="rect">
            <a:avLst/>
          </a:prstGeom>
          <a:effectLst/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CF2E065E-809E-446D-8F63-4549BB2FADBD}"/>
              </a:ext>
            </a:extLst>
          </p:cNvPr>
          <p:cNvSpPr txBox="1"/>
          <p:nvPr userDrawn="1"/>
        </p:nvSpPr>
        <p:spPr>
          <a:xfrm>
            <a:off x="5914147" y="1864337"/>
            <a:ext cx="490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+mj-lt"/>
              </a:rPr>
              <a:t>01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52E77612-D8E0-4BC0-8501-3D2B229EF511}"/>
              </a:ext>
            </a:extLst>
          </p:cNvPr>
          <p:cNvSpPr txBox="1"/>
          <p:nvPr userDrawn="1"/>
        </p:nvSpPr>
        <p:spPr>
          <a:xfrm>
            <a:off x="5914147" y="2579337"/>
            <a:ext cx="490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+mj-lt"/>
              </a:rPr>
              <a:t>02</a:t>
            </a:r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D7631866-2F18-4E65-9B20-0074F0CCA9DD}"/>
              </a:ext>
            </a:extLst>
          </p:cNvPr>
          <p:cNvSpPr txBox="1"/>
          <p:nvPr userDrawn="1"/>
        </p:nvSpPr>
        <p:spPr>
          <a:xfrm>
            <a:off x="5914147" y="3298103"/>
            <a:ext cx="490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+mj-lt"/>
              </a:rPr>
              <a:t>03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8DA34780-E4C9-46F6-AA44-A5A93342EF8C}"/>
              </a:ext>
            </a:extLst>
          </p:cNvPr>
          <p:cNvSpPr txBox="1"/>
          <p:nvPr userDrawn="1"/>
        </p:nvSpPr>
        <p:spPr>
          <a:xfrm>
            <a:off x="5914147" y="4030526"/>
            <a:ext cx="490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+mj-lt"/>
              </a:rPr>
              <a:t>04</a:t>
            </a: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7DA779CD-013F-4087-B89D-9C455117EF0F}"/>
              </a:ext>
            </a:extLst>
          </p:cNvPr>
          <p:cNvSpPr txBox="1"/>
          <p:nvPr userDrawn="1"/>
        </p:nvSpPr>
        <p:spPr>
          <a:xfrm>
            <a:off x="5914147" y="4743175"/>
            <a:ext cx="490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+mj-lt"/>
              </a:rPr>
              <a:t>05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3C72FE44-9F3C-4435-A7B5-18375CD242FD}"/>
              </a:ext>
            </a:extLst>
          </p:cNvPr>
          <p:cNvSpPr txBox="1"/>
          <p:nvPr userDrawn="1"/>
        </p:nvSpPr>
        <p:spPr>
          <a:xfrm>
            <a:off x="5914147" y="5528882"/>
            <a:ext cx="490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+mj-lt"/>
              </a:rPr>
              <a:t>06</a:t>
            </a:r>
          </a:p>
        </p:txBody>
      </p:sp>
      <p:sp>
        <p:nvSpPr>
          <p:cNvPr id="19" name="Textplatzhalter 2">
            <a:extLst>
              <a:ext uri="{FF2B5EF4-FFF2-40B4-BE49-F238E27FC236}">
                <a16:creationId xmlns:a16="http://schemas.microsoft.com/office/drawing/2014/main" id="{16BEC9F1-0458-44E4-B85B-60A137D3EB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94745" y="1744843"/>
            <a:ext cx="5055043" cy="632424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8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27B77627-F29C-4C7B-9A9D-FD4A10DEDD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94745" y="2457492"/>
            <a:ext cx="5055043" cy="632424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8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2">
            <a:extLst>
              <a:ext uri="{FF2B5EF4-FFF2-40B4-BE49-F238E27FC236}">
                <a16:creationId xmlns:a16="http://schemas.microsoft.com/office/drawing/2014/main" id="{A366B6F0-2709-4001-B993-F952D9E3A4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94745" y="3162974"/>
            <a:ext cx="5055043" cy="632424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8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platzhalter 2">
            <a:extLst>
              <a:ext uri="{FF2B5EF4-FFF2-40B4-BE49-F238E27FC236}">
                <a16:creationId xmlns:a16="http://schemas.microsoft.com/office/drawing/2014/main" id="{4D802133-FC3E-4187-B93A-E4AFCE2D30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94745" y="3895397"/>
            <a:ext cx="5055043" cy="632424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8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2">
            <a:extLst>
              <a:ext uri="{FF2B5EF4-FFF2-40B4-BE49-F238E27FC236}">
                <a16:creationId xmlns:a16="http://schemas.microsoft.com/office/drawing/2014/main" id="{D1741508-98FC-4B05-BF12-5F182C224C0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94745" y="4606146"/>
            <a:ext cx="5055043" cy="632424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8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platzhalter 2">
            <a:extLst>
              <a:ext uri="{FF2B5EF4-FFF2-40B4-BE49-F238E27FC236}">
                <a16:creationId xmlns:a16="http://schemas.microsoft.com/office/drawing/2014/main" id="{D4952E43-49F8-4EAC-8ED6-A90D36E09A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94745" y="5384788"/>
            <a:ext cx="5055043" cy="632424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8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Bildplatzhalter 2">
            <a:extLst>
              <a:ext uri="{FF2B5EF4-FFF2-40B4-BE49-F238E27FC236}">
                <a16:creationId xmlns:a16="http://schemas.microsoft.com/office/drawing/2014/main" id="{42ADFC91-C3DC-4045-8601-CF0DF0BE5A85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3057" y="-1"/>
            <a:ext cx="5261402" cy="68580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1676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ildplatzhalter 2">
            <a:extLst>
              <a:ext uri="{FF2B5EF4-FFF2-40B4-BE49-F238E27FC236}">
                <a16:creationId xmlns:a16="http://schemas.microsoft.com/office/drawing/2014/main" id="{712D7206-BA01-456D-9C28-0E9EE8108896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739889" y="0"/>
            <a:ext cx="5452111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EEDCBA9A-C309-47C5-BA64-3CB1093383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7146" y="2974019"/>
            <a:ext cx="4992060" cy="27432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6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862E4274-A1D1-401B-8C44-C493426317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646" y="411316"/>
            <a:ext cx="5100561" cy="564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400">
                <a:solidFill>
                  <a:srgbClr val="505056"/>
                </a:solidFill>
                <a:latin typeface="Lato Black" panose="020F0A0202020403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8" name="Untertitel 2">
            <a:extLst>
              <a:ext uri="{FF2B5EF4-FFF2-40B4-BE49-F238E27FC236}">
                <a16:creationId xmlns:a16="http://schemas.microsoft.com/office/drawing/2014/main" id="{51FDEE69-9DE7-4E18-B052-0CC57330C1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7146" y="952210"/>
            <a:ext cx="4992061" cy="30118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rgbClr val="FF0000"/>
                </a:solidFill>
                <a:latin typeface="Lato Black" panose="020F0A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78F28AE5-D1B1-4120-B2EB-955736C1848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7146" y="2122765"/>
            <a:ext cx="4992060" cy="60268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indent="0" algn="l">
              <a:buNone/>
              <a:defRPr sz="1800">
                <a:solidFill>
                  <a:srgbClr val="505056"/>
                </a:solidFill>
                <a:latin typeface="+mn-lt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66415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C326CE9D-2E8E-41C7-9099-CA6652A9D484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1041620" y="0"/>
            <a:ext cx="11150379" cy="5414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283E3517-B392-44C1-ACA0-348D2333E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6186" y="5669280"/>
            <a:ext cx="9755094" cy="564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3600">
                <a:solidFill>
                  <a:srgbClr val="505056"/>
                </a:solidFill>
                <a:latin typeface="Lato Black" panose="020F0A0202020403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8D317BEF-649A-4200-80A0-948CF572E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6186" y="6233823"/>
            <a:ext cx="9755094" cy="365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rgbClr val="FF0000"/>
                </a:solidFill>
                <a:latin typeface="Lato Black" panose="020F0A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38162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C326CE9D-2E8E-41C7-9099-CA6652A9D484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2565621" y="0"/>
            <a:ext cx="9626378" cy="5414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283E3517-B392-44C1-ACA0-348D2333E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6186" y="5669280"/>
            <a:ext cx="9755094" cy="564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3600">
                <a:solidFill>
                  <a:srgbClr val="505056"/>
                </a:solidFill>
                <a:latin typeface="Lato Black" panose="020F0A0202020403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8D317BEF-649A-4200-80A0-948CF572E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6186" y="6233823"/>
            <a:ext cx="9755094" cy="365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rgbClr val="FF0000"/>
                </a:solidFill>
                <a:latin typeface="Lato Black" panose="020F0A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08713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C326CE9D-2E8E-41C7-9099-CA6652A9D484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6777600" y="0"/>
            <a:ext cx="5414400" cy="5414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283E3517-B392-44C1-ACA0-348D2333E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6186" y="5669280"/>
            <a:ext cx="9755094" cy="564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3600">
                <a:solidFill>
                  <a:srgbClr val="505056"/>
                </a:solidFill>
                <a:latin typeface="Lato Black" panose="020F0A0202020403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8D317BEF-649A-4200-80A0-948CF572E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6186" y="6233823"/>
            <a:ext cx="9755094" cy="365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rgbClr val="FF0000"/>
                </a:solidFill>
                <a:latin typeface="Lato Black" panose="020F0A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95921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C326CE9D-2E8E-41C7-9099-CA6652A9D484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4572000"/>
            <a:ext cx="12192000" cy="2286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7FF5D2-11B4-4ABE-88B8-476C049276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5938" y="1710559"/>
            <a:ext cx="11160124" cy="241852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6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60B3BBDD-FF93-89D0-75AF-8741EAB07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646" y="411316"/>
            <a:ext cx="11399344" cy="564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400">
                <a:solidFill>
                  <a:srgbClr val="505056"/>
                </a:solidFill>
                <a:latin typeface="Lato Black" panose="020F0A0202020403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9A3ABFC5-4524-D937-6EF0-F9E8CC5B1A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7146" y="952210"/>
            <a:ext cx="11156855" cy="30118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rgbClr val="FF0000"/>
                </a:solidFill>
                <a:latin typeface="Lato Black" panose="020F0A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03979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Text enthält.&#10;&#10;Automatisch generierte Beschreibung">
            <a:extLst>
              <a:ext uri="{FF2B5EF4-FFF2-40B4-BE49-F238E27FC236}">
                <a16:creationId xmlns:a16="http://schemas.microsoft.com/office/drawing/2014/main" id="{629B62A7-1B26-47F3-A4D0-E7BCA90867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057" r="80465"/>
          <a:stretch/>
        </p:blipFill>
        <p:spPr>
          <a:xfrm>
            <a:off x="0" y="5147440"/>
            <a:ext cx="2381693" cy="1710559"/>
          </a:xfrm>
          <a:prstGeom prst="rect">
            <a:avLst/>
          </a:prstGeom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283E3517-B392-44C1-ACA0-348D2333E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646" y="411316"/>
            <a:ext cx="9755094" cy="564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400">
                <a:solidFill>
                  <a:srgbClr val="505056"/>
                </a:solidFill>
                <a:latin typeface="Lato Black" panose="020F0A0202020403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8D317BEF-649A-4200-80A0-948CF572E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7146" y="952210"/>
            <a:ext cx="9755094" cy="30118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rgbClr val="FF0000"/>
                </a:solidFill>
                <a:latin typeface="Lato Black" panose="020F0A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7FF5D2-11B4-4ABE-88B8-476C049276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8057" y="1710559"/>
            <a:ext cx="4288440" cy="353935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6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0AF1D50-9685-4AF3-BEB3-A1AF4BEFE1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37739" y="1711325"/>
            <a:ext cx="4587436" cy="3735388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buFontTx/>
              <a:buBlip>
                <a:blip r:embed="rId3"/>
              </a:buBlip>
              <a:defRPr sz="1800">
                <a:solidFill>
                  <a:srgbClr val="FF0000"/>
                </a:solidFill>
                <a:latin typeface="Gill Sans MT" panose="020B0502020104020203" pitchFamily="34" charset="0"/>
              </a:defRPr>
            </a:lvl1pPr>
            <a:lvl2pPr marL="457200" indent="0">
              <a:buFontTx/>
              <a:buNone/>
              <a:defRPr sz="1600">
                <a:solidFill>
                  <a:srgbClr val="505056"/>
                </a:solidFill>
                <a:latin typeface="Gill Sans MT" panose="020B0502020104020203" pitchFamily="34" charset="0"/>
              </a:defRPr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1188072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2">
            <a:extLst>
              <a:ext uri="{FF2B5EF4-FFF2-40B4-BE49-F238E27FC236}">
                <a16:creationId xmlns:a16="http://schemas.microsoft.com/office/drawing/2014/main" id="{D1EDA1F4-BB31-4C54-B710-432D113C1BD4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6368902" y="-1"/>
            <a:ext cx="5823097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pic>
        <p:nvPicPr>
          <p:cNvPr id="8" name="Grafik 7" descr="Ein Bild, das Text enthält.&#10;&#10;Automatisch generierte Beschreibung">
            <a:extLst>
              <a:ext uri="{FF2B5EF4-FFF2-40B4-BE49-F238E27FC236}">
                <a16:creationId xmlns:a16="http://schemas.microsoft.com/office/drawing/2014/main" id="{629B62A7-1B26-47F3-A4D0-E7BCA90867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057" r="80465"/>
          <a:stretch/>
        </p:blipFill>
        <p:spPr>
          <a:xfrm>
            <a:off x="0" y="5147440"/>
            <a:ext cx="2381693" cy="1710559"/>
          </a:xfrm>
          <a:prstGeom prst="rect">
            <a:avLst/>
          </a:prstGeom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283E3517-B392-44C1-ACA0-348D2333E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646" y="411316"/>
            <a:ext cx="5100561" cy="564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400">
                <a:solidFill>
                  <a:srgbClr val="505056"/>
                </a:solidFill>
                <a:latin typeface="Lato Black" panose="020F0A0202020403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8D317BEF-649A-4200-80A0-948CF572E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7146" y="952210"/>
            <a:ext cx="4992061" cy="30118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rgbClr val="FF0000"/>
                </a:solidFill>
                <a:latin typeface="Lato Black" panose="020F0A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7FF5D2-11B4-4ABE-88B8-476C049276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8057" y="2764465"/>
            <a:ext cx="4288440" cy="248545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6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6864B1BF-7667-4821-9292-700EDE6B9E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88057" y="1680154"/>
            <a:ext cx="4288440" cy="806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800" b="1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427418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>
            <a:extLst>
              <a:ext uri="{FF2B5EF4-FFF2-40B4-BE49-F238E27FC236}">
                <a16:creationId xmlns:a16="http://schemas.microsoft.com/office/drawing/2014/main" id="{283E3517-B392-44C1-ACA0-348D2333E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646" y="411316"/>
            <a:ext cx="9608378" cy="564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400">
                <a:solidFill>
                  <a:srgbClr val="505056"/>
                </a:solidFill>
                <a:latin typeface="Lato Black" panose="020F0A0202020403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8D317BEF-649A-4200-80A0-948CF572E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7146" y="952210"/>
            <a:ext cx="9403987" cy="30118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rgbClr val="FF0000"/>
                </a:solidFill>
                <a:latin typeface="Lato Black" panose="020F0A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FAB54EF-4DE3-4635-B44A-E3DA9FFCDB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843" b="71628"/>
          <a:stretch/>
        </p:blipFill>
        <p:spPr>
          <a:xfrm>
            <a:off x="9856381" y="0"/>
            <a:ext cx="2335618" cy="1945758"/>
          </a:xfrm>
          <a:prstGeom prst="rect">
            <a:avLst/>
          </a:prstGeom>
        </p:spPr>
      </p:pic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D93DB8EC-6E54-403E-A445-C973F69AB3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79639" y="2073349"/>
            <a:ext cx="4587436" cy="337336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>
              <a:buFontTx/>
              <a:buBlip>
                <a:blip r:embed="rId3"/>
              </a:buBlip>
              <a:defRPr sz="1800" b="1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>
              <a:buFontTx/>
              <a:buNone/>
              <a:defRPr sz="1000">
                <a:solidFill>
                  <a:srgbClr val="505056"/>
                </a:solidFill>
                <a:latin typeface="Gill Sans MT" panose="020B0502020104020203" pitchFamily="34" charset="0"/>
              </a:defRPr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41E9F2D6-E7E0-40BB-ACE3-CCAF31565969}"/>
              </a:ext>
            </a:extLst>
          </p:cNvPr>
          <p:cNvCxnSpPr/>
          <p:nvPr userDrawn="1"/>
        </p:nvCxnSpPr>
        <p:spPr>
          <a:xfrm>
            <a:off x="5582093" y="1807535"/>
            <a:ext cx="0" cy="3912781"/>
          </a:xfrm>
          <a:prstGeom prst="line">
            <a:avLst/>
          </a:prstGeom>
          <a:ln w="25400">
            <a:solidFill>
              <a:srgbClr val="E330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5D1C5AE0-2C34-4310-989C-2266E6055356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398647" y="1807535"/>
            <a:ext cx="5100560" cy="39127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72600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>
            <a:extLst>
              <a:ext uri="{FF2B5EF4-FFF2-40B4-BE49-F238E27FC236}">
                <a16:creationId xmlns:a16="http://schemas.microsoft.com/office/drawing/2014/main" id="{283E3517-B392-44C1-ACA0-348D2333E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646" y="411316"/>
            <a:ext cx="9608378" cy="564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400">
                <a:solidFill>
                  <a:srgbClr val="505056"/>
                </a:solidFill>
                <a:latin typeface="Lato Black" panose="020F0A0202020403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8D317BEF-649A-4200-80A0-948CF572E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7146" y="952210"/>
            <a:ext cx="9403987" cy="30118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rgbClr val="FF0000"/>
                </a:solidFill>
                <a:latin typeface="Lato Black" panose="020F0A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8" name="Bildplatzhalter 2">
            <a:extLst>
              <a:ext uri="{FF2B5EF4-FFF2-40B4-BE49-F238E27FC236}">
                <a16:creationId xmlns:a16="http://schemas.microsoft.com/office/drawing/2014/main" id="{4A2C1AC9-96BC-B828-B157-9A40CD134224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507146" y="1412874"/>
            <a:ext cx="11684854" cy="544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3453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>
            <a:extLst>
              <a:ext uri="{FF2B5EF4-FFF2-40B4-BE49-F238E27FC236}">
                <a16:creationId xmlns:a16="http://schemas.microsoft.com/office/drawing/2014/main" id="{283E3517-B392-44C1-ACA0-348D2333E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646" y="411316"/>
            <a:ext cx="9608378" cy="564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400">
                <a:solidFill>
                  <a:srgbClr val="505056"/>
                </a:solidFill>
                <a:latin typeface="Lato Black" panose="020F0A0202020403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8D317BEF-649A-4200-80A0-948CF572E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7146" y="952210"/>
            <a:ext cx="9403987" cy="30118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rgbClr val="FF0000"/>
                </a:solidFill>
                <a:latin typeface="Lato Black" panose="020F0A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720692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>
            <a:extLst>
              <a:ext uri="{FF2B5EF4-FFF2-40B4-BE49-F238E27FC236}">
                <a16:creationId xmlns:a16="http://schemas.microsoft.com/office/drawing/2014/main" id="{283E3517-B392-44C1-ACA0-348D2333E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646" y="411316"/>
            <a:ext cx="9608378" cy="564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400">
                <a:solidFill>
                  <a:srgbClr val="505056"/>
                </a:solidFill>
                <a:latin typeface="Lato Black" panose="020F0A0202020403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8D317BEF-649A-4200-80A0-948CF572E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7146" y="952210"/>
            <a:ext cx="9403987" cy="30118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rgbClr val="FF0000"/>
                </a:solidFill>
                <a:latin typeface="Lato Black" panose="020F0A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5" name="Grafik 2">
            <a:extLst>
              <a:ext uri="{FF2B5EF4-FFF2-40B4-BE49-F238E27FC236}">
                <a16:creationId xmlns:a16="http://schemas.microsoft.com/office/drawing/2014/main" id="{D069A64F-985F-43A0-B6E7-FBBD54E44696}"/>
              </a:ext>
            </a:extLst>
          </p:cNvPr>
          <p:cNvSpPr/>
          <p:nvPr/>
        </p:nvSpPr>
        <p:spPr>
          <a:xfrm>
            <a:off x="10115524" y="-18679"/>
            <a:ext cx="2085819" cy="1755426"/>
          </a:xfrm>
          <a:custGeom>
            <a:avLst/>
            <a:gdLst>
              <a:gd name="connsiteX0" fmla="*/ 8149536 w 8148713"/>
              <a:gd name="connsiteY0" fmla="*/ 6854020 h 6857960"/>
              <a:gd name="connsiteX1" fmla="*/ 2284422 w 8148713"/>
              <a:gd name="connsiteY1" fmla="*/ 3807730 h 6857960"/>
              <a:gd name="connsiteX2" fmla="*/ 77713 w 8148713"/>
              <a:gd name="connsiteY2" fmla="*/ 288069 h 6857960"/>
              <a:gd name="connsiteX3" fmla="*/ 1060 w 8148713"/>
              <a:gd name="connsiteY3" fmla="*/ -3941 h 6857960"/>
              <a:gd name="connsiteX4" fmla="*/ 1427073 w 8148713"/>
              <a:gd name="connsiteY4" fmla="*/ -3941 h 6857960"/>
              <a:gd name="connsiteX5" fmla="*/ 2504804 w 8148713"/>
              <a:gd name="connsiteY5" fmla="*/ 1792674 h 6857960"/>
              <a:gd name="connsiteX6" fmla="*/ 7803629 w 8148713"/>
              <a:gd name="connsiteY6" fmla="*/ 5522309 h 6857960"/>
              <a:gd name="connsiteX7" fmla="*/ 8149773 w 8148713"/>
              <a:gd name="connsiteY7" fmla="*/ 5584082 h 6857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48713" h="6857960">
                <a:moveTo>
                  <a:pt x="8149536" y="6854020"/>
                </a:moveTo>
                <a:cubicBezTo>
                  <a:pt x="5867836" y="6464502"/>
                  <a:pt x="3896032" y="5478225"/>
                  <a:pt x="2284422" y="3807730"/>
                </a:cubicBezTo>
                <a:cubicBezTo>
                  <a:pt x="1302418" y="2789835"/>
                  <a:pt x="572138" y="1611429"/>
                  <a:pt x="77713" y="288069"/>
                </a:cubicBezTo>
                <a:cubicBezTo>
                  <a:pt x="42651" y="194281"/>
                  <a:pt x="26268" y="93568"/>
                  <a:pt x="1060" y="-3941"/>
                </a:cubicBezTo>
                <a:lnTo>
                  <a:pt x="1427073" y="-3941"/>
                </a:lnTo>
                <a:cubicBezTo>
                  <a:pt x="1783230" y="597134"/>
                  <a:pt x="2090514" y="1234417"/>
                  <a:pt x="2504804" y="1792674"/>
                </a:cubicBezTo>
                <a:cubicBezTo>
                  <a:pt x="3854995" y="3611726"/>
                  <a:pt x="5592646" y="4908373"/>
                  <a:pt x="7803629" y="5522309"/>
                </a:cubicBezTo>
                <a:cubicBezTo>
                  <a:pt x="7916016" y="5553533"/>
                  <a:pt x="8034260" y="5563940"/>
                  <a:pt x="8149773" y="5584082"/>
                </a:cubicBezTo>
                <a:close/>
              </a:path>
            </a:pathLst>
          </a:custGeom>
          <a:solidFill>
            <a:schemeClr val="accent3"/>
          </a:solidFill>
          <a:ln w="395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25965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ildplatzhalter 2">
            <a:extLst>
              <a:ext uri="{FF2B5EF4-FFF2-40B4-BE49-F238E27FC236}">
                <a16:creationId xmlns:a16="http://schemas.microsoft.com/office/drawing/2014/main" id="{A7D4C0A1-1C8D-4849-8AD0-0E99E0924D23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6368902" y="0"/>
            <a:ext cx="5823097" cy="68579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283E3517-B392-44C1-ACA0-348D2333E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646" y="411316"/>
            <a:ext cx="5100561" cy="564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400">
                <a:solidFill>
                  <a:srgbClr val="505056"/>
                </a:solidFill>
                <a:latin typeface="Lato Black" panose="020F0A0202020403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8D317BEF-649A-4200-80A0-948CF572E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7146" y="952210"/>
            <a:ext cx="4992061" cy="30118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rgbClr val="FF0000"/>
                </a:solidFill>
                <a:latin typeface="Lato Black" panose="020F0A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D93DB8EC-6E54-403E-A445-C973F69AB3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07146" y="2133599"/>
            <a:ext cx="4992061" cy="358671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>
              <a:buFontTx/>
              <a:buBlip>
                <a:blip r:embed="rId2"/>
              </a:buBlip>
              <a:defRPr sz="16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>
              <a:buFontTx/>
              <a:buNone/>
              <a:defRPr sz="1000">
                <a:solidFill>
                  <a:srgbClr val="505056"/>
                </a:solidFill>
                <a:latin typeface="Gill Sans MT" panose="020B0502020104020203" pitchFamily="34" charset="0"/>
              </a:defRPr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205155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ildplatzhalter 2">
            <a:extLst>
              <a:ext uri="{FF2B5EF4-FFF2-40B4-BE49-F238E27FC236}">
                <a16:creationId xmlns:a16="http://schemas.microsoft.com/office/drawing/2014/main" id="{A7D4C0A1-1C8D-4849-8AD0-0E99E0924D23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0"/>
            <a:ext cx="5823097" cy="68579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283E3517-B392-44C1-ACA0-348D2333E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6416" y="922945"/>
            <a:ext cx="5238263" cy="564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400">
                <a:solidFill>
                  <a:srgbClr val="505056"/>
                </a:solidFill>
                <a:latin typeface="Lato Black" panose="020F0A0202020403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8D317BEF-649A-4200-80A0-948CF572E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24916" y="1463839"/>
            <a:ext cx="5126834" cy="30118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rgbClr val="FF0000"/>
                </a:solidFill>
                <a:latin typeface="Lato Black" panose="020F0A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D93DB8EC-6E54-403E-A445-C973F69AB3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24916" y="2028383"/>
            <a:ext cx="5129763" cy="390667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>
              <a:buFontTx/>
              <a:buBlip>
                <a:blip r:embed="rId2"/>
              </a:buBlip>
              <a:defRPr sz="16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>
              <a:buFontTx/>
              <a:buNone/>
              <a:defRPr sz="1000">
                <a:solidFill>
                  <a:srgbClr val="505056"/>
                </a:solidFill>
                <a:latin typeface="Gill Sans MT" panose="020B0502020104020203" pitchFamily="34" charset="0"/>
              </a:defRPr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979302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ildplatzhalter 2">
            <a:extLst>
              <a:ext uri="{FF2B5EF4-FFF2-40B4-BE49-F238E27FC236}">
                <a16:creationId xmlns:a16="http://schemas.microsoft.com/office/drawing/2014/main" id="{A7D4C0A1-1C8D-4849-8AD0-0E99E0924D23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6368903" y="0"/>
            <a:ext cx="5823097" cy="68579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283E3517-B392-44C1-ACA0-348D2333E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643" y="422201"/>
            <a:ext cx="5100561" cy="564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400">
                <a:solidFill>
                  <a:srgbClr val="505056"/>
                </a:solidFill>
                <a:latin typeface="Lato Black" panose="020F0A0202020403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8D317BEF-649A-4200-80A0-948CF572E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7143" y="963095"/>
            <a:ext cx="4992061" cy="30118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rgbClr val="FF0000"/>
                </a:solidFill>
                <a:latin typeface="Lato Black" panose="020F0A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7575BFBC-8CE8-4C4E-8FDF-4145EEA38A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8057" y="1687286"/>
            <a:ext cx="4288440" cy="356263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6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985379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ildplatzhalter 2">
            <a:extLst>
              <a:ext uri="{FF2B5EF4-FFF2-40B4-BE49-F238E27FC236}">
                <a16:creationId xmlns:a16="http://schemas.microsoft.com/office/drawing/2014/main" id="{A7D4C0A1-1C8D-4849-8AD0-0E99E0924D23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0"/>
            <a:ext cx="5823097" cy="68579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283E3517-B392-44C1-ACA0-348D2333E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76929" y="1055914"/>
            <a:ext cx="5100561" cy="740229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algn="l">
              <a:defRPr sz="2400">
                <a:solidFill>
                  <a:srgbClr val="505056"/>
                </a:solidFill>
                <a:latin typeface="Lato Black" panose="020F0A0202020403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A0AFF284-43FA-4CB8-9616-8AD505F81B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0" y="2320925"/>
            <a:ext cx="5573485" cy="1739446"/>
          </a:xfrm>
          <a:prstGeom prst="rect">
            <a:avLst/>
          </a:prstGeo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 sz="1800">
                <a:solidFill>
                  <a:srgbClr val="FF0000"/>
                </a:solidFill>
                <a:latin typeface="Gill Sans MT" panose="020B0502020104020203" pitchFamily="34" charset="0"/>
              </a:defRPr>
            </a:lvl1pPr>
            <a:lvl2pPr marL="457200" indent="0">
              <a:buFontTx/>
              <a:buNone/>
              <a:defRPr sz="1600">
                <a:solidFill>
                  <a:srgbClr val="505056"/>
                </a:solidFill>
                <a:latin typeface="Gill Sans MT" panose="020B0502020104020203" pitchFamily="34" charset="0"/>
              </a:defRPr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BD0370F6-ED64-4FAB-AC5B-9F0F271FAD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0" y="4408713"/>
            <a:ext cx="5573485" cy="1578430"/>
          </a:xfrm>
          <a:prstGeom prst="rect">
            <a:avLst/>
          </a:prstGeo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 sz="1800">
                <a:solidFill>
                  <a:srgbClr val="FF0000"/>
                </a:solidFill>
                <a:latin typeface="Gill Sans MT" panose="020B0502020104020203" pitchFamily="34" charset="0"/>
              </a:defRPr>
            </a:lvl1pPr>
            <a:lvl2pPr marL="742950" indent="-285750">
              <a:buFontTx/>
              <a:buBlip>
                <a:blip r:embed="rId2"/>
              </a:buBlip>
              <a:defRPr sz="1600">
                <a:solidFill>
                  <a:srgbClr val="505056"/>
                </a:solidFill>
                <a:latin typeface="Gill Sans MT" panose="020B0502020104020203" pitchFamily="34" charset="0"/>
              </a:defRPr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19542421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Freihandform: Form 95">
            <a:extLst>
              <a:ext uri="{FF2B5EF4-FFF2-40B4-BE49-F238E27FC236}">
                <a16:creationId xmlns:a16="http://schemas.microsoft.com/office/drawing/2014/main" id="{939D94B2-9A91-4A32-B270-D5B5C75218E5}"/>
              </a:ext>
            </a:extLst>
          </p:cNvPr>
          <p:cNvSpPr/>
          <p:nvPr userDrawn="1"/>
        </p:nvSpPr>
        <p:spPr>
          <a:xfrm>
            <a:off x="1241287" y="1628373"/>
            <a:ext cx="2098261" cy="3142410"/>
          </a:xfrm>
          <a:custGeom>
            <a:avLst/>
            <a:gdLst>
              <a:gd name="connsiteX0" fmla="*/ 1030239 w 2098261"/>
              <a:gd name="connsiteY0" fmla="*/ 0 h 3142410"/>
              <a:gd name="connsiteX1" fmla="*/ 1616960 w 2098261"/>
              <a:gd name="connsiteY1" fmla="*/ 586721 h 3142410"/>
              <a:gd name="connsiteX2" fmla="*/ 1610035 w 2098261"/>
              <a:gd name="connsiteY2" fmla="*/ 655417 h 3142410"/>
              <a:gd name="connsiteX3" fmla="*/ 2098261 w 2098261"/>
              <a:gd name="connsiteY3" fmla="*/ 655417 h 3142410"/>
              <a:gd name="connsiteX4" fmla="*/ 2098261 w 2098261"/>
              <a:gd name="connsiteY4" fmla="*/ 3142410 h 3142410"/>
              <a:gd name="connsiteX5" fmla="*/ 0 w 2098261"/>
              <a:gd name="connsiteY5" fmla="*/ 3142410 h 3142410"/>
              <a:gd name="connsiteX6" fmla="*/ 0 w 2098261"/>
              <a:gd name="connsiteY6" fmla="*/ 655417 h 3142410"/>
              <a:gd name="connsiteX7" fmla="*/ 450443 w 2098261"/>
              <a:gd name="connsiteY7" fmla="*/ 655417 h 3142410"/>
              <a:gd name="connsiteX8" fmla="*/ 443518 w 2098261"/>
              <a:gd name="connsiteY8" fmla="*/ 586721 h 3142410"/>
              <a:gd name="connsiteX9" fmla="*/ 1030239 w 2098261"/>
              <a:gd name="connsiteY9" fmla="*/ 0 h 3142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98261" h="3142410">
                <a:moveTo>
                  <a:pt x="1030239" y="0"/>
                </a:moveTo>
                <a:cubicBezTo>
                  <a:pt x="1354276" y="0"/>
                  <a:pt x="1616960" y="262684"/>
                  <a:pt x="1616960" y="586721"/>
                </a:cubicBezTo>
                <a:lnTo>
                  <a:pt x="1610035" y="655417"/>
                </a:lnTo>
                <a:lnTo>
                  <a:pt x="2098261" y="655417"/>
                </a:lnTo>
                <a:lnTo>
                  <a:pt x="2098261" y="3142410"/>
                </a:lnTo>
                <a:lnTo>
                  <a:pt x="0" y="3142410"/>
                </a:lnTo>
                <a:lnTo>
                  <a:pt x="0" y="655417"/>
                </a:lnTo>
                <a:lnTo>
                  <a:pt x="450443" y="655417"/>
                </a:lnTo>
                <a:lnTo>
                  <a:pt x="443518" y="586721"/>
                </a:lnTo>
                <a:cubicBezTo>
                  <a:pt x="443518" y="262684"/>
                  <a:pt x="706202" y="0"/>
                  <a:pt x="1030239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B2B83FEB-4D6D-4795-9F8C-F5B4D2BE818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8643" y="422201"/>
            <a:ext cx="11356035" cy="564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400">
                <a:solidFill>
                  <a:srgbClr val="505056"/>
                </a:solidFill>
                <a:latin typeface="Lato Black" panose="020F0A02020204030203" pitchFamily="34" charset="0"/>
              </a:defRPr>
            </a:lvl1pPr>
          </a:lstStyle>
          <a:p>
            <a:r>
              <a:rPr lang="de-DE"/>
              <a:t>Förderung für das Heizen mit erneuerbaren Energien ab 2020</a:t>
            </a:r>
          </a:p>
        </p:txBody>
      </p:sp>
      <p:sp>
        <p:nvSpPr>
          <p:cNvPr id="8" name="Untertitel 2">
            <a:extLst>
              <a:ext uri="{FF2B5EF4-FFF2-40B4-BE49-F238E27FC236}">
                <a16:creationId xmlns:a16="http://schemas.microsoft.com/office/drawing/2014/main" id="{DAE15516-B05E-4966-AF7F-067AB1C3CB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7143" y="963095"/>
            <a:ext cx="11247535" cy="30118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rgbClr val="FF0000"/>
                </a:solidFill>
                <a:latin typeface="Lato Black" panose="020F0A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Weitere Infos finden Sie unter: www.bafa.de/ee</a:t>
            </a:r>
          </a:p>
        </p:txBody>
      </p:sp>
      <p:pic>
        <p:nvPicPr>
          <p:cNvPr id="34" name="Bildplatzhalter 2">
            <a:extLst>
              <a:ext uri="{FF2B5EF4-FFF2-40B4-BE49-F238E27FC236}">
                <a16:creationId xmlns:a16="http://schemas.microsoft.com/office/drawing/2014/main" id="{56FE584C-0C81-4EA8-AC45-F9D52BE4C4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2" b="412"/>
          <a:stretch/>
        </p:blipFill>
        <p:spPr>
          <a:xfrm>
            <a:off x="1758604" y="1695670"/>
            <a:ext cx="1037728" cy="1029180"/>
          </a:xfrm>
          <a:prstGeom prst="ellipse">
            <a:avLst/>
          </a:prstGeom>
        </p:spPr>
      </p:pic>
      <p:sp>
        <p:nvSpPr>
          <p:cNvPr id="78" name="Bildplatzhalter 2">
            <a:extLst>
              <a:ext uri="{FF2B5EF4-FFF2-40B4-BE49-F238E27FC236}">
                <a16:creationId xmlns:a16="http://schemas.microsoft.com/office/drawing/2014/main" id="{D7F701A0-E02E-43B4-8EC1-964CE5410B21}"/>
              </a:ext>
            </a:extLst>
          </p:cNvPr>
          <p:cNvSpPr>
            <a:spLocks noGrp="1"/>
          </p:cNvSpPr>
          <p:nvPr userDrawn="1">
            <p:ph type="pic" idx="35"/>
          </p:nvPr>
        </p:nvSpPr>
        <p:spPr>
          <a:xfrm>
            <a:off x="1362481" y="3580019"/>
            <a:ext cx="1859279" cy="9248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86" name="Textplatzhalter 2">
            <a:extLst>
              <a:ext uri="{FF2B5EF4-FFF2-40B4-BE49-F238E27FC236}">
                <a16:creationId xmlns:a16="http://schemas.microsoft.com/office/drawing/2014/main" id="{12BDA293-9C2A-4370-8514-20A759E97C8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02235" y="2056504"/>
            <a:ext cx="1016776" cy="30751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0">
                <a:solidFill>
                  <a:srgbClr val="505056"/>
                </a:solidFill>
                <a:latin typeface="Lato Black" panose="020F0A0202020403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30%</a:t>
            </a:r>
          </a:p>
        </p:txBody>
      </p:sp>
      <p:pic>
        <p:nvPicPr>
          <p:cNvPr id="91" name="Grafik 90">
            <a:extLst>
              <a:ext uri="{FF2B5EF4-FFF2-40B4-BE49-F238E27FC236}">
                <a16:creationId xmlns:a16="http://schemas.microsoft.com/office/drawing/2014/main" id="{110FB0F7-C054-4753-8110-C97096E5D6A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9075" y="6286206"/>
            <a:ext cx="862212" cy="504942"/>
          </a:xfrm>
          <a:prstGeom prst="rect">
            <a:avLst/>
          </a:prstGeom>
        </p:spPr>
      </p:pic>
      <p:sp>
        <p:nvSpPr>
          <p:cNvPr id="44" name="Textplatzhalter 2">
            <a:extLst>
              <a:ext uri="{FF2B5EF4-FFF2-40B4-BE49-F238E27FC236}">
                <a16:creationId xmlns:a16="http://schemas.microsoft.com/office/drawing/2014/main" id="{ADD75670-A985-4836-BDF1-97EF905DE4D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366359" y="2920107"/>
            <a:ext cx="1859278" cy="50889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Lato Bold" panose="020F080202020403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A</a:t>
            </a:r>
          </a:p>
        </p:txBody>
      </p:sp>
      <p:sp>
        <p:nvSpPr>
          <p:cNvPr id="94" name="Freihandform: Form 93">
            <a:extLst>
              <a:ext uri="{FF2B5EF4-FFF2-40B4-BE49-F238E27FC236}">
                <a16:creationId xmlns:a16="http://schemas.microsoft.com/office/drawing/2014/main" id="{A6D9F3A6-C4CD-4205-8B41-D8F92D72E3D5}"/>
              </a:ext>
            </a:extLst>
          </p:cNvPr>
          <p:cNvSpPr/>
          <p:nvPr userDrawn="1"/>
        </p:nvSpPr>
        <p:spPr>
          <a:xfrm>
            <a:off x="3554914" y="1628373"/>
            <a:ext cx="2098261" cy="3142410"/>
          </a:xfrm>
          <a:custGeom>
            <a:avLst/>
            <a:gdLst>
              <a:gd name="connsiteX0" fmla="*/ 1030239 w 2098261"/>
              <a:gd name="connsiteY0" fmla="*/ 0 h 3142410"/>
              <a:gd name="connsiteX1" fmla="*/ 1616960 w 2098261"/>
              <a:gd name="connsiteY1" fmla="*/ 586721 h 3142410"/>
              <a:gd name="connsiteX2" fmla="*/ 1610035 w 2098261"/>
              <a:gd name="connsiteY2" fmla="*/ 655417 h 3142410"/>
              <a:gd name="connsiteX3" fmla="*/ 2098261 w 2098261"/>
              <a:gd name="connsiteY3" fmla="*/ 655417 h 3142410"/>
              <a:gd name="connsiteX4" fmla="*/ 2098261 w 2098261"/>
              <a:gd name="connsiteY4" fmla="*/ 3142410 h 3142410"/>
              <a:gd name="connsiteX5" fmla="*/ 0 w 2098261"/>
              <a:gd name="connsiteY5" fmla="*/ 3142410 h 3142410"/>
              <a:gd name="connsiteX6" fmla="*/ 0 w 2098261"/>
              <a:gd name="connsiteY6" fmla="*/ 655417 h 3142410"/>
              <a:gd name="connsiteX7" fmla="*/ 450443 w 2098261"/>
              <a:gd name="connsiteY7" fmla="*/ 655417 h 3142410"/>
              <a:gd name="connsiteX8" fmla="*/ 443518 w 2098261"/>
              <a:gd name="connsiteY8" fmla="*/ 586721 h 3142410"/>
              <a:gd name="connsiteX9" fmla="*/ 1030239 w 2098261"/>
              <a:gd name="connsiteY9" fmla="*/ 0 h 3142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98261" h="3142410">
                <a:moveTo>
                  <a:pt x="1030239" y="0"/>
                </a:moveTo>
                <a:cubicBezTo>
                  <a:pt x="1354276" y="0"/>
                  <a:pt x="1616960" y="262684"/>
                  <a:pt x="1616960" y="586721"/>
                </a:cubicBezTo>
                <a:lnTo>
                  <a:pt x="1610035" y="655417"/>
                </a:lnTo>
                <a:lnTo>
                  <a:pt x="2098261" y="655417"/>
                </a:lnTo>
                <a:lnTo>
                  <a:pt x="2098261" y="3142410"/>
                </a:lnTo>
                <a:lnTo>
                  <a:pt x="0" y="3142410"/>
                </a:lnTo>
                <a:lnTo>
                  <a:pt x="0" y="655417"/>
                </a:lnTo>
                <a:lnTo>
                  <a:pt x="450443" y="655417"/>
                </a:lnTo>
                <a:lnTo>
                  <a:pt x="443518" y="586721"/>
                </a:lnTo>
                <a:cubicBezTo>
                  <a:pt x="443518" y="262684"/>
                  <a:pt x="706202" y="0"/>
                  <a:pt x="1030239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pic>
        <p:nvPicPr>
          <p:cNvPr id="47" name="Bildplatzhalter 2">
            <a:extLst>
              <a:ext uri="{FF2B5EF4-FFF2-40B4-BE49-F238E27FC236}">
                <a16:creationId xmlns:a16="http://schemas.microsoft.com/office/drawing/2014/main" id="{04EDE7DB-0862-4E7B-9A26-47405C5D44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2" b="412"/>
          <a:stretch/>
        </p:blipFill>
        <p:spPr>
          <a:xfrm>
            <a:off x="4072231" y="1695670"/>
            <a:ext cx="1037728" cy="1029180"/>
          </a:xfrm>
          <a:prstGeom prst="ellipse">
            <a:avLst/>
          </a:prstGeom>
        </p:spPr>
      </p:pic>
      <p:sp>
        <p:nvSpPr>
          <p:cNvPr id="48" name="Bildplatzhalter 2">
            <a:extLst>
              <a:ext uri="{FF2B5EF4-FFF2-40B4-BE49-F238E27FC236}">
                <a16:creationId xmlns:a16="http://schemas.microsoft.com/office/drawing/2014/main" id="{625DCD03-C499-4CB3-B174-31C303D64556}"/>
              </a:ext>
            </a:extLst>
          </p:cNvPr>
          <p:cNvSpPr>
            <a:spLocks noGrp="1"/>
          </p:cNvSpPr>
          <p:nvPr>
            <p:ph type="pic" idx="44"/>
          </p:nvPr>
        </p:nvSpPr>
        <p:spPr>
          <a:xfrm>
            <a:off x="3676108" y="3580019"/>
            <a:ext cx="1859279" cy="9248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9" name="Textplatzhalter 2">
            <a:extLst>
              <a:ext uri="{FF2B5EF4-FFF2-40B4-BE49-F238E27FC236}">
                <a16:creationId xmlns:a16="http://schemas.microsoft.com/office/drawing/2014/main" id="{5E992ECD-B94A-4EA8-BFC0-7DB1897D9FA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15862" y="2056504"/>
            <a:ext cx="1016776" cy="30751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0">
                <a:solidFill>
                  <a:srgbClr val="505056"/>
                </a:solidFill>
                <a:latin typeface="Lato Black" panose="020F0A0202020403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30%</a:t>
            </a:r>
          </a:p>
        </p:txBody>
      </p:sp>
      <p:sp>
        <p:nvSpPr>
          <p:cNvPr id="50" name="Textplatzhalter 2">
            <a:extLst>
              <a:ext uri="{FF2B5EF4-FFF2-40B4-BE49-F238E27FC236}">
                <a16:creationId xmlns:a16="http://schemas.microsoft.com/office/drawing/2014/main" id="{956815C0-B722-4605-90D6-0ED833C86BC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679986" y="2920107"/>
            <a:ext cx="1859278" cy="50889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Lato Bold" panose="020F080202020403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Solarthermie</a:t>
            </a:r>
          </a:p>
        </p:txBody>
      </p:sp>
      <p:sp>
        <p:nvSpPr>
          <p:cNvPr id="92" name="Freihandform: Form 91">
            <a:extLst>
              <a:ext uri="{FF2B5EF4-FFF2-40B4-BE49-F238E27FC236}">
                <a16:creationId xmlns:a16="http://schemas.microsoft.com/office/drawing/2014/main" id="{499754AB-45DB-4A53-B36B-847CEF1C0F26}"/>
              </a:ext>
            </a:extLst>
          </p:cNvPr>
          <p:cNvSpPr/>
          <p:nvPr userDrawn="1"/>
        </p:nvSpPr>
        <p:spPr>
          <a:xfrm>
            <a:off x="5868541" y="1628373"/>
            <a:ext cx="2098261" cy="3142410"/>
          </a:xfrm>
          <a:custGeom>
            <a:avLst/>
            <a:gdLst>
              <a:gd name="connsiteX0" fmla="*/ 1030239 w 2098261"/>
              <a:gd name="connsiteY0" fmla="*/ 0 h 3142410"/>
              <a:gd name="connsiteX1" fmla="*/ 1616960 w 2098261"/>
              <a:gd name="connsiteY1" fmla="*/ 586721 h 3142410"/>
              <a:gd name="connsiteX2" fmla="*/ 1610035 w 2098261"/>
              <a:gd name="connsiteY2" fmla="*/ 655417 h 3142410"/>
              <a:gd name="connsiteX3" fmla="*/ 2098261 w 2098261"/>
              <a:gd name="connsiteY3" fmla="*/ 655417 h 3142410"/>
              <a:gd name="connsiteX4" fmla="*/ 2098261 w 2098261"/>
              <a:gd name="connsiteY4" fmla="*/ 3142410 h 3142410"/>
              <a:gd name="connsiteX5" fmla="*/ 0 w 2098261"/>
              <a:gd name="connsiteY5" fmla="*/ 3142410 h 3142410"/>
              <a:gd name="connsiteX6" fmla="*/ 0 w 2098261"/>
              <a:gd name="connsiteY6" fmla="*/ 655417 h 3142410"/>
              <a:gd name="connsiteX7" fmla="*/ 450443 w 2098261"/>
              <a:gd name="connsiteY7" fmla="*/ 655417 h 3142410"/>
              <a:gd name="connsiteX8" fmla="*/ 443518 w 2098261"/>
              <a:gd name="connsiteY8" fmla="*/ 586721 h 3142410"/>
              <a:gd name="connsiteX9" fmla="*/ 1030239 w 2098261"/>
              <a:gd name="connsiteY9" fmla="*/ 0 h 3142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98261" h="3142410">
                <a:moveTo>
                  <a:pt x="1030239" y="0"/>
                </a:moveTo>
                <a:cubicBezTo>
                  <a:pt x="1354276" y="0"/>
                  <a:pt x="1616960" y="262684"/>
                  <a:pt x="1616960" y="586721"/>
                </a:cubicBezTo>
                <a:lnTo>
                  <a:pt x="1610035" y="655417"/>
                </a:lnTo>
                <a:lnTo>
                  <a:pt x="2098261" y="655417"/>
                </a:lnTo>
                <a:lnTo>
                  <a:pt x="2098261" y="3142410"/>
                </a:lnTo>
                <a:lnTo>
                  <a:pt x="0" y="3142410"/>
                </a:lnTo>
                <a:lnTo>
                  <a:pt x="0" y="655417"/>
                </a:lnTo>
                <a:lnTo>
                  <a:pt x="450443" y="655417"/>
                </a:lnTo>
                <a:lnTo>
                  <a:pt x="443518" y="586721"/>
                </a:lnTo>
                <a:cubicBezTo>
                  <a:pt x="443518" y="262684"/>
                  <a:pt x="706202" y="0"/>
                  <a:pt x="1030239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pic>
        <p:nvPicPr>
          <p:cNvPr id="55" name="Bildplatzhalter 2">
            <a:extLst>
              <a:ext uri="{FF2B5EF4-FFF2-40B4-BE49-F238E27FC236}">
                <a16:creationId xmlns:a16="http://schemas.microsoft.com/office/drawing/2014/main" id="{E0B55941-7077-4BE8-89EE-9A8A87A1BA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2" b="412"/>
          <a:stretch/>
        </p:blipFill>
        <p:spPr>
          <a:xfrm>
            <a:off x="6385858" y="1695670"/>
            <a:ext cx="1037728" cy="1029180"/>
          </a:xfrm>
          <a:prstGeom prst="ellipse">
            <a:avLst/>
          </a:prstGeom>
        </p:spPr>
      </p:pic>
      <p:sp>
        <p:nvSpPr>
          <p:cNvPr id="56" name="Bildplatzhalter 2">
            <a:extLst>
              <a:ext uri="{FF2B5EF4-FFF2-40B4-BE49-F238E27FC236}">
                <a16:creationId xmlns:a16="http://schemas.microsoft.com/office/drawing/2014/main" id="{345C810A-521C-431D-B40F-04821C5B7550}"/>
              </a:ext>
            </a:extLst>
          </p:cNvPr>
          <p:cNvSpPr>
            <a:spLocks noGrp="1"/>
          </p:cNvSpPr>
          <p:nvPr>
            <p:ph type="pic" idx="48"/>
          </p:nvPr>
        </p:nvSpPr>
        <p:spPr>
          <a:xfrm>
            <a:off x="5989735" y="3580019"/>
            <a:ext cx="1859279" cy="9248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57" name="Textplatzhalter 2">
            <a:extLst>
              <a:ext uri="{FF2B5EF4-FFF2-40B4-BE49-F238E27FC236}">
                <a16:creationId xmlns:a16="http://schemas.microsoft.com/office/drawing/2014/main" id="{E2793C8A-71BD-4A40-B30E-4648D985871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429489" y="2056504"/>
            <a:ext cx="1016776" cy="30751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0">
                <a:solidFill>
                  <a:srgbClr val="505056"/>
                </a:solidFill>
                <a:latin typeface="Lato Black" panose="020F0A0202020403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30%</a:t>
            </a:r>
          </a:p>
        </p:txBody>
      </p:sp>
      <p:sp>
        <p:nvSpPr>
          <p:cNvPr id="58" name="Textplatzhalter 2">
            <a:extLst>
              <a:ext uri="{FF2B5EF4-FFF2-40B4-BE49-F238E27FC236}">
                <a16:creationId xmlns:a16="http://schemas.microsoft.com/office/drawing/2014/main" id="{6CA12B07-8BE8-406D-AA44-AD1E595809B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993613" y="2920107"/>
            <a:ext cx="1859278" cy="50889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Lato Bold" panose="020F080202020403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Solarthermie</a:t>
            </a:r>
          </a:p>
        </p:txBody>
      </p:sp>
      <p:sp>
        <p:nvSpPr>
          <p:cNvPr id="82" name="Freihandform: Form 81">
            <a:extLst>
              <a:ext uri="{FF2B5EF4-FFF2-40B4-BE49-F238E27FC236}">
                <a16:creationId xmlns:a16="http://schemas.microsoft.com/office/drawing/2014/main" id="{B13F93C8-8D55-42F6-BD8D-232576006CBD}"/>
              </a:ext>
            </a:extLst>
          </p:cNvPr>
          <p:cNvSpPr/>
          <p:nvPr userDrawn="1"/>
        </p:nvSpPr>
        <p:spPr>
          <a:xfrm>
            <a:off x="8299956" y="1628373"/>
            <a:ext cx="2098261" cy="3142410"/>
          </a:xfrm>
          <a:custGeom>
            <a:avLst/>
            <a:gdLst>
              <a:gd name="connsiteX0" fmla="*/ 1030239 w 2098261"/>
              <a:gd name="connsiteY0" fmla="*/ 0 h 3142410"/>
              <a:gd name="connsiteX1" fmla="*/ 1616960 w 2098261"/>
              <a:gd name="connsiteY1" fmla="*/ 586721 h 3142410"/>
              <a:gd name="connsiteX2" fmla="*/ 1610035 w 2098261"/>
              <a:gd name="connsiteY2" fmla="*/ 655417 h 3142410"/>
              <a:gd name="connsiteX3" fmla="*/ 2098261 w 2098261"/>
              <a:gd name="connsiteY3" fmla="*/ 655417 h 3142410"/>
              <a:gd name="connsiteX4" fmla="*/ 2098261 w 2098261"/>
              <a:gd name="connsiteY4" fmla="*/ 3142410 h 3142410"/>
              <a:gd name="connsiteX5" fmla="*/ 0 w 2098261"/>
              <a:gd name="connsiteY5" fmla="*/ 3142410 h 3142410"/>
              <a:gd name="connsiteX6" fmla="*/ 0 w 2098261"/>
              <a:gd name="connsiteY6" fmla="*/ 655417 h 3142410"/>
              <a:gd name="connsiteX7" fmla="*/ 450443 w 2098261"/>
              <a:gd name="connsiteY7" fmla="*/ 655417 h 3142410"/>
              <a:gd name="connsiteX8" fmla="*/ 443518 w 2098261"/>
              <a:gd name="connsiteY8" fmla="*/ 586721 h 3142410"/>
              <a:gd name="connsiteX9" fmla="*/ 1030239 w 2098261"/>
              <a:gd name="connsiteY9" fmla="*/ 0 h 3142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98261" h="3142410">
                <a:moveTo>
                  <a:pt x="1030239" y="0"/>
                </a:moveTo>
                <a:cubicBezTo>
                  <a:pt x="1354276" y="0"/>
                  <a:pt x="1616960" y="262684"/>
                  <a:pt x="1616960" y="586721"/>
                </a:cubicBezTo>
                <a:lnTo>
                  <a:pt x="1610035" y="655417"/>
                </a:lnTo>
                <a:lnTo>
                  <a:pt x="2098261" y="655417"/>
                </a:lnTo>
                <a:lnTo>
                  <a:pt x="2098261" y="3142410"/>
                </a:lnTo>
                <a:lnTo>
                  <a:pt x="0" y="3142410"/>
                </a:lnTo>
                <a:lnTo>
                  <a:pt x="0" y="655417"/>
                </a:lnTo>
                <a:lnTo>
                  <a:pt x="450443" y="655417"/>
                </a:lnTo>
                <a:lnTo>
                  <a:pt x="443518" y="586721"/>
                </a:lnTo>
                <a:cubicBezTo>
                  <a:pt x="443518" y="262684"/>
                  <a:pt x="706202" y="0"/>
                  <a:pt x="1030239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pic>
        <p:nvPicPr>
          <p:cNvPr id="64" name="Bildplatzhalter 2">
            <a:extLst>
              <a:ext uri="{FF2B5EF4-FFF2-40B4-BE49-F238E27FC236}">
                <a16:creationId xmlns:a16="http://schemas.microsoft.com/office/drawing/2014/main" id="{9CC9A872-7719-44E2-8CB4-35BE04DCC7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2" b="412"/>
          <a:stretch/>
        </p:blipFill>
        <p:spPr>
          <a:xfrm>
            <a:off x="8817273" y="1695670"/>
            <a:ext cx="1037728" cy="1029180"/>
          </a:xfrm>
          <a:prstGeom prst="ellipse">
            <a:avLst/>
          </a:prstGeom>
        </p:spPr>
      </p:pic>
      <p:sp>
        <p:nvSpPr>
          <p:cNvPr id="67" name="Bildplatzhalter 2">
            <a:extLst>
              <a:ext uri="{FF2B5EF4-FFF2-40B4-BE49-F238E27FC236}">
                <a16:creationId xmlns:a16="http://schemas.microsoft.com/office/drawing/2014/main" id="{31D33D26-41DE-4014-93A4-91BC7F6B24A1}"/>
              </a:ext>
            </a:extLst>
          </p:cNvPr>
          <p:cNvSpPr>
            <a:spLocks noGrp="1"/>
          </p:cNvSpPr>
          <p:nvPr>
            <p:ph type="pic" idx="52"/>
          </p:nvPr>
        </p:nvSpPr>
        <p:spPr>
          <a:xfrm>
            <a:off x="8419446" y="3580019"/>
            <a:ext cx="1859279" cy="9248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71" name="Textplatzhalter 2">
            <a:extLst>
              <a:ext uri="{FF2B5EF4-FFF2-40B4-BE49-F238E27FC236}">
                <a16:creationId xmlns:a16="http://schemas.microsoft.com/office/drawing/2014/main" id="{EBE3F86D-529D-4BDC-9BA2-1948ED94239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860904" y="2056504"/>
            <a:ext cx="1016776" cy="30751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0">
                <a:solidFill>
                  <a:srgbClr val="505056"/>
                </a:solidFill>
                <a:latin typeface="Lato Black" panose="020F0A0202020403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30%</a:t>
            </a:r>
          </a:p>
        </p:txBody>
      </p:sp>
      <p:sp>
        <p:nvSpPr>
          <p:cNvPr id="75" name="Textplatzhalter 2">
            <a:extLst>
              <a:ext uri="{FF2B5EF4-FFF2-40B4-BE49-F238E27FC236}">
                <a16:creationId xmlns:a16="http://schemas.microsoft.com/office/drawing/2014/main" id="{371A2535-8B03-4349-B13A-CFFD625A994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425028" y="2920106"/>
            <a:ext cx="1859278" cy="50889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Lato Bold" panose="020F080202020403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Gas-Hybridheizung</a:t>
            </a:r>
          </a:p>
        </p:txBody>
      </p:sp>
      <p:sp>
        <p:nvSpPr>
          <p:cNvPr id="97" name="Bildplatzhalter 2">
            <a:extLst>
              <a:ext uri="{FF2B5EF4-FFF2-40B4-BE49-F238E27FC236}">
                <a16:creationId xmlns:a16="http://schemas.microsoft.com/office/drawing/2014/main" id="{F01A2C21-18B0-4436-BD9C-C73AEE746A11}"/>
              </a:ext>
            </a:extLst>
          </p:cNvPr>
          <p:cNvSpPr>
            <a:spLocks noGrp="1"/>
          </p:cNvSpPr>
          <p:nvPr>
            <p:ph type="pic" idx="55"/>
          </p:nvPr>
        </p:nvSpPr>
        <p:spPr>
          <a:xfrm>
            <a:off x="1241287" y="4966039"/>
            <a:ext cx="9156930" cy="1075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8169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rafik 213">
            <a:extLst>
              <a:ext uri="{FF2B5EF4-FFF2-40B4-BE49-F238E27FC236}">
                <a16:creationId xmlns:a16="http://schemas.microsoft.com/office/drawing/2014/main" id="{F7B35D70-0423-4E86-84E8-72CC00A9E2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6510" y="2426406"/>
            <a:ext cx="980002" cy="9800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05" name="Bildplatzhalter 204">
            <a:extLst>
              <a:ext uri="{FF2B5EF4-FFF2-40B4-BE49-F238E27FC236}">
                <a16:creationId xmlns:a16="http://schemas.microsoft.com/office/drawing/2014/main" id="{27BAA1DB-B83A-45CB-B3FA-10551C05926C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1153125" y="2430407"/>
            <a:ext cx="972000" cy="972000"/>
          </a:xfrm>
          <a:custGeom>
            <a:avLst/>
            <a:gdLst>
              <a:gd name="connsiteX0" fmla="*/ 486000 w 972000"/>
              <a:gd name="connsiteY0" fmla="*/ 0 h 972000"/>
              <a:gd name="connsiteX1" fmla="*/ 972000 w 972000"/>
              <a:gd name="connsiteY1" fmla="*/ 486000 h 972000"/>
              <a:gd name="connsiteX2" fmla="*/ 486000 w 972000"/>
              <a:gd name="connsiteY2" fmla="*/ 972000 h 972000"/>
              <a:gd name="connsiteX3" fmla="*/ 0 w 972000"/>
              <a:gd name="connsiteY3" fmla="*/ 486000 h 972000"/>
              <a:gd name="connsiteX4" fmla="*/ 486000 w 972000"/>
              <a:gd name="connsiteY4" fmla="*/ 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2000" h="972000">
                <a:moveTo>
                  <a:pt x="486000" y="0"/>
                </a:moveTo>
                <a:cubicBezTo>
                  <a:pt x="754410" y="0"/>
                  <a:pt x="972000" y="217590"/>
                  <a:pt x="972000" y="486000"/>
                </a:cubicBezTo>
                <a:cubicBezTo>
                  <a:pt x="972000" y="754410"/>
                  <a:pt x="754410" y="972000"/>
                  <a:pt x="486000" y="972000"/>
                </a:cubicBezTo>
                <a:cubicBezTo>
                  <a:pt x="217590" y="972000"/>
                  <a:pt x="0" y="754410"/>
                  <a:pt x="0" y="486000"/>
                </a:cubicBezTo>
                <a:cubicBezTo>
                  <a:pt x="0" y="217590"/>
                  <a:pt x="217590" y="0"/>
                  <a:pt x="486000" y="0"/>
                </a:cubicBezTo>
                <a:close/>
              </a:path>
            </a:pathLst>
          </a:custGeom>
          <a:noFill/>
          <a:effectLst/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B2B83FEB-4D6D-4795-9F8C-F5B4D2BE81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643" y="422201"/>
            <a:ext cx="11356033" cy="564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400">
                <a:solidFill>
                  <a:srgbClr val="505056"/>
                </a:solidFill>
                <a:latin typeface="Lato Black" panose="020F0A0202020403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8" name="Untertitel 2">
            <a:extLst>
              <a:ext uri="{FF2B5EF4-FFF2-40B4-BE49-F238E27FC236}">
                <a16:creationId xmlns:a16="http://schemas.microsoft.com/office/drawing/2014/main" id="{DAE15516-B05E-4966-AF7F-067AB1C3CB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7143" y="963095"/>
            <a:ext cx="11114466" cy="30118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rgbClr val="FF0000"/>
                </a:solidFill>
                <a:latin typeface="Lato Black" panose="020F0A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094D95EF-94AC-4CF1-AB86-3BE7A0694B7B}"/>
              </a:ext>
            </a:extLst>
          </p:cNvPr>
          <p:cNvSpPr/>
          <p:nvPr userDrawn="1"/>
        </p:nvSpPr>
        <p:spPr>
          <a:xfrm>
            <a:off x="0" y="3690257"/>
            <a:ext cx="12192000" cy="97972"/>
          </a:xfrm>
          <a:prstGeom prst="rect">
            <a:avLst/>
          </a:prstGeom>
          <a:solidFill>
            <a:srgbClr val="E3302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94" name="Gerader Verbinder 93">
            <a:extLst>
              <a:ext uri="{FF2B5EF4-FFF2-40B4-BE49-F238E27FC236}">
                <a16:creationId xmlns:a16="http://schemas.microsoft.com/office/drawing/2014/main" id="{EA9DE4E3-D5FA-4659-A2DD-537A5133E505}"/>
              </a:ext>
            </a:extLst>
          </p:cNvPr>
          <p:cNvCxnSpPr>
            <a:cxnSpLocks/>
            <a:stCxn id="96" idx="4"/>
          </p:cNvCxnSpPr>
          <p:nvPr userDrawn="1"/>
        </p:nvCxnSpPr>
        <p:spPr>
          <a:xfrm flipH="1">
            <a:off x="562377" y="1733298"/>
            <a:ext cx="8060" cy="3147096"/>
          </a:xfrm>
          <a:prstGeom prst="line">
            <a:avLst/>
          </a:prstGeom>
          <a:ln w="12700">
            <a:solidFill>
              <a:srgbClr val="5050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Ellipse 95">
            <a:extLst>
              <a:ext uri="{FF2B5EF4-FFF2-40B4-BE49-F238E27FC236}">
                <a16:creationId xmlns:a16="http://schemas.microsoft.com/office/drawing/2014/main" id="{7DF393F4-75BC-4021-8F3A-F20CA91AE78F}"/>
              </a:ext>
            </a:extLst>
          </p:cNvPr>
          <p:cNvSpPr/>
          <p:nvPr/>
        </p:nvSpPr>
        <p:spPr>
          <a:xfrm>
            <a:off x="507684" y="1607792"/>
            <a:ext cx="125506" cy="125506"/>
          </a:xfrm>
          <a:prstGeom prst="ellipse">
            <a:avLst/>
          </a:prstGeom>
          <a:noFill/>
          <a:ln w="28575">
            <a:solidFill>
              <a:srgbClr val="E330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99" name="Gerader Verbinder 98">
            <a:extLst>
              <a:ext uri="{FF2B5EF4-FFF2-40B4-BE49-F238E27FC236}">
                <a16:creationId xmlns:a16="http://schemas.microsoft.com/office/drawing/2014/main" id="{9A18F233-42A4-4C14-B8A9-C7B2CD529346}"/>
              </a:ext>
            </a:extLst>
          </p:cNvPr>
          <p:cNvCxnSpPr>
            <a:cxnSpLocks/>
            <a:stCxn id="214" idx="2"/>
            <a:endCxn id="102" idx="0"/>
          </p:cNvCxnSpPr>
          <p:nvPr userDrawn="1"/>
        </p:nvCxnSpPr>
        <p:spPr>
          <a:xfrm flipH="1">
            <a:off x="1632268" y="3406408"/>
            <a:ext cx="4243" cy="1865062"/>
          </a:xfrm>
          <a:prstGeom prst="line">
            <a:avLst/>
          </a:prstGeom>
          <a:ln w="12700">
            <a:solidFill>
              <a:srgbClr val="505056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Ellipse 101">
            <a:extLst>
              <a:ext uri="{FF2B5EF4-FFF2-40B4-BE49-F238E27FC236}">
                <a16:creationId xmlns:a16="http://schemas.microsoft.com/office/drawing/2014/main" id="{7F4EF377-8FB6-4E7F-9386-7424860E4EAC}"/>
              </a:ext>
            </a:extLst>
          </p:cNvPr>
          <p:cNvSpPr/>
          <p:nvPr userDrawn="1"/>
        </p:nvSpPr>
        <p:spPr>
          <a:xfrm>
            <a:off x="1569515" y="5271470"/>
            <a:ext cx="125506" cy="125506"/>
          </a:xfrm>
          <a:prstGeom prst="ellipse">
            <a:avLst/>
          </a:prstGeom>
          <a:noFill/>
          <a:ln w="28575">
            <a:solidFill>
              <a:srgbClr val="E3302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3" name="Ellipse 102">
            <a:extLst>
              <a:ext uri="{FF2B5EF4-FFF2-40B4-BE49-F238E27FC236}">
                <a16:creationId xmlns:a16="http://schemas.microsoft.com/office/drawing/2014/main" id="{8AB3970C-7B95-4323-8FA4-C37BF74E14BD}"/>
              </a:ext>
            </a:extLst>
          </p:cNvPr>
          <p:cNvSpPr/>
          <p:nvPr userDrawn="1"/>
        </p:nvSpPr>
        <p:spPr>
          <a:xfrm>
            <a:off x="516692" y="4841079"/>
            <a:ext cx="91440" cy="91440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7" name="Gerader Verbinder 106">
            <a:extLst>
              <a:ext uri="{FF2B5EF4-FFF2-40B4-BE49-F238E27FC236}">
                <a16:creationId xmlns:a16="http://schemas.microsoft.com/office/drawing/2014/main" id="{4B8BA2BB-4BDD-4A11-903D-6FFE7273C01B}"/>
              </a:ext>
            </a:extLst>
          </p:cNvPr>
          <p:cNvCxnSpPr>
            <a:cxnSpLocks/>
            <a:stCxn id="228" idx="2"/>
            <a:endCxn id="108" idx="0"/>
          </p:cNvCxnSpPr>
          <p:nvPr/>
        </p:nvCxnSpPr>
        <p:spPr>
          <a:xfrm>
            <a:off x="5958865" y="3509015"/>
            <a:ext cx="6134" cy="1686651"/>
          </a:xfrm>
          <a:prstGeom prst="line">
            <a:avLst/>
          </a:prstGeom>
          <a:ln w="12700">
            <a:solidFill>
              <a:srgbClr val="5050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Ellipse 107">
            <a:extLst>
              <a:ext uri="{FF2B5EF4-FFF2-40B4-BE49-F238E27FC236}">
                <a16:creationId xmlns:a16="http://schemas.microsoft.com/office/drawing/2014/main" id="{62BE393A-6BC5-4576-B860-191C3A24001B}"/>
              </a:ext>
            </a:extLst>
          </p:cNvPr>
          <p:cNvSpPr/>
          <p:nvPr/>
        </p:nvSpPr>
        <p:spPr>
          <a:xfrm>
            <a:off x="5902245" y="5195666"/>
            <a:ext cx="125508" cy="125506"/>
          </a:xfrm>
          <a:prstGeom prst="ellipse">
            <a:avLst/>
          </a:prstGeom>
          <a:noFill/>
          <a:ln w="28575">
            <a:solidFill>
              <a:srgbClr val="E330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4" name="Gerader Verbinder 113">
            <a:extLst>
              <a:ext uri="{FF2B5EF4-FFF2-40B4-BE49-F238E27FC236}">
                <a16:creationId xmlns:a16="http://schemas.microsoft.com/office/drawing/2014/main" id="{91AE4281-9A48-46CC-989E-47F21917CD08}"/>
              </a:ext>
            </a:extLst>
          </p:cNvPr>
          <p:cNvCxnSpPr>
            <a:cxnSpLocks/>
            <a:stCxn id="115" idx="4"/>
            <a:endCxn id="231" idx="0"/>
          </p:cNvCxnSpPr>
          <p:nvPr/>
        </p:nvCxnSpPr>
        <p:spPr>
          <a:xfrm flipH="1">
            <a:off x="6902730" y="1649229"/>
            <a:ext cx="1197" cy="2328249"/>
          </a:xfrm>
          <a:prstGeom prst="line">
            <a:avLst/>
          </a:prstGeom>
          <a:ln w="12700">
            <a:solidFill>
              <a:srgbClr val="5050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Ellipse 114">
            <a:extLst>
              <a:ext uri="{FF2B5EF4-FFF2-40B4-BE49-F238E27FC236}">
                <a16:creationId xmlns:a16="http://schemas.microsoft.com/office/drawing/2014/main" id="{70FCC844-640D-483C-9F4D-6F2AB53A810B}"/>
              </a:ext>
            </a:extLst>
          </p:cNvPr>
          <p:cNvSpPr/>
          <p:nvPr/>
        </p:nvSpPr>
        <p:spPr>
          <a:xfrm>
            <a:off x="6841174" y="1523723"/>
            <a:ext cx="125506" cy="125506"/>
          </a:xfrm>
          <a:prstGeom prst="ellipse">
            <a:avLst/>
          </a:prstGeom>
          <a:noFill/>
          <a:ln w="28575">
            <a:solidFill>
              <a:srgbClr val="E330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22" name="Gerader Verbinder 121">
            <a:extLst>
              <a:ext uri="{FF2B5EF4-FFF2-40B4-BE49-F238E27FC236}">
                <a16:creationId xmlns:a16="http://schemas.microsoft.com/office/drawing/2014/main" id="{1BB814F5-90EC-4348-A6E9-BA0B45DF8D2A}"/>
              </a:ext>
            </a:extLst>
          </p:cNvPr>
          <p:cNvCxnSpPr>
            <a:cxnSpLocks/>
            <a:stCxn id="123" idx="4"/>
            <a:endCxn id="235" idx="0"/>
          </p:cNvCxnSpPr>
          <p:nvPr/>
        </p:nvCxnSpPr>
        <p:spPr>
          <a:xfrm flipH="1">
            <a:off x="8876235" y="2842609"/>
            <a:ext cx="2689" cy="1188281"/>
          </a:xfrm>
          <a:prstGeom prst="line">
            <a:avLst/>
          </a:prstGeom>
          <a:ln w="12700">
            <a:solidFill>
              <a:srgbClr val="5050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Ellipse 122">
            <a:extLst>
              <a:ext uri="{FF2B5EF4-FFF2-40B4-BE49-F238E27FC236}">
                <a16:creationId xmlns:a16="http://schemas.microsoft.com/office/drawing/2014/main" id="{C9CCD88B-2982-4B72-B740-A616AF903B7C}"/>
              </a:ext>
            </a:extLst>
          </p:cNvPr>
          <p:cNvSpPr/>
          <p:nvPr/>
        </p:nvSpPr>
        <p:spPr>
          <a:xfrm>
            <a:off x="8816171" y="2717103"/>
            <a:ext cx="125506" cy="125506"/>
          </a:xfrm>
          <a:prstGeom prst="ellipse">
            <a:avLst/>
          </a:prstGeom>
          <a:noFill/>
          <a:ln w="28575">
            <a:solidFill>
              <a:srgbClr val="E330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1" name="Ellipse 130">
            <a:extLst>
              <a:ext uri="{FF2B5EF4-FFF2-40B4-BE49-F238E27FC236}">
                <a16:creationId xmlns:a16="http://schemas.microsoft.com/office/drawing/2014/main" id="{597DAD0A-E54C-41C4-805F-3B5A34775FAF}"/>
              </a:ext>
            </a:extLst>
          </p:cNvPr>
          <p:cNvSpPr/>
          <p:nvPr userDrawn="1"/>
        </p:nvSpPr>
        <p:spPr>
          <a:xfrm>
            <a:off x="7950857" y="5263457"/>
            <a:ext cx="125506" cy="125506"/>
          </a:xfrm>
          <a:prstGeom prst="ellipse">
            <a:avLst/>
          </a:prstGeom>
          <a:noFill/>
          <a:ln w="28575">
            <a:solidFill>
              <a:srgbClr val="E330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32" name="Gerader Verbinder 131">
            <a:extLst>
              <a:ext uri="{FF2B5EF4-FFF2-40B4-BE49-F238E27FC236}">
                <a16:creationId xmlns:a16="http://schemas.microsoft.com/office/drawing/2014/main" id="{455BC2D8-D536-4508-A294-F3E49D7FF0DA}"/>
              </a:ext>
            </a:extLst>
          </p:cNvPr>
          <p:cNvCxnSpPr>
            <a:cxnSpLocks/>
            <a:stCxn id="233" idx="2"/>
            <a:endCxn id="131" idx="0"/>
          </p:cNvCxnSpPr>
          <p:nvPr userDrawn="1"/>
        </p:nvCxnSpPr>
        <p:spPr>
          <a:xfrm>
            <a:off x="7997884" y="3418639"/>
            <a:ext cx="15726" cy="1844818"/>
          </a:xfrm>
          <a:prstGeom prst="line">
            <a:avLst/>
          </a:prstGeom>
          <a:ln w="12700">
            <a:solidFill>
              <a:srgbClr val="5050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Gerader Verbinder 137">
            <a:extLst>
              <a:ext uri="{FF2B5EF4-FFF2-40B4-BE49-F238E27FC236}">
                <a16:creationId xmlns:a16="http://schemas.microsoft.com/office/drawing/2014/main" id="{687B1B6C-46DE-45C0-BB44-6C1AA394EC8F}"/>
              </a:ext>
            </a:extLst>
          </p:cNvPr>
          <p:cNvCxnSpPr>
            <a:cxnSpLocks/>
            <a:stCxn id="236" idx="2"/>
            <a:endCxn id="140" idx="0"/>
          </p:cNvCxnSpPr>
          <p:nvPr/>
        </p:nvCxnSpPr>
        <p:spPr>
          <a:xfrm>
            <a:off x="10402661" y="2391282"/>
            <a:ext cx="2614" cy="2895536"/>
          </a:xfrm>
          <a:prstGeom prst="line">
            <a:avLst/>
          </a:prstGeom>
          <a:ln w="12700">
            <a:solidFill>
              <a:srgbClr val="5050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Ellipse 139">
            <a:extLst>
              <a:ext uri="{FF2B5EF4-FFF2-40B4-BE49-F238E27FC236}">
                <a16:creationId xmlns:a16="http://schemas.microsoft.com/office/drawing/2014/main" id="{A80B179D-2D8E-418F-8EEA-4A9D7A2E0978}"/>
              </a:ext>
            </a:extLst>
          </p:cNvPr>
          <p:cNvSpPr/>
          <p:nvPr/>
        </p:nvSpPr>
        <p:spPr>
          <a:xfrm>
            <a:off x="10342522" y="5286818"/>
            <a:ext cx="125506" cy="125506"/>
          </a:xfrm>
          <a:prstGeom prst="ellipse">
            <a:avLst/>
          </a:prstGeom>
          <a:noFill/>
          <a:ln w="28575">
            <a:solidFill>
              <a:srgbClr val="E330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6" name="Gerader Verbinder 145">
            <a:extLst>
              <a:ext uri="{FF2B5EF4-FFF2-40B4-BE49-F238E27FC236}">
                <a16:creationId xmlns:a16="http://schemas.microsoft.com/office/drawing/2014/main" id="{5EBB66C5-F232-4119-84A1-C941B555E7A3}"/>
              </a:ext>
            </a:extLst>
          </p:cNvPr>
          <p:cNvCxnSpPr>
            <a:cxnSpLocks/>
            <a:stCxn id="147" idx="4"/>
            <a:endCxn id="226" idx="0"/>
          </p:cNvCxnSpPr>
          <p:nvPr userDrawn="1"/>
        </p:nvCxnSpPr>
        <p:spPr>
          <a:xfrm>
            <a:off x="4758072" y="1824515"/>
            <a:ext cx="2198" cy="2319040"/>
          </a:xfrm>
          <a:prstGeom prst="line">
            <a:avLst/>
          </a:prstGeom>
          <a:ln w="12700">
            <a:solidFill>
              <a:srgbClr val="5050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Ellipse 146">
            <a:extLst>
              <a:ext uri="{FF2B5EF4-FFF2-40B4-BE49-F238E27FC236}">
                <a16:creationId xmlns:a16="http://schemas.microsoft.com/office/drawing/2014/main" id="{DF36486E-8D9F-42F4-96C6-8CA87C4BAA45}"/>
              </a:ext>
            </a:extLst>
          </p:cNvPr>
          <p:cNvSpPr/>
          <p:nvPr userDrawn="1"/>
        </p:nvSpPr>
        <p:spPr>
          <a:xfrm>
            <a:off x="4695319" y="1699009"/>
            <a:ext cx="125506" cy="125506"/>
          </a:xfrm>
          <a:prstGeom prst="ellipse">
            <a:avLst/>
          </a:prstGeom>
          <a:noFill/>
          <a:ln w="28575">
            <a:solidFill>
              <a:srgbClr val="E330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53" name="Gerader Verbinder 152">
            <a:extLst>
              <a:ext uri="{FF2B5EF4-FFF2-40B4-BE49-F238E27FC236}">
                <a16:creationId xmlns:a16="http://schemas.microsoft.com/office/drawing/2014/main" id="{9E92F96D-B0AB-42A4-9FF7-52467A3F8313}"/>
              </a:ext>
            </a:extLst>
          </p:cNvPr>
          <p:cNvCxnSpPr>
            <a:cxnSpLocks/>
            <a:stCxn id="223" idx="2"/>
            <a:endCxn id="154" idx="0"/>
          </p:cNvCxnSpPr>
          <p:nvPr userDrawn="1"/>
        </p:nvCxnSpPr>
        <p:spPr>
          <a:xfrm>
            <a:off x="4013377" y="2529504"/>
            <a:ext cx="8094" cy="2888746"/>
          </a:xfrm>
          <a:prstGeom prst="line">
            <a:avLst/>
          </a:prstGeom>
          <a:ln w="12700">
            <a:solidFill>
              <a:srgbClr val="5050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Ellipse 153">
            <a:extLst>
              <a:ext uri="{FF2B5EF4-FFF2-40B4-BE49-F238E27FC236}">
                <a16:creationId xmlns:a16="http://schemas.microsoft.com/office/drawing/2014/main" id="{435D1229-483B-4717-AA4B-791CAC70A083}"/>
              </a:ext>
            </a:extLst>
          </p:cNvPr>
          <p:cNvSpPr/>
          <p:nvPr userDrawn="1"/>
        </p:nvSpPr>
        <p:spPr>
          <a:xfrm>
            <a:off x="3958718" y="5418250"/>
            <a:ext cx="125506" cy="125506"/>
          </a:xfrm>
          <a:prstGeom prst="ellipse">
            <a:avLst/>
          </a:prstGeom>
          <a:noFill/>
          <a:ln w="28575">
            <a:solidFill>
              <a:srgbClr val="E330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57" name="Gerader Verbinder 156">
            <a:extLst>
              <a:ext uri="{FF2B5EF4-FFF2-40B4-BE49-F238E27FC236}">
                <a16:creationId xmlns:a16="http://schemas.microsoft.com/office/drawing/2014/main" id="{0BEFD5BC-6D2E-44CE-A20B-71A40458423A}"/>
              </a:ext>
            </a:extLst>
          </p:cNvPr>
          <p:cNvCxnSpPr>
            <a:cxnSpLocks/>
            <a:stCxn id="158" idx="4"/>
            <a:endCxn id="221" idx="0"/>
          </p:cNvCxnSpPr>
          <p:nvPr userDrawn="1"/>
        </p:nvCxnSpPr>
        <p:spPr>
          <a:xfrm flipH="1">
            <a:off x="2625339" y="2979163"/>
            <a:ext cx="1204" cy="1058076"/>
          </a:xfrm>
          <a:prstGeom prst="line">
            <a:avLst/>
          </a:prstGeom>
          <a:ln w="12700">
            <a:solidFill>
              <a:srgbClr val="5050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Ellipse 157">
            <a:extLst>
              <a:ext uri="{FF2B5EF4-FFF2-40B4-BE49-F238E27FC236}">
                <a16:creationId xmlns:a16="http://schemas.microsoft.com/office/drawing/2014/main" id="{52404113-1363-4A37-9A70-91074C26E2FB}"/>
              </a:ext>
            </a:extLst>
          </p:cNvPr>
          <p:cNvSpPr/>
          <p:nvPr userDrawn="1"/>
        </p:nvSpPr>
        <p:spPr>
          <a:xfrm>
            <a:off x="2563790" y="2853652"/>
            <a:ext cx="125506" cy="125511"/>
          </a:xfrm>
          <a:prstGeom prst="ellipse">
            <a:avLst/>
          </a:prstGeom>
          <a:noFill/>
          <a:ln w="28575">
            <a:solidFill>
              <a:srgbClr val="E330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4" name="Textplatzhalter 2">
            <a:extLst>
              <a:ext uri="{FF2B5EF4-FFF2-40B4-BE49-F238E27FC236}">
                <a16:creationId xmlns:a16="http://schemas.microsoft.com/office/drawing/2014/main" id="{FED62A23-049B-474E-8B89-A4D1F90CCBDA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2761713" y="2852641"/>
            <a:ext cx="1382648" cy="33619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Beschreibung</a:t>
            </a:r>
          </a:p>
        </p:txBody>
      </p:sp>
      <p:sp>
        <p:nvSpPr>
          <p:cNvPr id="175" name="Textplatzhalter 2">
            <a:extLst>
              <a:ext uri="{FF2B5EF4-FFF2-40B4-BE49-F238E27FC236}">
                <a16:creationId xmlns:a16="http://schemas.microsoft.com/office/drawing/2014/main" id="{75E1DACF-C5DF-4BB5-96FF-C91CCAD27A88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2761713" y="3246473"/>
            <a:ext cx="1382648" cy="33619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Jahr</a:t>
            </a:r>
          </a:p>
        </p:txBody>
      </p:sp>
      <p:sp>
        <p:nvSpPr>
          <p:cNvPr id="176" name="Textplatzhalter 2">
            <a:extLst>
              <a:ext uri="{FF2B5EF4-FFF2-40B4-BE49-F238E27FC236}">
                <a16:creationId xmlns:a16="http://schemas.microsoft.com/office/drawing/2014/main" id="{A9CB2CBB-B56F-4B0B-809C-33F4872FC2DE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1799467" y="5267703"/>
            <a:ext cx="1382648" cy="33619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Beschreibung</a:t>
            </a:r>
          </a:p>
        </p:txBody>
      </p:sp>
      <p:sp>
        <p:nvSpPr>
          <p:cNvPr id="177" name="Textplatzhalter 2">
            <a:extLst>
              <a:ext uri="{FF2B5EF4-FFF2-40B4-BE49-F238E27FC236}">
                <a16:creationId xmlns:a16="http://schemas.microsoft.com/office/drawing/2014/main" id="{A9229574-9D98-4E78-A744-DFC34EE19685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1799467" y="5661535"/>
            <a:ext cx="1382648" cy="33619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Jahr</a:t>
            </a:r>
          </a:p>
        </p:txBody>
      </p:sp>
      <p:sp>
        <p:nvSpPr>
          <p:cNvPr id="178" name="Textplatzhalter 2">
            <a:extLst>
              <a:ext uri="{FF2B5EF4-FFF2-40B4-BE49-F238E27FC236}">
                <a16:creationId xmlns:a16="http://schemas.microsoft.com/office/drawing/2014/main" id="{D25C71CD-077C-437C-ACE2-5717553FD2C7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725579" y="1598000"/>
            <a:ext cx="1382648" cy="33619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Beschreibung</a:t>
            </a:r>
          </a:p>
        </p:txBody>
      </p:sp>
      <p:sp>
        <p:nvSpPr>
          <p:cNvPr id="179" name="Textplatzhalter 2">
            <a:extLst>
              <a:ext uri="{FF2B5EF4-FFF2-40B4-BE49-F238E27FC236}">
                <a16:creationId xmlns:a16="http://schemas.microsoft.com/office/drawing/2014/main" id="{0CC9E3D8-F187-4EC0-9E0E-B2326ECD31E5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725579" y="1991832"/>
            <a:ext cx="1382648" cy="33619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800" b="0">
                <a:solidFill>
                  <a:schemeClr val="accent3"/>
                </a:solidFill>
                <a:latin typeface="+mj-lt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Jahr</a:t>
            </a:r>
          </a:p>
        </p:txBody>
      </p:sp>
      <p:sp>
        <p:nvSpPr>
          <p:cNvPr id="180" name="Textplatzhalter 2">
            <a:extLst>
              <a:ext uri="{FF2B5EF4-FFF2-40B4-BE49-F238E27FC236}">
                <a16:creationId xmlns:a16="http://schemas.microsoft.com/office/drawing/2014/main" id="{C8FD20AD-3603-4EED-9FF8-DD57E53EDFE1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5006652" y="1699009"/>
            <a:ext cx="1382648" cy="33619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Beschreibung</a:t>
            </a:r>
          </a:p>
        </p:txBody>
      </p:sp>
      <p:sp>
        <p:nvSpPr>
          <p:cNvPr id="181" name="Textplatzhalter 2">
            <a:extLst>
              <a:ext uri="{FF2B5EF4-FFF2-40B4-BE49-F238E27FC236}">
                <a16:creationId xmlns:a16="http://schemas.microsoft.com/office/drawing/2014/main" id="{F190BD20-68C9-4ACC-8AE5-BBC8277303F3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5006652" y="2092841"/>
            <a:ext cx="1382648" cy="33619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Jahr</a:t>
            </a:r>
          </a:p>
        </p:txBody>
      </p:sp>
      <p:sp>
        <p:nvSpPr>
          <p:cNvPr id="185" name="Textplatzhalter 2">
            <a:extLst>
              <a:ext uri="{FF2B5EF4-FFF2-40B4-BE49-F238E27FC236}">
                <a16:creationId xmlns:a16="http://schemas.microsoft.com/office/drawing/2014/main" id="{B69EFA64-F55F-4ED1-A27A-36A97A7F3CB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07741" y="5416455"/>
            <a:ext cx="1382648" cy="33619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Beschreibung</a:t>
            </a:r>
          </a:p>
        </p:txBody>
      </p:sp>
      <p:sp>
        <p:nvSpPr>
          <p:cNvPr id="186" name="Textplatzhalter 2">
            <a:extLst>
              <a:ext uri="{FF2B5EF4-FFF2-40B4-BE49-F238E27FC236}">
                <a16:creationId xmlns:a16="http://schemas.microsoft.com/office/drawing/2014/main" id="{C2F70CE2-A1C8-40F0-A73E-6C816EC8DA2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07741" y="5810287"/>
            <a:ext cx="1382648" cy="33619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Jahr</a:t>
            </a:r>
          </a:p>
        </p:txBody>
      </p:sp>
      <p:sp>
        <p:nvSpPr>
          <p:cNvPr id="187" name="Textplatzhalter 2">
            <a:extLst>
              <a:ext uri="{FF2B5EF4-FFF2-40B4-BE49-F238E27FC236}">
                <a16:creationId xmlns:a16="http://schemas.microsoft.com/office/drawing/2014/main" id="{43ACD7AC-3904-46E5-9AF7-AB527F2AABB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22621" y="5178702"/>
            <a:ext cx="1382648" cy="33619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Beschreibung</a:t>
            </a:r>
          </a:p>
        </p:txBody>
      </p:sp>
      <p:sp>
        <p:nvSpPr>
          <p:cNvPr id="188" name="Textplatzhalter 2">
            <a:extLst>
              <a:ext uri="{FF2B5EF4-FFF2-40B4-BE49-F238E27FC236}">
                <a16:creationId xmlns:a16="http://schemas.microsoft.com/office/drawing/2014/main" id="{58E7EB9B-58B9-4030-93E2-A973099C599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22621" y="5572534"/>
            <a:ext cx="1382648" cy="33619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Jahr</a:t>
            </a:r>
          </a:p>
        </p:txBody>
      </p:sp>
      <p:sp>
        <p:nvSpPr>
          <p:cNvPr id="189" name="Textplatzhalter 2">
            <a:extLst>
              <a:ext uri="{FF2B5EF4-FFF2-40B4-BE49-F238E27FC236}">
                <a16:creationId xmlns:a16="http://schemas.microsoft.com/office/drawing/2014/main" id="{F7797A2D-7FF0-4094-BF38-DCA5962D60C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094736" y="1518255"/>
            <a:ext cx="1382648" cy="33619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Beschreibung</a:t>
            </a:r>
          </a:p>
        </p:txBody>
      </p:sp>
      <p:sp>
        <p:nvSpPr>
          <p:cNvPr id="190" name="Textplatzhalter 2">
            <a:extLst>
              <a:ext uri="{FF2B5EF4-FFF2-40B4-BE49-F238E27FC236}">
                <a16:creationId xmlns:a16="http://schemas.microsoft.com/office/drawing/2014/main" id="{48B0EBAB-5C61-4107-8F8B-7DFE66E5B13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094736" y="1912087"/>
            <a:ext cx="1382648" cy="33619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Jahr</a:t>
            </a:r>
          </a:p>
        </p:txBody>
      </p:sp>
      <p:sp>
        <p:nvSpPr>
          <p:cNvPr id="191" name="Textplatzhalter 2">
            <a:extLst>
              <a:ext uri="{FF2B5EF4-FFF2-40B4-BE49-F238E27FC236}">
                <a16:creationId xmlns:a16="http://schemas.microsoft.com/office/drawing/2014/main" id="{99150396-B80F-4D03-A0C5-03674490CCB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94615" y="5262521"/>
            <a:ext cx="1382648" cy="33619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Beschreibung</a:t>
            </a:r>
          </a:p>
        </p:txBody>
      </p:sp>
      <p:sp>
        <p:nvSpPr>
          <p:cNvPr id="192" name="Textplatzhalter 2">
            <a:extLst>
              <a:ext uri="{FF2B5EF4-FFF2-40B4-BE49-F238E27FC236}">
                <a16:creationId xmlns:a16="http://schemas.microsoft.com/office/drawing/2014/main" id="{B0EA89BC-99B1-44CB-937F-3D735EAE0FB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94615" y="5656353"/>
            <a:ext cx="1382648" cy="33619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Jahr</a:t>
            </a:r>
          </a:p>
        </p:txBody>
      </p:sp>
      <p:sp>
        <p:nvSpPr>
          <p:cNvPr id="193" name="Textplatzhalter 2">
            <a:extLst>
              <a:ext uri="{FF2B5EF4-FFF2-40B4-BE49-F238E27FC236}">
                <a16:creationId xmlns:a16="http://schemas.microsoft.com/office/drawing/2014/main" id="{9BE4E81B-2223-4686-BFF3-ED150DCD0E4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065631" y="2709101"/>
            <a:ext cx="1382648" cy="33619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Beschreibung</a:t>
            </a:r>
          </a:p>
        </p:txBody>
      </p:sp>
      <p:sp>
        <p:nvSpPr>
          <p:cNvPr id="194" name="Textplatzhalter 2">
            <a:extLst>
              <a:ext uri="{FF2B5EF4-FFF2-40B4-BE49-F238E27FC236}">
                <a16:creationId xmlns:a16="http://schemas.microsoft.com/office/drawing/2014/main" id="{C226D47D-FD67-4EC4-B6DD-B951393FB75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65631" y="3102933"/>
            <a:ext cx="1382648" cy="33619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Jahr</a:t>
            </a:r>
          </a:p>
        </p:txBody>
      </p:sp>
      <p:sp>
        <p:nvSpPr>
          <p:cNvPr id="198" name="Textplatzhalter 2">
            <a:extLst>
              <a:ext uri="{FF2B5EF4-FFF2-40B4-BE49-F238E27FC236}">
                <a16:creationId xmlns:a16="http://schemas.microsoft.com/office/drawing/2014/main" id="{271B8121-8E09-4681-9D5F-53D12F5E35F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598921" y="5260915"/>
            <a:ext cx="1382648" cy="33619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Beschreibung</a:t>
            </a:r>
          </a:p>
        </p:txBody>
      </p:sp>
      <p:sp>
        <p:nvSpPr>
          <p:cNvPr id="199" name="Textplatzhalter 2">
            <a:extLst>
              <a:ext uri="{FF2B5EF4-FFF2-40B4-BE49-F238E27FC236}">
                <a16:creationId xmlns:a16="http://schemas.microsoft.com/office/drawing/2014/main" id="{8FF132B4-7775-4028-86AF-128A3AAE32D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598921" y="5654747"/>
            <a:ext cx="1382648" cy="33619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Jahr</a:t>
            </a:r>
          </a:p>
        </p:txBody>
      </p:sp>
      <p:pic>
        <p:nvPicPr>
          <p:cNvPr id="221" name="Grafik 220">
            <a:extLst>
              <a:ext uri="{FF2B5EF4-FFF2-40B4-BE49-F238E27FC236}">
                <a16:creationId xmlns:a16="http://schemas.microsoft.com/office/drawing/2014/main" id="{E7BC54E9-85D4-418C-B386-47020E1871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5338" y="4037239"/>
            <a:ext cx="980002" cy="9800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22" name="Bildplatzhalter 221">
            <a:extLst>
              <a:ext uri="{FF2B5EF4-FFF2-40B4-BE49-F238E27FC236}">
                <a16:creationId xmlns:a16="http://schemas.microsoft.com/office/drawing/2014/main" id="{92725E88-B0C7-489E-9C01-CAD0D36D5540}"/>
              </a:ext>
            </a:extLst>
          </p:cNvPr>
          <p:cNvSpPr>
            <a:spLocks noGrp="1"/>
          </p:cNvSpPr>
          <p:nvPr>
            <p:ph type="pic" idx="35"/>
          </p:nvPr>
        </p:nvSpPr>
        <p:spPr>
          <a:xfrm>
            <a:off x="2141953" y="4041240"/>
            <a:ext cx="972000" cy="972000"/>
          </a:xfrm>
          <a:custGeom>
            <a:avLst/>
            <a:gdLst>
              <a:gd name="connsiteX0" fmla="*/ 486000 w 972000"/>
              <a:gd name="connsiteY0" fmla="*/ 0 h 972000"/>
              <a:gd name="connsiteX1" fmla="*/ 972000 w 972000"/>
              <a:gd name="connsiteY1" fmla="*/ 486000 h 972000"/>
              <a:gd name="connsiteX2" fmla="*/ 486000 w 972000"/>
              <a:gd name="connsiteY2" fmla="*/ 972000 h 972000"/>
              <a:gd name="connsiteX3" fmla="*/ 0 w 972000"/>
              <a:gd name="connsiteY3" fmla="*/ 486000 h 972000"/>
              <a:gd name="connsiteX4" fmla="*/ 486000 w 972000"/>
              <a:gd name="connsiteY4" fmla="*/ 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2000" h="972000">
                <a:moveTo>
                  <a:pt x="486000" y="0"/>
                </a:moveTo>
                <a:cubicBezTo>
                  <a:pt x="754410" y="0"/>
                  <a:pt x="972000" y="217590"/>
                  <a:pt x="972000" y="486000"/>
                </a:cubicBezTo>
                <a:cubicBezTo>
                  <a:pt x="972000" y="754410"/>
                  <a:pt x="754410" y="972000"/>
                  <a:pt x="486000" y="972000"/>
                </a:cubicBezTo>
                <a:cubicBezTo>
                  <a:pt x="217590" y="972000"/>
                  <a:pt x="0" y="754410"/>
                  <a:pt x="0" y="486000"/>
                </a:cubicBezTo>
                <a:cubicBezTo>
                  <a:pt x="0" y="217590"/>
                  <a:pt x="217590" y="0"/>
                  <a:pt x="486000" y="0"/>
                </a:cubicBezTo>
                <a:close/>
              </a:path>
            </a:pathLst>
          </a:custGeom>
          <a:noFill/>
          <a:effectLst/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pic>
        <p:nvPicPr>
          <p:cNvPr id="223" name="Grafik 222">
            <a:extLst>
              <a:ext uri="{FF2B5EF4-FFF2-40B4-BE49-F238E27FC236}">
                <a16:creationId xmlns:a16="http://schemas.microsoft.com/office/drawing/2014/main" id="{F1F524F0-D3A6-41C8-9274-A7D46200E4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23376" y="1549502"/>
            <a:ext cx="980002" cy="9800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24" name="Bildplatzhalter 223">
            <a:extLst>
              <a:ext uri="{FF2B5EF4-FFF2-40B4-BE49-F238E27FC236}">
                <a16:creationId xmlns:a16="http://schemas.microsoft.com/office/drawing/2014/main" id="{DC392CEF-77D3-4BDF-A84D-482CACF9504C}"/>
              </a:ext>
            </a:extLst>
          </p:cNvPr>
          <p:cNvSpPr>
            <a:spLocks noGrp="1"/>
          </p:cNvSpPr>
          <p:nvPr>
            <p:ph type="pic" idx="36"/>
          </p:nvPr>
        </p:nvSpPr>
        <p:spPr>
          <a:xfrm>
            <a:off x="3529991" y="1553503"/>
            <a:ext cx="972000" cy="972000"/>
          </a:xfrm>
          <a:custGeom>
            <a:avLst/>
            <a:gdLst>
              <a:gd name="connsiteX0" fmla="*/ 486000 w 972000"/>
              <a:gd name="connsiteY0" fmla="*/ 0 h 972000"/>
              <a:gd name="connsiteX1" fmla="*/ 972000 w 972000"/>
              <a:gd name="connsiteY1" fmla="*/ 486000 h 972000"/>
              <a:gd name="connsiteX2" fmla="*/ 486000 w 972000"/>
              <a:gd name="connsiteY2" fmla="*/ 972000 h 972000"/>
              <a:gd name="connsiteX3" fmla="*/ 0 w 972000"/>
              <a:gd name="connsiteY3" fmla="*/ 486000 h 972000"/>
              <a:gd name="connsiteX4" fmla="*/ 486000 w 972000"/>
              <a:gd name="connsiteY4" fmla="*/ 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2000" h="972000">
                <a:moveTo>
                  <a:pt x="486000" y="0"/>
                </a:moveTo>
                <a:cubicBezTo>
                  <a:pt x="754410" y="0"/>
                  <a:pt x="972000" y="217590"/>
                  <a:pt x="972000" y="486000"/>
                </a:cubicBezTo>
                <a:cubicBezTo>
                  <a:pt x="972000" y="754410"/>
                  <a:pt x="754410" y="972000"/>
                  <a:pt x="486000" y="972000"/>
                </a:cubicBezTo>
                <a:cubicBezTo>
                  <a:pt x="217590" y="972000"/>
                  <a:pt x="0" y="754410"/>
                  <a:pt x="0" y="486000"/>
                </a:cubicBezTo>
                <a:cubicBezTo>
                  <a:pt x="0" y="217590"/>
                  <a:pt x="217590" y="0"/>
                  <a:pt x="486000" y="0"/>
                </a:cubicBezTo>
                <a:close/>
              </a:path>
            </a:pathLst>
          </a:custGeom>
          <a:noFill/>
          <a:effectLst/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pic>
        <p:nvPicPr>
          <p:cNvPr id="225" name="Grafik 224">
            <a:extLst>
              <a:ext uri="{FF2B5EF4-FFF2-40B4-BE49-F238E27FC236}">
                <a16:creationId xmlns:a16="http://schemas.microsoft.com/office/drawing/2014/main" id="{2BC6715C-982D-4545-AA12-FFB0CC2B93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67655" y="4139554"/>
            <a:ext cx="980002" cy="9800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26" name="Bildplatzhalter 225">
            <a:extLst>
              <a:ext uri="{FF2B5EF4-FFF2-40B4-BE49-F238E27FC236}">
                <a16:creationId xmlns:a16="http://schemas.microsoft.com/office/drawing/2014/main" id="{D785ACA4-4FCB-4130-9385-AC18B4DB9EF6}"/>
              </a:ext>
            </a:extLst>
          </p:cNvPr>
          <p:cNvSpPr>
            <a:spLocks noGrp="1"/>
          </p:cNvSpPr>
          <p:nvPr>
            <p:ph type="pic" idx="37"/>
          </p:nvPr>
        </p:nvSpPr>
        <p:spPr>
          <a:xfrm>
            <a:off x="4274270" y="4143555"/>
            <a:ext cx="972000" cy="972000"/>
          </a:xfrm>
          <a:custGeom>
            <a:avLst/>
            <a:gdLst>
              <a:gd name="connsiteX0" fmla="*/ 486000 w 972000"/>
              <a:gd name="connsiteY0" fmla="*/ 0 h 972000"/>
              <a:gd name="connsiteX1" fmla="*/ 972000 w 972000"/>
              <a:gd name="connsiteY1" fmla="*/ 486000 h 972000"/>
              <a:gd name="connsiteX2" fmla="*/ 486000 w 972000"/>
              <a:gd name="connsiteY2" fmla="*/ 972000 h 972000"/>
              <a:gd name="connsiteX3" fmla="*/ 0 w 972000"/>
              <a:gd name="connsiteY3" fmla="*/ 486000 h 972000"/>
              <a:gd name="connsiteX4" fmla="*/ 486000 w 972000"/>
              <a:gd name="connsiteY4" fmla="*/ 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2000" h="972000">
                <a:moveTo>
                  <a:pt x="486000" y="0"/>
                </a:moveTo>
                <a:cubicBezTo>
                  <a:pt x="754410" y="0"/>
                  <a:pt x="972000" y="217590"/>
                  <a:pt x="972000" y="486000"/>
                </a:cubicBezTo>
                <a:cubicBezTo>
                  <a:pt x="972000" y="754410"/>
                  <a:pt x="754410" y="972000"/>
                  <a:pt x="486000" y="972000"/>
                </a:cubicBezTo>
                <a:cubicBezTo>
                  <a:pt x="217590" y="972000"/>
                  <a:pt x="0" y="754410"/>
                  <a:pt x="0" y="486000"/>
                </a:cubicBezTo>
                <a:cubicBezTo>
                  <a:pt x="0" y="217590"/>
                  <a:pt x="217590" y="0"/>
                  <a:pt x="486000" y="0"/>
                </a:cubicBezTo>
                <a:close/>
              </a:path>
            </a:pathLst>
          </a:custGeom>
          <a:noFill/>
          <a:effectLst/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pic>
        <p:nvPicPr>
          <p:cNvPr id="227" name="Grafik 226">
            <a:extLst>
              <a:ext uri="{FF2B5EF4-FFF2-40B4-BE49-F238E27FC236}">
                <a16:creationId xmlns:a16="http://schemas.microsoft.com/office/drawing/2014/main" id="{C2550F23-6709-411D-88A5-282A07FDAA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66250" y="2533014"/>
            <a:ext cx="980002" cy="9800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28" name="Bildplatzhalter 227">
            <a:extLst>
              <a:ext uri="{FF2B5EF4-FFF2-40B4-BE49-F238E27FC236}">
                <a16:creationId xmlns:a16="http://schemas.microsoft.com/office/drawing/2014/main" id="{DEEFDFC3-66F9-4A24-AA04-71CCAE1D3C7A}"/>
              </a:ext>
            </a:extLst>
          </p:cNvPr>
          <p:cNvSpPr>
            <a:spLocks noGrp="1"/>
          </p:cNvSpPr>
          <p:nvPr>
            <p:ph type="pic" idx="38"/>
          </p:nvPr>
        </p:nvSpPr>
        <p:spPr>
          <a:xfrm>
            <a:off x="5472865" y="2537015"/>
            <a:ext cx="972000" cy="972000"/>
          </a:xfrm>
          <a:custGeom>
            <a:avLst/>
            <a:gdLst>
              <a:gd name="connsiteX0" fmla="*/ 486000 w 972000"/>
              <a:gd name="connsiteY0" fmla="*/ 0 h 972000"/>
              <a:gd name="connsiteX1" fmla="*/ 972000 w 972000"/>
              <a:gd name="connsiteY1" fmla="*/ 486000 h 972000"/>
              <a:gd name="connsiteX2" fmla="*/ 486000 w 972000"/>
              <a:gd name="connsiteY2" fmla="*/ 972000 h 972000"/>
              <a:gd name="connsiteX3" fmla="*/ 0 w 972000"/>
              <a:gd name="connsiteY3" fmla="*/ 486000 h 972000"/>
              <a:gd name="connsiteX4" fmla="*/ 486000 w 972000"/>
              <a:gd name="connsiteY4" fmla="*/ 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2000" h="972000">
                <a:moveTo>
                  <a:pt x="486000" y="0"/>
                </a:moveTo>
                <a:cubicBezTo>
                  <a:pt x="754410" y="0"/>
                  <a:pt x="972000" y="217590"/>
                  <a:pt x="972000" y="486000"/>
                </a:cubicBezTo>
                <a:cubicBezTo>
                  <a:pt x="972000" y="754410"/>
                  <a:pt x="754410" y="972000"/>
                  <a:pt x="486000" y="972000"/>
                </a:cubicBezTo>
                <a:cubicBezTo>
                  <a:pt x="217590" y="972000"/>
                  <a:pt x="0" y="754410"/>
                  <a:pt x="0" y="486000"/>
                </a:cubicBezTo>
                <a:cubicBezTo>
                  <a:pt x="0" y="217590"/>
                  <a:pt x="217590" y="0"/>
                  <a:pt x="486000" y="0"/>
                </a:cubicBezTo>
                <a:close/>
              </a:path>
            </a:pathLst>
          </a:custGeom>
          <a:noFill/>
          <a:effectLst/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pic>
        <p:nvPicPr>
          <p:cNvPr id="230" name="Grafik 229">
            <a:extLst>
              <a:ext uri="{FF2B5EF4-FFF2-40B4-BE49-F238E27FC236}">
                <a16:creationId xmlns:a16="http://schemas.microsoft.com/office/drawing/2014/main" id="{7FD2FEBF-F579-4F9A-BB38-3AD3F0E4CE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10115" y="3973477"/>
            <a:ext cx="980002" cy="9800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31" name="Bildplatzhalter 230">
            <a:extLst>
              <a:ext uri="{FF2B5EF4-FFF2-40B4-BE49-F238E27FC236}">
                <a16:creationId xmlns:a16="http://schemas.microsoft.com/office/drawing/2014/main" id="{00BC579D-6102-416D-B7AE-C2EF66C46BA7}"/>
              </a:ext>
            </a:extLst>
          </p:cNvPr>
          <p:cNvSpPr>
            <a:spLocks noGrp="1"/>
          </p:cNvSpPr>
          <p:nvPr>
            <p:ph type="pic" idx="39"/>
          </p:nvPr>
        </p:nvSpPr>
        <p:spPr>
          <a:xfrm>
            <a:off x="6416730" y="3977478"/>
            <a:ext cx="972000" cy="972000"/>
          </a:xfrm>
          <a:custGeom>
            <a:avLst/>
            <a:gdLst>
              <a:gd name="connsiteX0" fmla="*/ 486000 w 972000"/>
              <a:gd name="connsiteY0" fmla="*/ 0 h 972000"/>
              <a:gd name="connsiteX1" fmla="*/ 972000 w 972000"/>
              <a:gd name="connsiteY1" fmla="*/ 486000 h 972000"/>
              <a:gd name="connsiteX2" fmla="*/ 486000 w 972000"/>
              <a:gd name="connsiteY2" fmla="*/ 972000 h 972000"/>
              <a:gd name="connsiteX3" fmla="*/ 0 w 972000"/>
              <a:gd name="connsiteY3" fmla="*/ 486000 h 972000"/>
              <a:gd name="connsiteX4" fmla="*/ 486000 w 972000"/>
              <a:gd name="connsiteY4" fmla="*/ 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2000" h="972000">
                <a:moveTo>
                  <a:pt x="486000" y="0"/>
                </a:moveTo>
                <a:cubicBezTo>
                  <a:pt x="754410" y="0"/>
                  <a:pt x="972000" y="217590"/>
                  <a:pt x="972000" y="486000"/>
                </a:cubicBezTo>
                <a:cubicBezTo>
                  <a:pt x="972000" y="754410"/>
                  <a:pt x="754410" y="972000"/>
                  <a:pt x="486000" y="972000"/>
                </a:cubicBezTo>
                <a:cubicBezTo>
                  <a:pt x="217590" y="972000"/>
                  <a:pt x="0" y="754410"/>
                  <a:pt x="0" y="486000"/>
                </a:cubicBezTo>
                <a:cubicBezTo>
                  <a:pt x="0" y="217590"/>
                  <a:pt x="217590" y="0"/>
                  <a:pt x="486000" y="0"/>
                </a:cubicBezTo>
                <a:close/>
              </a:path>
            </a:pathLst>
          </a:custGeom>
          <a:noFill/>
          <a:effectLst/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pic>
        <p:nvPicPr>
          <p:cNvPr id="232" name="Grafik 231">
            <a:extLst>
              <a:ext uri="{FF2B5EF4-FFF2-40B4-BE49-F238E27FC236}">
                <a16:creationId xmlns:a16="http://schemas.microsoft.com/office/drawing/2014/main" id="{5728A441-F05B-47D2-95E5-F57CFCFA4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05269" y="2442638"/>
            <a:ext cx="980002" cy="9800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33" name="Bildplatzhalter 232">
            <a:extLst>
              <a:ext uri="{FF2B5EF4-FFF2-40B4-BE49-F238E27FC236}">
                <a16:creationId xmlns:a16="http://schemas.microsoft.com/office/drawing/2014/main" id="{F38D0868-9D82-409C-868A-6479B106AB90}"/>
              </a:ext>
            </a:extLst>
          </p:cNvPr>
          <p:cNvSpPr>
            <a:spLocks noGrp="1"/>
          </p:cNvSpPr>
          <p:nvPr>
            <p:ph type="pic" idx="40"/>
          </p:nvPr>
        </p:nvSpPr>
        <p:spPr>
          <a:xfrm>
            <a:off x="7511884" y="2446639"/>
            <a:ext cx="972000" cy="972000"/>
          </a:xfrm>
          <a:custGeom>
            <a:avLst/>
            <a:gdLst>
              <a:gd name="connsiteX0" fmla="*/ 486000 w 972000"/>
              <a:gd name="connsiteY0" fmla="*/ 0 h 972000"/>
              <a:gd name="connsiteX1" fmla="*/ 972000 w 972000"/>
              <a:gd name="connsiteY1" fmla="*/ 486000 h 972000"/>
              <a:gd name="connsiteX2" fmla="*/ 486000 w 972000"/>
              <a:gd name="connsiteY2" fmla="*/ 972000 h 972000"/>
              <a:gd name="connsiteX3" fmla="*/ 0 w 972000"/>
              <a:gd name="connsiteY3" fmla="*/ 486000 h 972000"/>
              <a:gd name="connsiteX4" fmla="*/ 486000 w 972000"/>
              <a:gd name="connsiteY4" fmla="*/ 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2000" h="972000">
                <a:moveTo>
                  <a:pt x="486000" y="0"/>
                </a:moveTo>
                <a:cubicBezTo>
                  <a:pt x="754410" y="0"/>
                  <a:pt x="972000" y="217590"/>
                  <a:pt x="972000" y="486000"/>
                </a:cubicBezTo>
                <a:cubicBezTo>
                  <a:pt x="972000" y="754410"/>
                  <a:pt x="754410" y="972000"/>
                  <a:pt x="486000" y="972000"/>
                </a:cubicBezTo>
                <a:cubicBezTo>
                  <a:pt x="217590" y="972000"/>
                  <a:pt x="0" y="754410"/>
                  <a:pt x="0" y="486000"/>
                </a:cubicBezTo>
                <a:cubicBezTo>
                  <a:pt x="0" y="217590"/>
                  <a:pt x="217590" y="0"/>
                  <a:pt x="486000" y="0"/>
                </a:cubicBezTo>
                <a:close/>
              </a:path>
            </a:pathLst>
          </a:custGeom>
          <a:noFill/>
          <a:effectLst/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pic>
        <p:nvPicPr>
          <p:cNvPr id="234" name="Grafik 233">
            <a:extLst>
              <a:ext uri="{FF2B5EF4-FFF2-40B4-BE49-F238E27FC236}">
                <a16:creationId xmlns:a16="http://schemas.microsoft.com/office/drawing/2014/main" id="{08806B8C-6FE3-4AB3-B5AB-C3295B26F1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3620" y="4026889"/>
            <a:ext cx="980002" cy="9800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35" name="Bildplatzhalter 234">
            <a:extLst>
              <a:ext uri="{FF2B5EF4-FFF2-40B4-BE49-F238E27FC236}">
                <a16:creationId xmlns:a16="http://schemas.microsoft.com/office/drawing/2014/main" id="{544D68C2-B71A-4E85-A082-5705E726D81C}"/>
              </a:ext>
            </a:extLst>
          </p:cNvPr>
          <p:cNvSpPr>
            <a:spLocks noGrp="1"/>
          </p:cNvSpPr>
          <p:nvPr>
            <p:ph type="pic" idx="41"/>
          </p:nvPr>
        </p:nvSpPr>
        <p:spPr>
          <a:xfrm>
            <a:off x="8390235" y="4030890"/>
            <a:ext cx="972000" cy="972000"/>
          </a:xfrm>
          <a:custGeom>
            <a:avLst/>
            <a:gdLst>
              <a:gd name="connsiteX0" fmla="*/ 486000 w 972000"/>
              <a:gd name="connsiteY0" fmla="*/ 0 h 972000"/>
              <a:gd name="connsiteX1" fmla="*/ 972000 w 972000"/>
              <a:gd name="connsiteY1" fmla="*/ 486000 h 972000"/>
              <a:gd name="connsiteX2" fmla="*/ 486000 w 972000"/>
              <a:gd name="connsiteY2" fmla="*/ 972000 h 972000"/>
              <a:gd name="connsiteX3" fmla="*/ 0 w 972000"/>
              <a:gd name="connsiteY3" fmla="*/ 486000 h 972000"/>
              <a:gd name="connsiteX4" fmla="*/ 486000 w 972000"/>
              <a:gd name="connsiteY4" fmla="*/ 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2000" h="972000">
                <a:moveTo>
                  <a:pt x="486000" y="0"/>
                </a:moveTo>
                <a:cubicBezTo>
                  <a:pt x="754410" y="0"/>
                  <a:pt x="972000" y="217590"/>
                  <a:pt x="972000" y="486000"/>
                </a:cubicBezTo>
                <a:cubicBezTo>
                  <a:pt x="972000" y="754410"/>
                  <a:pt x="754410" y="972000"/>
                  <a:pt x="486000" y="972000"/>
                </a:cubicBezTo>
                <a:cubicBezTo>
                  <a:pt x="217590" y="972000"/>
                  <a:pt x="0" y="754410"/>
                  <a:pt x="0" y="486000"/>
                </a:cubicBezTo>
                <a:cubicBezTo>
                  <a:pt x="0" y="217590"/>
                  <a:pt x="217590" y="0"/>
                  <a:pt x="486000" y="0"/>
                </a:cubicBezTo>
                <a:close/>
              </a:path>
            </a:pathLst>
          </a:custGeom>
          <a:noFill/>
          <a:effectLst/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pic>
        <p:nvPicPr>
          <p:cNvPr id="236" name="Grafik 235">
            <a:extLst>
              <a:ext uri="{FF2B5EF4-FFF2-40B4-BE49-F238E27FC236}">
                <a16:creationId xmlns:a16="http://schemas.microsoft.com/office/drawing/2014/main" id="{3178DEFF-FF3E-450C-9116-0F833063E8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12660" y="1411280"/>
            <a:ext cx="980002" cy="9800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37" name="Bildplatzhalter 236">
            <a:extLst>
              <a:ext uri="{FF2B5EF4-FFF2-40B4-BE49-F238E27FC236}">
                <a16:creationId xmlns:a16="http://schemas.microsoft.com/office/drawing/2014/main" id="{4F3C9C5F-BFBF-4A11-B700-E24AD18EA663}"/>
              </a:ext>
            </a:extLst>
          </p:cNvPr>
          <p:cNvSpPr>
            <a:spLocks noGrp="1"/>
          </p:cNvSpPr>
          <p:nvPr>
            <p:ph type="pic" idx="42"/>
          </p:nvPr>
        </p:nvSpPr>
        <p:spPr>
          <a:xfrm>
            <a:off x="9919275" y="1415281"/>
            <a:ext cx="972000" cy="972000"/>
          </a:xfrm>
          <a:custGeom>
            <a:avLst/>
            <a:gdLst>
              <a:gd name="connsiteX0" fmla="*/ 486000 w 972000"/>
              <a:gd name="connsiteY0" fmla="*/ 0 h 972000"/>
              <a:gd name="connsiteX1" fmla="*/ 972000 w 972000"/>
              <a:gd name="connsiteY1" fmla="*/ 486000 h 972000"/>
              <a:gd name="connsiteX2" fmla="*/ 486000 w 972000"/>
              <a:gd name="connsiteY2" fmla="*/ 972000 h 972000"/>
              <a:gd name="connsiteX3" fmla="*/ 0 w 972000"/>
              <a:gd name="connsiteY3" fmla="*/ 486000 h 972000"/>
              <a:gd name="connsiteX4" fmla="*/ 486000 w 972000"/>
              <a:gd name="connsiteY4" fmla="*/ 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2000" h="972000">
                <a:moveTo>
                  <a:pt x="486000" y="0"/>
                </a:moveTo>
                <a:cubicBezTo>
                  <a:pt x="754410" y="0"/>
                  <a:pt x="972000" y="217590"/>
                  <a:pt x="972000" y="486000"/>
                </a:cubicBezTo>
                <a:cubicBezTo>
                  <a:pt x="972000" y="754410"/>
                  <a:pt x="754410" y="972000"/>
                  <a:pt x="486000" y="972000"/>
                </a:cubicBezTo>
                <a:cubicBezTo>
                  <a:pt x="217590" y="972000"/>
                  <a:pt x="0" y="754410"/>
                  <a:pt x="0" y="486000"/>
                </a:cubicBezTo>
                <a:cubicBezTo>
                  <a:pt x="0" y="217590"/>
                  <a:pt x="217590" y="0"/>
                  <a:pt x="486000" y="0"/>
                </a:cubicBezTo>
                <a:close/>
              </a:path>
            </a:pathLst>
          </a:custGeom>
          <a:noFill/>
          <a:effectLst/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1877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C326CE9D-2E8E-41C7-9099-CA6652A9D484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EBA6E645-2D15-25D9-AB82-57E2187035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643" y="422201"/>
            <a:ext cx="11356033" cy="564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400">
                <a:solidFill>
                  <a:srgbClr val="505056"/>
                </a:solidFill>
                <a:latin typeface="Lato Black" panose="020F0A0202020403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8" name="Untertitel 2">
            <a:extLst>
              <a:ext uri="{FF2B5EF4-FFF2-40B4-BE49-F238E27FC236}">
                <a16:creationId xmlns:a16="http://schemas.microsoft.com/office/drawing/2014/main" id="{E093B9E9-DF2F-B181-A346-DBA835E17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7143" y="963095"/>
            <a:ext cx="11114466" cy="30118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rgbClr val="FF0000"/>
                </a:solidFill>
                <a:latin typeface="Lato Black" panose="020F0A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403842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ildplatzhalter 2">
            <a:extLst>
              <a:ext uri="{FF2B5EF4-FFF2-40B4-BE49-F238E27FC236}">
                <a16:creationId xmlns:a16="http://schemas.microsoft.com/office/drawing/2014/main" id="{F862CFAB-90BA-4E95-84B5-BFF81AA61935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1" y="3859746"/>
            <a:ext cx="1571350" cy="29982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19" name="Bildplatzhalter 2">
            <a:extLst>
              <a:ext uri="{FF2B5EF4-FFF2-40B4-BE49-F238E27FC236}">
                <a16:creationId xmlns:a16="http://schemas.microsoft.com/office/drawing/2014/main" id="{488E7F36-69FA-4DD6-A47F-23943AF51100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1775534" y="3879335"/>
            <a:ext cx="1775536" cy="29786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20" name="Bildplatzhalter 2">
            <a:extLst>
              <a:ext uri="{FF2B5EF4-FFF2-40B4-BE49-F238E27FC236}">
                <a16:creationId xmlns:a16="http://schemas.microsoft.com/office/drawing/2014/main" id="{2674C829-D4DC-40BC-8DD1-BDC5E1E10061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3755257" y="3968322"/>
            <a:ext cx="1775536" cy="28896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17" name="Bildplatzhalter 2">
            <a:extLst>
              <a:ext uri="{FF2B5EF4-FFF2-40B4-BE49-F238E27FC236}">
                <a16:creationId xmlns:a16="http://schemas.microsoft.com/office/drawing/2014/main" id="{712D7206-BA01-456D-9C28-0E9EE8108896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-1" y="1872986"/>
            <a:ext cx="3551071" cy="18784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15" name="Bildplatzhalter 2">
            <a:extLst>
              <a:ext uri="{FF2B5EF4-FFF2-40B4-BE49-F238E27FC236}">
                <a16:creationId xmlns:a16="http://schemas.microsoft.com/office/drawing/2014/main" id="{A7D4C0A1-1C8D-4849-8AD0-0E99E0924D23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2369284" y="0"/>
            <a:ext cx="3161510" cy="17311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14" name="Rechteck 17">
            <a:extLst>
              <a:ext uri="{FF2B5EF4-FFF2-40B4-BE49-F238E27FC236}">
                <a16:creationId xmlns:a16="http://schemas.microsoft.com/office/drawing/2014/main" id="{90BB2397-8275-450C-AC18-F8AA684B289D}"/>
              </a:ext>
            </a:extLst>
          </p:cNvPr>
          <p:cNvSpPr/>
          <p:nvPr userDrawn="1"/>
        </p:nvSpPr>
        <p:spPr>
          <a:xfrm>
            <a:off x="3755257" y="1874181"/>
            <a:ext cx="1775536" cy="1863309"/>
          </a:xfrm>
          <a:prstGeom prst="rect">
            <a:avLst/>
          </a:prstGeom>
          <a:solidFill>
            <a:srgbClr val="E3312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16" name="Rechteck 18">
            <a:extLst>
              <a:ext uri="{FF2B5EF4-FFF2-40B4-BE49-F238E27FC236}">
                <a16:creationId xmlns:a16="http://schemas.microsoft.com/office/drawing/2014/main" id="{D8EB0033-476D-4786-A046-4635E4F1911F}"/>
              </a:ext>
            </a:extLst>
          </p:cNvPr>
          <p:cNvSpPr/>
          <p:nvPr userDrawn="1"/>
        </p:nvSpPr>
        <p:spPr>
          <a:xfrm>
            <a:off x="0" y="0"/>
            <a:ext cx="2246050" cy="1731142"/>
          </a:xfrm>
          <a:prstGeom prst="rect">
            <a:avLst/>
          </a:prstGeom>
          <a:solidFill>
            <a:srgbClr val="51505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21" name="Titel 1">
            <a:extLst>
              <a:ext uri="{FF2B5EF4-FFF2-40B4-BE49-F238E27FC236}">
                <a16:creationId xmlns:a16="http://schemas.microsoft.com/office/drawing/2014/main" id="{53620527-6E46-40E7-A5A0-F34C27DC6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6360" y="1511500"/>
            <a:ext cx="5370783" cy="564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400">
                <a:solidFill>
                  <a:srgbClr val="505056"/>
                </a:solidFill>
                <a:latin typeface="Lato Black" panose="020F0A0202020403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22" name="Untertitel 2">
            <a:extLst>
              <a:ext uri="{FF2B5EF4-FFF2-40B4-BE49-F238E27FC236}">
                <a16:creationId xmlns:a16="http://schemas.microsoft.com/office/drawing/2014/main" id="{A8FE3FE0-C96D-4F00-AF15-0C3B0B3F0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04860" y="2052394"/>
            <a:ext cx="5370783" cy="30118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rgbClr val="FF0000"/>
                </a:solidFill>
                <a:latin typeface="Lato Black" panose="020F0A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23" name="Textplatzhalter 2">
            <a:extLst>
              <a:ext uri="{FF2B5EF4-FFF2-40B4-BE49-F238E27FC236}">
                <a16:creationId xmlns:a16="http://schemas.microsoft.com/office/drawing/2014/main" id="{10943AE8-C920-4B65-9B73-0EA0E62FB9E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04861" y="2894476"/>
            <a:ext cx="5262282" cy="307361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6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945981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fik 25" descr="Ein Bild, das Text enthält.&#10;&#10;Automatisch generierte Beschreibung">
            <a:extLst>
              <a:ext uri="{FF2B5EF4-FFF2-40B4-BE49-F238E27FC236}">
                <a16:creationId xmlns:a16="http://schemas.microsoft.com/office/drawing/2014/main" id="{53E5CA69-D39C-49F2-8BC0-C6EEB635A2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83875"/>
          <a:stretch/>
        </p:blipFill>
        <p:spPr>
          <a:xfrm>
            <a:off x="0" y="0"/>
            <a:ext cx="1965955" cy="6858000"/>
          </a:xfrm>
          <a:prstGeom prst="rect">
            <a:avLst/>
          </a:prstGeom>
        </p:spPr>
      </p:pic>
      <p:sp>
        <p:nvSpPr>
          <p:cNvPr id="17" name="Bildplatzhalter 2">
            <a:extLst>
              <a:ext uri="{FF2B5EF4-FFF2-40B4-BE49-F238E27FC236}">
                <a16:creationId xmlns:a16="http://schemas.microsoft.com/office/drawing/2014/main" id="{712D7206-BA01-456D-9C28-0E9EE8108896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-1" y="976200"/>
            <a:ext cx="4857749" cy="50242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21" name="Titel 1">
            <a:extLst>
              <a:ext uri="{FF2B5EF4-FFF2-40B4-BE49-F238E27FC236}">
                <a16:creationId xmlns:a16="http://schemas.microsoft.com/office/drawing/2014/main" id="{53620527-6E46-40E7-A5A0-F34C27DC6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6360" y="976200"/>
            <a:ext cx="5370783" cy="564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400">
                <a:solidFill>
                  <a:srgbClr val="505056"/>
                </a:solidFill>
                <a:latin typeface="Lato Black" panose="020F0A0202020403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22" name="Untertitel 2">
            <a:extLst>
              <a:ext uri="{FF2B5EF4-FFF2-40B4-BE49-F238E27FC236}">
                <a16:creationId xmlns:a16="http://schemas.microsoft.com/office/drawing/2014/main" id="{A8FE3FE0-C96D-4F00-AF15-0C3B0B3F0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04860" y="1517094"/>
            <a:ext cx="5370783" cy="30118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rgbClr val="FF0000"/>
                </a:solidFill>
                <a:latin typeface="Lato Black" panose="020F0A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23" name="Textplatzhalter 2">
            <a:extLst>
              <a:ext uri="{FF2B5EF4-FFF2-40B4-BE49-F238E27FC236}">
                <a16:creationId xmlns:a16="http://schemas.microsoft.com/office/drawing/2014/main" id="{10943AE8-C920-4B65-9B73-0EA0E62FB9E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04861" y="1934936"/>
            <a:ext cx="5262282" cy="403315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6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3" name="Gerade Verbindung 11">
            <a:extLst>
              <a:ext uri="{FF2B5EF4-FFF2-40B4-BE49-F238E27FC236}">
                <a16:creationId xmlns:a16="http://schemas.microsoft.com/office/drawing/2014/main" id="{C3CF0A46-7408-40EF-84A9-B6E19D801A47}"/>
              </a:ext>
            </a:extLst>
          </p:cNvPr>
          <p:cNvCxnSpPr/>
          <p:nvPr userDrawn="1"/>
        </p:nvCxnSpPr>
        <p:spPr>
          <a:xfrm>
            <a:off x="5233940" y="976200"/>
            <a:ext cx="0" cy="5024233"/>
          </a:xfrm>
          <a:prstGeom prst="line">
            <a:avLst/>
          </a:prstGeom>
          <a:ln w="31750">
            <a:solidFill>
              <a:srgbClr val="E33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73598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 descr="Ein Bild, das Text enthält.&#10;&#10;Automatisch generierte Beschreibung">
            <a:extLst>
              <a:ext uri="{FF2B5EF4-FFF2-40B4-BE49-F238E27FC236}">
                <a16:creationId xmlns:a16="http://schemas.microsoft.com/office/drawing/2014/main" id="{E55D3ADB-4447-4064-992B-188A54C3D5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83875"/>
          <a:stretch/>
        </p:blipFill>
        <p:spPr>
          <a:xfrm>
            <a:off x="0" y="0"/>
            <a:ext cx="1965955" cy="6858000"/>
          </a:xfrm>
          <a:prstGeom prst="rect">
            <a:avLst/>
          </a:prstGeom>
        </p:spPr>
      </p:pic>
      <p:sp>
        <p:nvSpPr>
          <p:cNvPr id="17" name="Bildplatzhalter 2">
            <a:extLst>
              <a:ext uri="{FF2B5EF4-FFF2-40B4-BE49-F238E27FC236}">
                <a16:creationId xmlns:a16="http://schemas.microsoft.com/office/drawing/2014/main" id="{712D7206-BA01-456D-9C28-0E9EE8108896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-1" y="976200"/>
            <a:ext cx="5452111" cy="50242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21" name="Titel 1">
            <a:extLst>
              <a:ext uri="{FF2B5EF4-FFF2-40B4-BE49-F238E27FC236}">
                <a16:creationId xmlns:a16="http://schemas.microsoft.com/office/drawing/2014/main" id="{53620527-6E46-40E7-A5A0-F34C27DC6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6360" y="976200"/>
            <a:ext cx="5370783" cy="564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400">
                <a:solidFill>
                  <a:srgbClr val="505056"/>
                </a:solidFill>
                <a:latin typeface="Lato Black" panose="020F0A0202020403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22" name="Untertitel 2">
            <a:extLst>
              <a:ext uri="{FF2B5EF4-FFF2-40B4-BE49-F238E27FC236}">
                <a16:creationId xmlns:a16="http://schemas.microsoft.com/office/drawing/2014/main" id="{A8FE3FE0-C96D-4F00-AF15-0C3B0B3F0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04861" y="1517094"/>
            <a:ext cx="5262282" cy="33456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rgbClr val="FF0000"/>
                </a:solidFill>
                <a:latin typeface="Lato Black" panose="020F0A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55706931-9EAE-4CBF-9F1A-368BF4A477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96359" y="2146412"/>
            <a:ext cx="5370783" cy="3735388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buFontTx/>
              <a:buBlip>
                <a:blip r:embed="rId3"/>
              </a:buBlip>
              <a:defRPr sz="1800">
                <a:solidFill>
                  <a:srgbClr val="FF0000"/>
                </a:solidFill>
                <a:latin typeface="Gill Sans MT" panose="020B0502020104020203" pitchFamily="34" charset="0"/>
              </a:defRPr>
            </a:lvl1pPr>
            <a:lvl2pPr marL="457200" indent="0">
              <a:buFontTx/>
              <a:buNone/>
              <a:defRPr sz="1200">
                <a:solidFill>
                  <a:srgbClr val="505056"/>
                </a:solidFill>
                <a:latin typeface="Gill Sans MT" panose="020B0502020104020203" pitchFamily="34" charset="0"/>
              </a:defRPr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24785568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4C6A6DE1-EC81-43E6-9DCD-90FFCDECEDB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55015" y="4863200"/>
            <a:ext cx="1885951" cy="22140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6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18B8E11E-9F9D-4E7E-A1F3-4AE14B078A5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84004" y="5267060"/>
            <a:ext cx="1885951" cy="10571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Fließtext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48DF8CA7-721D-4129-AC1B-2024C2CECA0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6305" y="4863200"/>
            <a:ext cx="1885951" cy="22140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6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8AE46605-FBC3-48E2-954D-6E291C0CC3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75038" y="5260485"/>
            <a:ext cx="1885951" cy="10571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Fließtext</a:t>
            </a:r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553685CC-79F6-424C-93D1-0CD4C0D871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77339" y="4856625"/>
            <a:ext cx="1885951" cy="22140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6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17" name="Bildplatzhalter 2">
            <a:extLst>
              <a:ext uri="{FF2B5EF4-FFF2-40B4-BE49-F238E27FC236}">
                <a16:creationId xmlns:a16="http://schemas.microsoft.com/office/drawing/2014/main" id="{712D7206-BA01-456D-9C28-0E9EE8108896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-1" y="0"/>
            <a:ext cx="12191996" cy="39150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19" name="Textplatzhalter 2">
            <a:extLst>
              <a:ext uri="{FF2B5EF4-FFF2-40B4-BE49-F238E27FC236}">
                <a16:creationId xmlns:a16="http://schemas.microsoft.com/office/drawing/2014/main" id="{597EAC5A-4B53-480B-9E79-33DD998E306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52714" y="5267060"/>
            <a:ext cx="1885951" cy="10571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Fließtext</a:t>
            </a: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24B151A2-906E-44C5-A7A8-64AA72090A3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1790062" y="3212494"/>
            <a:ext cx="1455902" cy="14051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12" name="Bildplatzhalter 2">
            <a:extLst>
              <a:ext uri="{FF2B5EF4-FFF2-40B4-BE49-F238E27FC236}">
                <a16:creationId xmlns:a16="http://schemas.microsoft.com/office/drawing/2014/main" id="{1BCE0099-3B21-4C84-BCBD-F2B25CB70D9C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5220684" y="3212494"/>
            <a:ext cx="1455902" cy="14051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F334830B-A61A-4B42-B3A6-77986921EF84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8748582" y="3212494"/>
            <a:ext cx="1455902" cy="14051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55102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Diagramm_ganze_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el 1">
            <a:extLst>
              <a:ext uri="{FF2B5EF4-FFF2-40B4-BE49-F238E27FC236}">
                <a16:creationId xmlns:a16="http://schemas.microsoft.com/office/drawing/2014/main" id="{86959F60-1F06-4DFF-811D-84FA8234FC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643" y="422201"/>
            <a:ext cx="11356036" cy="564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400">
                <a:solidFill>
                  <a:srgbClr val="505056"/>
                </a:solidFill>
                <a:latin typeface="Lato Black" panose="020F0A0202020403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8" name="Untertitel 2">
            <a:extLst>
              <a:ext uri="{FF2B5EF4-FFF2-40B4-BE49-F238E27FC236}">
                <a16:creationId xmlns:a16="http://schemas.microsoft.com/office/drawing/2014/main" id="{464AC146-A0F3-43BB-971E-0B90E39942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7143" y="963095"/>
            <a:ext cx="11114468" cy="30118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rgbClr val="FF0000"/>
                </a:solidFill>
                <a:latin typeface="Lato Black" panose="020F0A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593813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Diagramm_halbe_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2">
            <a:extLst>
              <a:ext uri="{FF2B5EF4-FFF2-40B4-BE49-F238E27FC236}">
                <a16:creationId xmlns:a16="http://schemas.microsoft.com/office/drawing/2014/main" id="{3B9125B0-EC2D-4938-A1E6-1E1255A52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540434" y="1934936"/>
            <a:ext cx="4214241" cy="403315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6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9" name="Gerade Verbindung 11">
            <a:extLst>
              <a:ext uri="{FF2B5EF4-FFF2-40B4-BE49-F238E27FC236}">
                <a16:creationId xmlns:a16="http://schemas.microsoft.com/office/drawing/2014/main" id="{F449B01F-91F2-4166-B60C-BD1DEAEB7861}"/>
              </a:ext>
            </a:extLst>
          </p:cNvPr>
          <p:cNvCxnSpPr/>
          <p:nvPr userDrawn="1"/>
        </p:nvCxnSpPr>
        <p:spPr>
          <a:xfrm>
            <a:off x="7015877" y="976200"/>
            <a:ext cx="0" cy="5024233"/>
          </a:xfrm>
          <a:prstGeom prst="line">
            <a:avLst/>
          </a:prstGeom>
          <a:ln w="31750">
            <a:solidFill>
              <a:srgbClr val="E33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el 1">
            <a:extLst>
              <a:ext uri="{FF2B5EF4-FFF2-40B4-BE49-F238E27FC236}">
                <a16:creationId xmlns:a16="http://schemas.microsoft.com/office/drawing/2014/main" id="{520C4BD2-C00A-47E8-9BCC-8E77352B03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31935" y="976200"/>
            <a:ext cx="4322740" cy="564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400">
                <a:solidFill>
                  <a:srgbClr val="505056"/>
                </a:solidFill>
                <a:latin typeface="Lato Black" panose="020F0A0202020403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3" name="Untertitel 2">
            <a:extLst>
              <a:ext uri="{FF2B5EF4-FFF2-40B4-BE49-F238E27FC236}">
                <a16:creationId xmlns:a16="http://schemas.microsoft.com/office/drawing/2014/main" id="{96A138EF-1A4E-487B-B85D-2E96111736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40435" y="1517094"/>
            <a:ext cx="4230786" cy="30118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rgbClr val="FF0000"/>
                </a:solidFill>
                <a:latin typeface="Lato Black" panose="020F0A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514416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Diagramm_halbe_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2">
            <a:extLst>
              <a:ext uri="{FF2B5EF4-FFF2-40B4-BE49-F238E27FC236}">
                <a16:creationId xmlns:a16="http://schemas.microsoft.com/office/drawing/2014/main" id="{3B9125B0-EC2D-4938-A1E6-1E1255A52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540434" y="1934936"/>
            <a:ext cx="4214241" cy="403315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6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9" name="Gerade Verbindung 11">
            <a:extLst>
              <a:ext uri="{FF2B5EF4-FFF2-40B4-BE49-F238E27FC236}">
                <a16:creationId xmlns:a16="http://schemas.microsoft.com/office/drawing/2014/main" id="{F449B01F-91F2-4166-B60C-BD1DEAEB7861}"/>
              </a:ext>
            </a:extLst>
          </p:cNvPr>
          <p:cNvCxnSpPr/>
          <p:nvPr userDrawn="1"/>
        </p:nvCxnSpPr>
        <p:spPr>
          <a:xfrm>
            <a:off x="7113396" y="976200"/>
            <a:ext cx="0" cy="5024233"/>
          </a:xfrm>
          <a:prstGeom prst="line">
            <a:avLst/>
          </a:prstGeom>
          <a:ln w="31750">
            <a:solidFill>
              <a:srgbClr val="E33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el 1">
            <a:extLst>
              <a:ext uri="{FF2B5EF4-FFF2-40B4-BE49-F238E27FC236}">
                <a16:creationId xmlns:a16="http://schemas.microsoft.com/office/drawing/2014/main" id="{520C4BD2-C00A-47E8-9BCC-8E77352B03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31935" y="976200"/>
            <a:ext cx="4322740" cy="564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400">
                <a:solidFill>
                  <a:srgbClr val="505056"/>
                </a:solidFill>
                <a:latin typeface="Lato Black" panose="020F0A0202020403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3" name="Untertitel 2">
            <a:extLst>
              <a:ext uri="{FF2B5EF4-FFF2-40B4-BE49-F238E27FC236}">
                <a16:creationId xmlns:a16="http://schemas.microsoft.com/office/drawing/2014/main" id="{96A138EF-1A4E-487B-B85D-2E96111736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40435" y="1517094"/>
            <a:ext cx="4230786" cy="30118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rgbClr val="FF0000"/>
                </a:solidFill>
                <a:latin typeface="Lato Black" panose="020F0A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971688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Diagramm_halbe_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rafik 104">
            <a:extLst>
              <a:ext uri="{FF2B5EF4-FFF2-40B4-BE49-F238E27FC236}">
                <a16:creationId xmlns:a16="http://schemas.microsoft.com/office/drawing/2014/main" id="{D93069A0-9398-49C0-BE18-4C9571BFF593}"/>
              </a:ext>
            </a:extLst>
          </p:cNvPr>
          <p:cNvSpPr/>
          <p:nvPr/>
        </p:nvSpPr>
        <p:spPr>
          <a:xfrm>
            <a:off x="987972" y="1837090"/>
            <a:ext cx="9680028" cy="4712563"/>
          </a:xfrm>
          <a:custGeom>
            <a:avLst/>
            <a:gdLst>
              <a:gd name="connsiteX0" fmla="*/ 8071343 w 8390956"/>
              <a:gd name="connsiteY0" fmla="*/ 253113 h 4084999"/>
              <a:gd name="connsiteX1" fmla="*/ 6700592 w 8390956"/>
              <a:gd name="connsiteY1" fmla="*/ 318393 h 4084999"/>
              <a:gd name="connsiteX2" fmla="*/ 6461024 w 8390956"/>
              <a:gd name="connsiteY2" fmla="*/ 1128100 h 4084999"/>
              <a:gd name="connsiteX3" fmla="*/ 6208467 w 8390956"/>
              <a:gd name="connsiteY3" fmla="*/ 1889785 h 4084999"/>
              <a:gd name="connsiteX4" fmla="*/ 6189070 w 8390956"/>
              <a:gd name="connsiteY4" fmla="*/ 1909984 h 4084999"/>
              <a:gd name="connsiteX5" fmla="*/ 5423238 w 8390956"/>
              <a:gd name="connsiteY5" fmla="*/ 2155050 h 4084999"/>
              <a:gd name="connsiteX6" fmla="*/ 5115568 w 8390956"/>
              <a:gd name="connsiteY6" fmla="*/ 2157458 h 4084999"/>
              <a:gd name="connsiteX7" fmla="*/ 4353081 w 8390956"/>
              <a:gd name="connsiteY7" fmla="*/ 1919883 h 4084999"/>
              <a:gd name="connsiteX8" fmla="*/ 4323117 w 8390956"/>
              <a:gd name="connsiteY8" fmla="*/ 1890053 h 4084999"/>
              <a:gd name="connsiteX9" fmla="*/ 4070559 w 8390956"/>
              <a:gd name="connsiteY9" fmla="*/ 1127566 h 4084999"/>
              <a:gd name="connsiteX10" fmla="*/ 3270282 w 8390956"/>
              <a:gd name="connsiteY10" fmla="*/ 12769 h 4084999"/>
              <a:gd name="connsiteX11" fmla="*/ 2155486 w 8390956"/>
              <a:gd name="connsiteY11" fmla="*/ 813046 h 4084999"/>
              <a:gd name="connsiteX12" fmla="*/ 2153105 w 8390956"/>
              <a:gd name="connsiteY12" fmla="*/ 1112316 h 4084999"/>
              <a:gd name="connsiteX13" fmla="*/ 1914593 w 8390956"/>
              <a:gd name="connsiteY13" fmla="*/ 1850055 h 4084999"/>
              <a:gd name="connsiteX14" fmla="*/ 1849447 w 8390956"/>
              <a:gd name="connsiteY14" fmla="*/ 1915335 h 4084999"/>
              <a:gd name="connsiteX15" fmla="*/ 1111708 w 8390956"/>
              <a:gd name="connsiteY15" fmla="*/ 2153713 h 4084999"/>
              <a:gd name="connsiteX16" fmla="*/ 10275 w 8390956"/>
              <a:gd name="connsiteY16" fmla="*/ 2972918 h 4084999"/>
              <a:gd name="connsiteX17" fmla="*/ 829467 w 8390956"/>
              <a:gd name="connsiteY17" fmla="*/ 4074351 h 4084999"/>
              <a:gd name="connsiteX18" fmla="*/ 1930913 w 8390956"/>
              <a:gd name="connsiteY18" fmla="*/ 3255146 h 4084999"/>
              <a:gd name="connsiteX19" fmla="*/ 1926900 w 8390956"/>
              <a:gd name="connsiteY19" fmla="*/ 2947903 h 4084999"/>
              <a:gd name="connsiteX20" fmla="*/ 2175043 w 8390956"/>
              <a:gd name="connsiteY20" fmla="*/ 2188359 h 4084999"/>
              <a:gd name="connsiteX21" fmla="*/ 2181999 w 8390956"/>
              <a:gd name="connsiteY21" fmla="*/ 2181537 h 4084999"/>
              <a:gd name="connsiteX22" fmla="*/ 2951710 w 8390956"/>
              <a:gd name="connsiteY22" fmla="*/ 1928177 h 4084999"/>
              <a:gd name="connsiteX23" fmla="*/ 3254966 w 8390956"/>
              <a:gd name="connsiteY23" fmla="*/ 1931120 h 4084999"/>
              <a:gd name="connsiteX24" fmla="*/ 4009293 w 8390956"/>
              <a:gd name="connsiteY24" fmla="*/ 2174313 h 4084999"/>
              <a:gd name="connsiteX25" fmla="*/ 4076178 w 8390956"/>
              <a:gd name="connsiteY25" fmla="*/ 2241198 h 4084999"/>
              <a:gd name="connsiteX26" fmla="*/ 4316294 w 8390956"/>
              <a:gd name="connsiteY26" fmla="*/ 2976931 h 4084999"/>
              <a:gd name="connsiteX27" fmla="*/ 5139807 w 8390956"/>
              <a:gd name="connsiteY27" fmla="*/ 4074685 h 4084999"/>
              <a:gd name="connsiteX28" fmla="*/ 6237548 w 8390956"/>
              <a:gd name="connsiteY28" fmla="*/ 3251172 h 4084999"/>
              <a:gd name="connsiteX29" fmla="*/ 6235755 w 8390956"/>
              <a:gd name="connsiteY29" fmla="*/ 2964892 h 4084999"/>
              <a:gd name="connsiteX30" fmla="*/ 6490854 w 8390956"/>
              <a:gd name="connsiteY30" fmla="*/ 2205749 h 4084999"/>
              <a:gd name="connsiteX31" fmla="*/ 6517608 w 8390956"/>
              <a:gd name="connsiteY31" fmla="*/ 2178995 h 4084999"/>
              <a:gd name="connsiteX32" fmla="*/ 7267521 w 8390956"/>
              <a:gd name="connsiteY32" fmla="*/ 1928311 h 4084999"/>
              <a:gd name="connsiteX33" fmla="*/ 8378652 w 8390956"/>
              <a:gd name="connsiteY33" fmla="*/ 1122951 h 4084999"/>
              <a:gd name="connsiteX34" fmla="*/ 8072547 w 8390956"/>
              <a:gd name="connsiteY34" fmla="*/ 251508 h 4084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8390956" h="4084999">
                <a:moveTo>
                  <a:pt x="8071343" y="253113"/>
                </a:moveTo>
                <a:cubicBezTo>
                  <a:pt x="7674796" y="-107383"/>
                  <a:pt x="7061088" y="-78154"/>
                  <a:pt x="6700592" y="318393"/>
                </a:cubicBezTo>
                <a:cubicBezTo>
                  <a:pt x="6501329" y="537588"/>
                  <a:pt x="6413107" y="835774"/>
                  <a:pt x="6461024" y="1128100"/>
                </a:cubicBezTo>
                <a:cubicBezTo>
                  <a:pt x="6506238" y="1406877"/>
                  <a:pt x="6408319" y="1689933"/>
                  <a:pt x="6208467" y="1889785"/>
                </a:cubicBezTo>
                <a:lnTo>
                  <a:pt x="6189070" y="1909984"/>
                </a:lnTo>
                <a:cubicBezTo>
                  <a:pt x="5988415" y="2110639"/>
                  <a:pt x="5703887" y="2197455"/>
                  <a:pt x="5423238" y="2155050"/>
                </a:cubicBezTo>
                <a:cubicBezTo>
                  <a:pt x="5321199" y="2139547"/>
                  <a:pt x="5217354" y="2140349"/>
                  <a:pt x="5115568" y="2157458"/>
                </a:cubicBezTo>
                <a:cubicBezTo>
                  <a:pt x="4837060" y="2204010"/>
                  <a:pt x="4552666" y="2119602"/>
                  <a:pt x="4353081" y="1919883"/>
                </a:cubicBezTo>
                <a:lnTo>
                  <a:pt x="4323117" y="1890053"/>
                </a:lnTo>
                <a:cubicBezTo>
                  <a:pt x="4123398" y="1690201"/>
                  <a:pt x="4025479" y="1407010"/>
                  <a:pt x="4070559" y="1127566"/>
                </a:cubicBezTo>
                <a:cubicBezTo>
                  <a:pt x="4157416" y="598734"/>
                  <a:pt x="3799114" y="99626"/>
                  <a:pt x="3270282" y="12769"/>
                </a:cubicBezTo>
                <a:cubicBezTo>
                  <a:pt x="2741451" y="-74088"/>
                  <a:pt x="2242342" y="284214"/>
                  <a:pt x="2155486" y="813046"/>
                </a:cubicBezTo>
                <a:cubicBezTo>
                  <a:pt x="2139220" y="912076"/>
                  <a:pt x="2138417" y="1013032"/>
                  <a:pt x="2153105" y="1112316"/>
                </a:cubicBezTo>
                <a:cubicBezTo>
                  <a:pt x="2192567" y="1382932"/>
                  <a:pt x="2108025" y="1656758"/>
                  <a:pt x="1914593" y="1850055"/>
                </a:cubicBezTo>
                <a:lnTo>
                  <a:pt x="1849447" y="1915335"/>
                </a:lnTo>
                <a:cubicBezTo>
                  <a:pt x="1655054" y="2106974"/>
                  <a:pt x="1381481" y="2195369"/>
                  <a:pt x="1111708" y="2153713"/>
                </a:cubicBezTo>
                <a:cubicBezTo>
                  <a:pt x="581338" y="2075779"/>
                  <a:pt x="88209" y="2442548"/>
                  <a:pt x="10275" y="2972918"/>
                </a:cubicBezTo>
                <a:cubicBezTo>
                  <a:pt x="-67673" y="3503288"/>
                  <a:pt x="299097" y="3996416"/>
                  <a:pt x="829467" y="4074351"/>
                </a:cubicBezTo>
                <a:cubicBezTo>
                  <a:pt x="1359837" y="4152285"/>
                  <a:pt x="1852979" y="3785515"/>
                  <a:pt x="1930913" y="3255146"/>
                </a:cubicBezTo>
                <a:cubicBezTo>
                  <a:pt x="1945895" y="3153173"/>
                  <a:pt x="1944544" y="3049461"/>
                  <a:pt x="1926900" y="2947903"/>
                </a:cubicBezTo>
                <a:cubicBezTo>
                  <a:pt x="1879144" y="2670331"/>
                  <a:pt x="1975993" y="2387542"/>
                  <a:pt x="2175043" y="2188359"/>
                </a:cubicBezTo>
                <a:lnTo>
                  <a:pt x="2181999" y="2181537"/>
                </a:lnTo>
                <a:cubicBezTo>
                  <a:pt x="2383858" y="1979678"/>
                  <a:pt x="2670258" y="1881224"/>
                  <a:pt x="2951710" y="1928177"/>
                </a:cubicBezTo>
                <a:cubicBezTo>
                  <a:pt x="3052024" y="1944938"/>
                  <a:pt x="3154344" y="1945941"/>
                  <a:pt x="3254966" y="1931120"/>
                </a:cubicBezTo>
                <a:cubicBezTo>
                  <a:pt x="3531601" y="1890989"/>
                  <a:pt x="3811581" y="1976602"/>
                  <a:pt x="4009293" y="2174313"/>
                </a:cubicBezTo>
                <a:lnTo>
                  <a:pt x="4076178" y="2241198"/>
                </a:lnTo>
                <a:cubicBezTo>
                  <a:pt x="4267428" y="2435057"/>
                  <a:pt x="4356358" y="2707573"/>
                  <a:pt x="4316294" y="2976931"/>
                </a:cubicBezTo>
                <a:cubicBezTo>
                  <a:pt x="4240567" y="3507475"/>
                  <a:pt x="4609263" y="3998945"/>
                  <a:pt x="5139807" y="4074685"/>
                </a:cubicBezTo>
                <a:cubicBezTo>
                  <a:pt x="5670338" y="4150412"/>
                  <a:pt x="6161821" y="3781716"/>
                  <a:pt x="6237548" y="3251172"/>
                </a:cubicBezTo>
                <a:cubicBezTo>
                  <a:pt x="6251112" y="3156183"/>
                  <a:pt x="6250511" y="3059708"/>
                  <a:pt x="6235755" y="2964892"/>
                </a:cubicBezTo>
                <a:cubicBezTo>
                  <a:pt x="6193083" y="2686384"/>
                  <a:pt x="6291671" y="2404932"/>
                  <a:pt x="6490854" y="2205749"/>
                </a:cubicBezTo>
                <a:lnTo>
                  <a:pt x="6517608" y="2178995"/>
                </a:lnTo>
                <a:cubicBezTo>
                  <a:pt x="6714250" y="1982354"/>
                  <a:pt x="6992758" y="1884702"/>
                  <a:pt x="7267521" y="1928311"/>
                </a:cubicBezTo>
                <a:cubicBezTo>
                  <a:pt x="7796741" y="2012746"/>
                  <a:pt x="8294216" y="1652183"/>
                  <a:pt x="8378652" y="1122951"/>
                </a:cubicBezTo>
                <a:cubicBezTo>
                  <a:pt x="8430274" y="799429"/>
                  <a:pt x="8315151" y="471693"/>
                  <a:pt x="8072547" y="251508"/>
                </a:cubicBezTo>
                <a:close/>
              </a:path>
            </a:pathLst>
          </a:custGeom>
          <a:solidFill>
            <a:schemeClr val="accent3"/>
          </a:solidFill>
          <a:ln w="13368" cap="flat">
            <a:noFill/>
            <a:prstDash val="solid"/>
            <a:miter/>
          </a:ln>
          <a:effectLst>
            <a:innerShdw blurRad="88900" dist="50800" dir="13500000">
              <a:prstClr val="black">
                <a:alpha val="50000"/>
              </a:prstClr>
            </a:innerShdw>
          </a:effectLst>
        </p:spPr>
        <p:txBody>
          <a:bodyPr rtlCol="0" anchor="ctr"/>
          <a:lstStyle/>
          <a:p>
            <a:endParaRPr lang="de-DE"/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F8D29575-42B6-4C11-A4EE-5E190C0028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8643" y="422201"/>
            <a:ext cx="11356035" cy="564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400">
                <a:solidFill>
                  <a:srgbClr val="505056"/>
                </a:solidFill>
                <a:latin typeface="Lato Black" panose="020F0A02020204030203" pitchFamily="34" charset="0"/>
              </a:defRPr>
            </a:lvl1pPr>
          </a:lstStyle>
          <a:p>
            <a:r>
              <a:rPr lang="de-DE"/>
              <a:t>Einbau Gasbrennwert</a:t>
            </a:r>
          </a:p>
        </p:txBody>
      </p:sp>
      <p:sp>
        <p:nvSpPr>
          <p:cNvPr id="18" name="Untertitel 2">
            <a:extLst>
              <a:ext uri="{FF2B5EF4-FFF2-40B4-BE49-F238E27FC236}">
                <a16:creationId xmlns:a16="http://schemas.microsoft.com/office/drawing/2014/main" id="{40C95EFA-C860-438B-B133-F19D60638A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7143" y="963095"/>
            <a:ext cx="4992061" cy="30118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rgbClr val="FF0000"/>
                </a:solidFill>
                <a:latin typeface="Lato Black" panose="020F0A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Welche Lösung bietet welche Möglichkeit?</a:t>
            </a:r>
          </a:p>
        </p:txBody>
      </p:sp>
      <p:sp>
        <p:nvSpPr>
          <p:cNvPr id="137" name="Textplatzhalter 2">
            <a:extLst>
              <a:ext uri="{FF2B5EF4-FFF2-40B4-BE49-F238E27FC236}">
                <a16:creationId xmlns:a16="http://schemas.microsoft.com/office/drawing/2014/main" id="{452D1AF1-5DAE-4138-9AD0-F086CF2AF7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7143" y="3306349"/>
            <a:ext cx="2768793" cy="79452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200">
                <a:solidFill>
                  <a:srgbClr val="505056"/>
                </a:solidFill>
                <a:latin typeface="+mn-lt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Einsparung: 15 – 20 %</a:t>
            </a:r>
          </a:p>
          <a:p>
            <a:pPr lvl="0"/>
            <a:r>
              <a:rPr lang="de-DE"/>
              <a:t>Investition: ca. 9.000,- €</a:t>
            </a:r>
          </a:p>
          <a:p>
            <a:pPr lvl="0"/>
            <a:endParaRPr lang="de-DE"/>
          </a:p>
        </p:txBody>
      </p:sp>
      <p:sp>
        <p:nvSpPr>
          <p:cNvPr id="138" name="Textplatzhalter 2">
            <a:extLst>
              <a:ext uri="{FF2B5EF4-FFF2-40B4-BE49-F238E27FC236}">
                <a16:creationId xmlns:a16="http://schemas.microsoft.com/office/drawing/2014/main" id="{E0976A3F-86AA-4B8C-BAED-CC385C351A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62333" y="4467362"/>
            <a:ext cx="2968934" cy="92127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ctr">
              <a:buNone/>
              <a:defRPr sz="1200">
                <a:solidFill>
                  <a:srgbClr val="505056"/>
                </a:solidFill>
                <a:latin typeface="+mn-lt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Einsparung: 20 – 25 %</a:t>
            </a:r>
          </a:p>
          <a:p>
            <a:pPr lvl="0"/>
            <a:r>
              <a:rPr lang="de-DE"/>
              <a:t>Investition: ca. 14.000 €</a:t>
            </a:r>
          </a:p>
          <a:p>
            <a:pPr lvl="0"/>
            <a:r>
              <a:rPr lang="de-DE"/>
              <a:t>BAFA Heizungs-optimierung</a:t>
            </a:r>
            <a:br>
              <a:rPr lang="de-DE"/>
            </a:br>
            <a:r>
              <a:rPr lang="de-DE"/>
              <a:t>ca. 2.500,- €</a:t>
            </a:r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60000F08-4D98-47F8-A713-8325F6550CD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605837" y="2635113"/>
            <a:ext cx="2968934" cy="121571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ctr">
              <a:buNone/>
              <a:defRPr sz="1200">
                <a:solidFill>
                  <a:srgbClr val="505056"/>
                </a:solidFill>
                <a:latin typeface="+mn-lt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Einsparung: 25 – 30 %</a:t>
            </a:r>
          </a:p>
          <a:p>
            <a:pPr lvl="0"/>
            <a:r>
              <a:rPr lang="de-DE"/>
              <a:t>Investition: ca. 19.000 €</a:t>
            </a:r>
          </a:p>
          <a:p>
            <a:pPr lvl="0"/>
            <a:r>
              <a:rPr lang="de-DE"/>
              <a:t>BAFA Förderung Erneuerbare</a:t>
            </a:r>
            <a:br>
              <a:rPr lang="de-DE"/>
            </a:br>
            <a:r>
              <a:rPr lang="de-DE"/>
              <a:t> Energien für Solarteil: ca. 4.500,- €</a:t>
            </a:r>
          </a:p>
          <a:p>
            <a:pPr lvl="0"/>
            <a:endParaRPr lang="de-DE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50CC2A87-C51C-440A-9923-04C7CAF3E06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85744" y="4384262"/>
            <a:ext cx="2968934" cy="108747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ctr">
              <a:buNone/>
              <a:defRPr sz="1200">
                <a:solidFill>
                  <a:srgbClr val="505056"/>
                </a:solidFill>
                <a:latin typeface="+mn-lt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Einsparung: 40 – 45 %</a:t>
            </a:r>
          </a:p>
          <a:p>
            <a:pPr lvl="0"/>
            <a:r>
              <a:rPr lang="de-DE"/>
              <a:t>Investition: ca. 28.000 €</a:t>
            </a:r>
          </a:p>
          <a:p>
            <a:pPr lvl="0"/>
            <a:r>
              <a:rPr lang="de-DE"/>
              <a:t>BAFA Förderung Erneuerbare Energien:</a:t>
            </a:r>
            <a:br>
              <a:rPr lang="de-DE"/>
            </a:br>
            <a:r>
              <a:rPr lang="de-DE"/>
              <a:t>ca. 8.400,- €</a:t>
            </a:r>
            <a:br>
              <a:rPr lang="de-DE"/>
            </a:br>
            <a:r>
              <a:rPr lang="de-DE"/>
              <a:t>(11.200,- € wenn zuvor Öl)</a:t>
            </a:r>
          </a:p>
        </p:txBody>
      </p:sp>
    </p:spTree>
    <p:extLst>
      <p:ext uri="{BB962C8B-B14F-4D97-AF65-F5344CB8AC3E}">
        <p14:creationId xmlns:p14="http://schemas.microsoft.com/office/powerpoint/2010/main" val="33943676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Diagramm_ganze_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el 1">
            <a:extLst>
              <a:ext uri="{FF2B5EF4-FFF2-40B4-BE49-F238E27FC236}">
                <a16:creationId xmlns:a16="http://schemas.microsoft.com/office/drawing/2014/main" id="{86959F60-1F06-4DFF-811D-84FA8234FC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643" y="422201"/>
            <a:ext cx="5100561" cy="564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400">
                <a:solidFill>
                  <a:srgbClr val="505056"/>
                </a:solidFill>
                <a:latin typeface="Lato Black" panose="020F0A0202020403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8" name="Untertitel 2">
            <a:extLst>
              <a:ext uri="{FF2B5EF4-FFF2-40B4-BE49-F238E27FC236}">
                <a16:creationId xmlns:a16="http://schemas.microsoft.com/office/drawing/2014/main" id="{464AC146-A0F3-43BB-971E-0B90E39942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7143" y="963095"/>
            <a:ext cx="4992061" cy="30118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rgbClr val="FF0000"/>
                </a:solidFill>
                <a:latin typeface="Lato Black" panose="020F0A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E496343F-D141-4E53-8462-EFBFFD3E6C39}"/>
              </a:ext>
            </a:extLst>
          </p:cNvPr>
          <p:cNvSpPr/>
          <p:nvPr userDrawn="1"/>
        </p:nvSpPr>
        <p:spPr>
          <a:xfrm>
            <a:off x="4094921" y="2354469"/>
            <a:ext cx="2734365" cy="2734365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A299F4AE-8435-4555-B01F-0C2ADE27FFAB}"/>
              </a:ext>
            </a:extLst>
          </p:cNvPr>
          <p:cNvGrpSpPr/>
          <p:nvPr userDrawn="1"/>
        </p:nvGrpSpPr>
        <p:grpSpPr>
          <a:xfrm>
            <a:off x="5294158" y="2153621"/>
            <a:ext cx="386850" cy="386850"/>
            <a:chOff x="5189382" y="2145195"/>
            <a:chExt cx="386850" cy="386850"/>
          </a:xfrm>
        </p:grpSpPr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C1DF1170-D1A7-4911-BB13-1A1E338623FE}"/>
                </a:ext>
              </a:extLst>
            </p:cNvPr>
            <p:cNvSpPr/>
            <p:nvPr/>
          </p:nvSpPr>
          <p:spPr>
            <a:xfrm rot="20794802">
              <a:off x="5189382" y="2145195"/>
              <a:ext cx="386850" cy="386850"/>
            </a:xfrm>
            <a:custGeom>
              <a:avLst/>
              <a:gdLst>
                <a:gd name="connsiteX0" fmla="*/ 385931 w 386850"/>
                <a:gd name="connsiteY0" fmla="*/ 193191 h 386850"/>
                <a:gd name="connsiteX1" fmla="*/ 192505 w 386850"/>
                <a:gd name="connsiteY1" fmla="*/ 386616 h 386850"/>
                <a:gd name="connsiteX2" fmla="*/ -920 w 386850"/>
                <a:gd name="connsiteY2" fmla="*/ 193191 h 386850"/>
                <a:gd name="connsiteX3" fmla="*/ 192505 w 386850"/>
                <a:gd name="connsiteY3" fmla="*/ -235 h 386850"/>
                <a:gd name="connsiteX4" fmla="*/ 385931 w 386850"/>
                <a:gd name="connsiteY4" fmla="*/ 193191 h 38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850" h="386850">
                  <a:moveTo>
                    <a:pt x="385931" y="193191"/>
                  </a:moveTo>
                  <a:cubicBezTo>
                    <a:pt x="385931" y="300017"/>
                    <a:pt x="299331" y="386616"/>
                    <a:pt x="192505" y="386616"/>
                  </a:cubicBezTo>
                  <a:cubicBezTo>
                    <a:pt x="85680" y="386616"/>
                    <a:pt x="-920" y="300017"/>
                    <a:pt x="-920" y="193191"/>
                  </a:cubicBezTo>
                  <a:cubicBezTo>
                    <a:pt x="-920" y="86365"/>
                    <a:pt x="85680" y="-235"/>
                    <a:pt x="192505" y="-235"/>
                  </a:cubicBezTo>
                  <a:cubicBezTo>
                    <a:pt x="299331" y="-235"/>
                    <a:pt x="385931" y="86365"/>
                    <a:pt x="385931" y="193191"/>
                  </a:cubicBezTo>
                  <a:close/>
                </a:path>
              </a:pathLst>
            </a:custGeom>
            <a:solidFill>
              <a:srgbClr val="FFFFFF"/>
            </a:solidFill>
            <a:ln w="51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60862AB1-0A4A-47A5-8791-369F42AB9329}"/>
                </a:ext>
              </a:extLst>
            </p:cNvPr>
            <p:cNvSpPr/>
            <p:nvPr/>
          </p:nvSpPr>
          <p:spPr>
            <a:xfrm>
              <a:off x="5211396" y="2166845"/>
              <a:ext cx="342847" cy="342847"/>
            </a:xfrm>
            <a:custGeom>
              <a:avLst/>
              <a:gdLst>
                <a:gd name="connsiteX0" fmla="*/ 342848 w 342847"/>
                <a:gd name="connsiteY0" fmla="*/ 171424 h 342847"/>
                <a:gd name="connsiteX1" fmla="*/ 171424 w 342847"/>
                <a:gd name="connsiteY1" fmla="*/ 342848 h 342847"/>
                <a:gd name="connsiteX2" fmla="*/ 0 w 342847"/>
                <a:gd name="connsiteY2" fmla="*/ 171424 h 342847"/>
                <a:gd name="connsiteX3" fmla="*/ 171424 w 342847"/>
                <a:gd name="connsiteY3" fmla="*/ 0 h 342847"/>
                <a:gd name="connsiteX4" fmla="*/ 342848 w 342847"/>
                <a:gd name="connsiteY4" fmla="*/ 171424 h 342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847" h="342847">
                  <a:moveTo>
                    <a:pt x="342848" y="171424"/>
                  </a:moveTo>
                  <a:cubicBezTo>
                    <a:pt x="342848" y="266099"/>
                    <a:pt x="266099" y="342848"/>
                    <a:pt x="171424" y="342848"/>
                  </a:cubicBezTo>
                  <a:cubicBezTo>
                    <a:pt x="76749" y="342848"/>
                    <a:pt x="0" y="266099"/>
                    <a:pt x="0" y="171424"/>
                  </a:cubicBezTo>
                  <a:cubicBezTo>
                    <a:pt x="0" y="76749"/>
                    <a:pt x="76749" y="0"/>
                    <a:pt x="171424" y="0"/>
                  </a:cubicBezTo>
                  <a:cubicBezTo>
                    <a:pt x="266099" y="0"/>
                    <a:pt x="342848" y="76749"/>
                    <a:pt x="342848" y="171424"/>
                  </a:cubicBezTo>
                  <a:close/>
                </a:path>
              </a:pathLst>
            </a:custGeom>
            <a:solidFill>
              <a:srgbClr val="EAE9EB"/>
            </a:solidFill>
            <a:ln w="51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FA295A53-83B5-4CBF-803D-38FC7C5F5998}"/>
                </a:ext>
              </a:extLst>
            </p:cNvPr>
            <p:cNvSpPr/>
            <p:nvPr/>
          </p:nvSpPr>
          <p:spPr>
            <a:xfrm>
              <a:off x="5210965" y="2166730"/>
              <a:ext cx="339159" cy="330136"/>
            </a:xfrm>
            <a:custGeom>
              <a:avLst/>
              <a:gdLst>
                <a:gd name="connsiteX0" fmla="*/ 5767 w 339159"/>
                <a:gd name="connsiteY0" fmla="*/ 218227 h 330136"/>
                <a:gd name="connsiteX1" fmla="*/ 123105 w 339159"/>
                <a:gd name="connsiteY1" fmla="*/ 6423 h 330136"/>
                <a:gd name="connsiteX2" fmla="*/ 314153 w 339159"/>
                <a:gd name="connsiteY2" fmla="*/ 78084 h 330136"/>
                <a:gd name="connsiteX3" fmla="*/ 338240 w 339159"/>
                <a:gd name="connsiteY3" fmla="*/ 135174 h 330136"/>
                <a:gd name="connsiteX4" fmla="*/ 320983 w 339159"/>
                <a:gd name="connsiteY4" fmla="*/ 135174 h 330136"/>
                <a:gd name="connsiteX5" fmla="*/ 300128 w 339159"/>
                <a:gd name="connsiteY5" fmla="*/ 82151 h 330136"/>
                <a:gd name="connsiteX6" fmla="*/ 93773 w 339159"/>
                <a:gd name="connsiteY6" fmla="*/ 35614 h 330136"/>
                <a:gd name="connsiteX7" fmla="*/ 29802 w 339159"/>
                <a:gd name="connsiteY7" fmla="*/ 202951 h 330136"/>
                <a:gd name="connsiteX8" fmla="*/ 119007 w 339159"/>
                <a:gd name="connsiteY8" fmla="*/ 300706 h 330136"/>
                <a:gd name="connsiteX9" fmla="*/ 107433 w 339159"/>
                <a:gd name="connsiteY9" fmla="*/ 329902 h 330136"/>
                <a:gd name="connsiteX10" fmla="*/ 5871 w 339159"/>
                <a:gd name="connsiteY10" fmla="*/ 218227 h 33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39159" h="330136">
                  <a:moveTo>
                    <a:pt x="5767" y="218227"/>
                  </a:moveTo>
                  <a:cubicBezTo>
                    <a:pt x="-20316" y="127338"/>
                    <a:pt x="32216" y="32507"/>
                    <a:pt x="123105" y="6423"/>
                  </a:cubicBezTo>
                  <a:cubicBezTo>
                    <a:pt x="195621" y="-14390"/>
                    <a:pt x="273216" y="14713"/>
                    <a:pt x="314153" y="78084"/>
                  </a:cubicBezTo>
                  <a:cubicBezTo>
                    <a:pt x="325508" y="95534"/>
                    <a:pt x="333662" y="114867"/>
                    <a:pt x="338240" y="135174"/>
                  </a:cubicBezTo>
                  <a:lnTo>
                    <a:pt x="320983" y="135174"/>
                  </a:lnTo>
                  <a:cubicBezTo>
                    <a:pt x="317432" y="116342"/>
                    <a:pt x="310358" y="98355"/>
                    <a:pt x="300128" y="82151"/>
                  </a:cubicBezTo>
                  <a:cubicBezTo>
                    <a:pt x="255995" y="12320"/>
                    <a:pt x="163610" y="-8519"/>
                    <a:pt x="93773" y="35614"/>
                  </a:cubicBezTo>
                  <a:cubicBezTo>
                    <a:pt x="37711" y="71046"/>
                    <a:pt x="11674" y="139157"/>
                    <a:pt x="29802" y="202951"/>
                  </a:cubicBezTo>
                  <a:cubicBezTo>
                    <a:pt x="42523" y="247741"/>
                    <a:pt x="75562" y="283950"/>
                    <a:pt x="119007" y="300706"/>
                  </a:cubicBezTo>
                  <a:lnTo>
                    <a:pt x="107433" y="329902"/>
                  </a:lnTo>
                  <a:cubicBezTo>
                    <a:pt x="58149" y="310362"/>
                    <a:pt x="20657" y="269138"/>
                    <a:pt x="5871" y="218227"/>
                  </a:cubicBezTo>
                </a:path>
              </a:pathLst>
            </a:custGeom>
            <a:solidFill>
              <a:srgbClr val="E4312F"/>
            </a:solidFill>
            <a:ln w="51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5113078A-16AC-4E92-8C6C-F2F628813E9C}"/>
                </a:ext>
              </a:extLst>
            </p:cNvPr>
            <p:cNvSpPr/>
            <p:nvPr/>
          </p:nvSpPr>
          <p:spPr>
            <a:xfrm>
              <a:off x="5303781" y="2257666"/>
              <a:ext cx="153489" cy="133260"/>
            </a:xfrm>
            <a:custGeom>
              <a:avLst/>
              <a:gdLst>
                <a:gd name="connsiteX0" fmla="*/ 76745 w 153489"/>
                <a:gd name="connsiteY0" fmla="*/ 0 h 133260"/>
                <a:gd name="connsiteX1" fmla="*/ 0 w 153489"/>
                <a:gd name="connsiteY1" fmla="*/ 44107 h 133260"/>
                <a:gd name="connsiteX2" fmla="*/ 0 w 153489"/>
                <a:gd name="connsiteY2" fmla="*/ 133260 h 133260"/>
                <a:gd name="connsiteX3" fmla="*/ 33263 w 153489"/>
                <a:gd name="connsiteY3" fmla="*/ 114648 h 133260"/>
                <a:gd name="connsiteX4" fmla="*/ 33263 w 153489"/>
                <a:gd name="connsiteY4" fmla="*/ 64284 h 133260"/>
                <a:gd name="connsiteX5" fmla="*/ 76745 w 153489"/>
                <a:gd name="connsiteY5" fmla="*/ 38841 h 133260"/>
                <a:gd name="connsiteX6" fmla="*/ 120226 w 153489"/>
                <a:gd name="connsiteY6" fmla="*/ 64284 h 133260"/>
                <a:gd name="connsiteX7" fmla="*/ 120226 w 153489"/>
                <a:gd name="connsiteY7" fmla="*/ 114648 h 133260"/>
                <a:gd name="connsiteX8" fmla="*/ 153489 w 153489"/>
                <a:gd name="connsiteY8" fmla="*/ 133260 h 133260"/>
                <a:gd name="connsiteX9" fmla="*/ 153489 w 153489"/>
                <a:gd name="connsiteY9" fmla="*/ 44107 h 133260"/>
                <a:gd name="connsiteX10" fmla="*/ 76745 w 153489"/>
                <a:gd name="connsiteY10" fmla="*/ 0 h 133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3489" h="133260">
                  <a:moveTo>
                    <a:pt x="76745" y="0"/>
                  </a:moveTo>
                  <a:lnTo>
                    <a:pt x="0" y="44107"/>
                  </a:lnTo>
                  <a:lnTo>
                    <a:pt x="0" y="133260"/>
                  </a:lnTo>
                  <a:lnTo>
                    <a:pt x="33263" y="114648"/>
                  </a:lnTo>
                  <a:lnTo>
                    <a:pt x="33263" y="64284"/>
                  </a:lnTo>
                  <a:lnTo>
                    <a:pt x="76745" y="38841"/>
                  </a:lnTo>
                  <a:lnTo>
                    <a:pt x="120226" y="64284"/>
                  </a:lnTo>
                  <a:lnTo>
                    <a:pt x="120226" y="114648"/>
                  </a:lnTo>
                  <a:lnTo>
                    <a:pt x="153489" y="133260"/>
                  </a:lnTo>
                  <a:lnTo>
                    <a:pt x="153489" y="44107"/>
                  </a:lnTo>
                  <a:lnTo>
                    <a:pt x="76745" y="0"/>
                  </a:lnTo>
                  <a:close/>
                </a:path>
              </a:pathLst>
            </a:custGeom>
            <a:solidFill>
              <a:srgbClr val="515157"/>
            </a:solidFill>
            <a:ln w="51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C24070C4-730E-41A4-A063-A11EEF22DFD4}"/>
                </a:ext>
              </a:extLst>
            </p:cNvPr>
            <p:cNvSpPr/>
            <p:nvPr/>
          </p:nvSpPr>
          <p:spPr>
            <a:xfrm>
              <a:off x="5370046" y="2335245"/>
              <a:ext cx="20854" cy="36860"/>
            </a:xfrm>
            <a:custGeom>
              <a:avLst/>
              <a:gdLst>
                <a:gd name="connsiteX0" fmla="*/ 19935 w 20854"/>
                <a:gd name="connsiteY0" fmla="*/ 5344 h 36860"/>
                <a:gd name="connsiteX1" fmla="*/ 9507 w 20854"/>
                <a:gd name="connsiteY1" fmla="*/ -235 h 36860"/>
                <a:gd name="connsiteX2" fmla="*/ -920 w 20854"/>
                <a:gd name="connsiteY2" fmla="*/ 5344 h 36860"/>
                <a:gd name="connsiteX3" fmla="*/ -920 w 20854"/>
                <a:gd name="connsiteY3" fmla="*/ 36626 h 36860"/>
                <a:gd name="connsiteX4" fmla="*/ 19935 w 20854"/>
                <a:gd name="connsiteY4" fmla="*/ 36626 h 36860"/>
                <a:gd name="connsiteX5" fmla="*/ 19935 w 20854"/>
                <a:gd name="connsiteY5" fmla="*/ 5344 h 3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854" h="36860">
                  <a:moveTo>
                    <a:pt x="19935" y="5344"/>
                  </a:moveTo>
                  <a:cubicBezTo>
                    <a:pt x="19935" y="5344"/>
                    <a:pt x="18735" y="-235"/>
                    <a:pt x="9507" y="-235"/>
                  </a:cubicBezTo>
                  <a:cubicBezTo>
                    <a:pt x="279" y="-235"/>
                    <a:pt x="-920" y="5344"/>
                    <a:pt x="-920" y="5344"/>
                  </a:cubicBezTo>
                  <a:lnTo>
                    <a:pt x="-920" y="36626"/>
                  </a:lnTo>
                  <a:lnTo>
                    <a:pt x="19935" y="36626"/>
                  </a:lnTo>
                  <a:lnTo>
                    <a:pt x="19935" y="5344"/>
                  </a:lnTo>
                  <a:close/>
                </a:path>
              </a:pathLst>
            </a:custGeom>
            <a:solidFill>
              <a:srgbClr val="E4312F"/>
            </a:solidFill>
            <a:ln w="51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2" name="Ellipse 11">
            <a:extLst>
              <a:ext uri="{FF2B5EF4-FFF2-40B4-BE49-F238E27FC236}">
                <a16:creationId xmlns:a16="http://schemas.microsoft.com/office/drawing/2014/main" id="{821B375C-6DBF-4DE4-98AA-B72937E67405}"/>
              </a:ext>
            </a:extLst>
          </p:cNvPr>
          <p:cNvSpPr/>
          <p:nvPr userDrawn="1"/>
        </p:nvSpPr>
        <p:spPr>
          <a:xfrm>
            <a:off x="4516018" y="2748545"/>
            <a:ext cx="1917608" cy="1917606"/>
          </a:xfrm>
          <a:prstGeom prst="ellipse">
            <a:avLst/>
          </a:prstGeom>
          <a:solidFill>
            <a:schemeClr val="bg1"/>
          </a:solidFill>
          <a:ln w="38100">
            <a:noFill/>
          </a:ln>
          <a:effectLst>
            <a:outerShdw blurRad="139700" dist="38100" dir="294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 descr="Ein Bild, das Text enthält.&#10;&#10;Automatisch generierte Beschreibung">
            <a:extLst>
              <a:ext uri="{FF2B5EF4-FFF2-40B4-BE49-F238E27FC236}">
                <a16:creationId xmlns:a16="http://schemas.microsoft.com/office/drawing/2014/main" id="{48DB9184-EA29-4DD4-A566-8BE40F984C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3406" y="2645962"/>
            <a:ext cx="1990220" cy="199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9212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Diagramm_ganze_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platzhalter 2">
            <a:extLst>
              <a:ext uri="{FF2B5EF4-FFF2-40B4-BE49-F238E27FC236}">
                <a16:creationId xmlns:a16="http://schemas.microsoft.com/office/drawing/2014/main" id="{2E440C60-0B26-4F4E-B135-5C115BD87560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6104861" y="1934936"/>
            <a:ext cx="5262282" cy="403315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6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20" name="Gerade Verbindung 11">
            <a:extLst>
              <a:ext uri="{FF2B5EF4-FFF2-40B4-BE49-F238E27FC236}">
                <a16:creationId xmlns:a16="http://schemas.microsoft.com/office/drawing/2014/main" id="{A27EEFBA-CA79-44A6-8757-AA580654C34E}"/>
              </a:ext>
            </a:extLst>
          </p:cNvPr>
          <p:cNvCxnSpPr/>
          <p:nvPr userDrawn="1"/>
        </p:nvCxnSpPr>
        <p:spPr>
          <a:xfrm>
            <a:off x="5233940" y="976200"/>
            <a:ext cx="0" cy="5024233"/>
          </a:xfrm>
          <a:prstGeom prst="line">
            <a:avLst/>
          </a:prstGeom>
          <a:ln w="31750">
            <a:solidFill>
              <a:srgbClr val="E33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platzhalter 2">
            <a:extLst>
              <a:ext uri="{FF2B5EF4-FFF2-40B4-BE49-F238E27FC236}">
                <a16:creationId xmlns:a16="http://schemas.microsoft.com/office/drawing/2014/main" id="{50C2C457-5374-4511-B956-07700CD6DF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4011" y="1934936"/>
            <a:ext cx="4075198" cy="403315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6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A5BA676D-60E2-7CB6-93E9-B9DEB63705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8644" y="976200"/>
            <a:ext cx="4110566" cy="564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400">
                <a:solidFill>
                  <a:srgbClr val="505056"/>
                </a:solidFill>
                <a:latin typeface="Lato Black" panose="020F0A02020204030203" pitchFamily="34" charset="0"/>
              </a:defRPr>
            </a:lvl1pPr>
          </a:lstStyle>
          <a:p>
            <a:r>
              <a:rPr lang="de-DE"/>
              <a:t>Einbau Gasbrennwert</a:t>
            </a:r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1058CAE5-3241-D98F-3F33-5F54D5DCEA0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7144" y="1517094"/>
            <a:ext cx="4002066" cy="30118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rgbClr val="FF0000"/>
                </a:solidFill>
                <a:latin typeface="Lato Black" panose="020F0A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Welche Lösung bietet welche Möglichkeit?</a:t>
            </a:r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938EECCD-2AFF-62C3-363A-670AA86E07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4861" y="972683"/>
            <a:ext cx="5262280" cy="5651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>
                <a:latin typeface="Lato Black" panose="020F0A02020204030203" pitchFamily="34" charset="0"/>
              </a:defRPr>
            </a:lvl1pPr>
          </a:lstStyle>
          <a:p>
            <a:pPr lvl="0"/>
            <a:r>
              <a:rPr lang="de-DE"/>
              <a:t>Einbau Gasbrennwert</a:t>
            </a:r>
          </a:p>
        </p:txBody>
      </p:sp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8BB0080C-DD93-9872-24B6-557437F6FA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12540" y="1517650"/>
            <a:ext cx="5154599" cy="3000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accent3"/>
                </a:solidFill>
                <a:latin typeface="Lato Black" panose="020F0A02020204030203" pitchFamily="34" charset="0"/>
              </a:defRPr>
            </a:lvl1pPr>
          </a:lstStyle>
          <a:p>
            <a:pPr lvl="0"/>
            <a:r>
              <a:rPr lang="de-DE"/>
              <a:t>Welche Lösung bietet welche Möglichkeit</a:t>
            </a:r>
          </a:p>
        </p:txBody>
      </p:sp>
    </p:spTree>
    <p:extLst>
      <p:ext uri="{BB962C8B-B14F-4D97-AF65-F5344CB8AC3E}">
        <p14:creationId xmlns:p14="http://schemas.microsoft.com/office/powerpoint/2010/main" val="11404276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Diagramm_ganze_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30BBC14E-7E2E-4E6E-A6DB-09773E7E37E5}"/>
              </a:ext>
            </a:extLst>
          </p:cNvPr>
          <p:cNvCxnSpPr/>
          <p:nvPr userDrawn="1"/>
        </p:nvCxnSpPr>
        <p:spPr>
          <a:xfrm>
            <a:off x="5786165" y="1807535"/>
            <a:ext cx="0" cy="3912781"/>
          </a:xfrm>
          <a:prstGeom prst="line">
            <a:avLst/>
          </a:prstGeom>
          <a:ln w="25400">
            <a:solidFill>
              <a:srgbClr val="E330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F455B821-E777-444F-892A-B858155A8133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398647" y="1934935"/>
            <a:ext cx="5100560" cy="40706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23" name="Bildplatzhalter 2">
            <a:extLst>
              <a:ext uri="{FF2B5EF4-FFF2-40B4-BE49-F238E27FC236}">
                <a16:creationId xmlns:a16="http://schemas.microsoft.com/office/drawing/2014/main" id="{4C244EAA-3568-4C00-AC8F-282D60FCF7AD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6095999" y="1934935"/>
            <a:ext cx="5658679" cy="40706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F294B05D-E0D0-CC35-2511-ED77D885F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8646" y="976200"/>
            <a:ext cx="5100559" cy="564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400">
                <a:solidFill>
                  <a:srgbClr val="505056"/>
                </a:solidFill>
                <a:latin typeface="Lato Black" panose="020F0A02020204030203" pitchFamily="34" charset="0"/>
              </a:defRPr>
            </a:lvl1pPr>
          </a:lstStyle>
          <a:p>
            <a:r>
              <a:rPr lang="de-DE"/>
              <a:t>Einbau Gasbrennwert</a:t>
            </a:r>
          </a:p>
        </p:txBody>
      </p:sp>
      <p:sp>
        <p:nvSpPr>
          <p:cNvPr id="18" name="Untertitel 2">
            <a:extLst>
              <a:ext uri="{FF2B5EF4-FFF2-40B4-BE49-F238E27FC236}">
                <a16:creationId xmlns:a16="http://schemas.microsoft.com/office/drawing/2014/main" id="{24E42B23-3754-A168-5195-3BD54570A8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7146" y="1517094"/>
            <a:ext cx="4992053" cy="30118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rgbClr val="FF0000"/>
                </a:solidFill>
                <a:latin typeface="Lato Black" panose="020F0A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Welche Lösung bietet welche Möglichkeit?</a:t>
            </a:r>
          </a:p>
        </p:txBody>
      </p:sp>
      <p:sp>
        <p:nvSpPr>
          <p:cNvPr id="21" name="Textplatzhalter 31">
            <a:extLst>
              <a:ext uri="{FF2B5EF4-FFF2-40B4-BE49-F238E27FC236}">
                <a16:creationId xmlns:a16="http://schemas.microsoft.com/office/drawing/2014/main" id="{35C6E53F-D107-5C7E-6862-4E6560FBAE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4860" y="972683"/>
            <a:ext cx="5649817" cy="5651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>
                <a:latin typeface="Lato Black" panose="020F0A02020204030203" pitchFamily="34" charset="0"/>
              </a:defRPr>
            </a:lvl1pPr>
          </a:lstStyle>
          <a:p>
            <a:pPr lvl="0"/>
            <a:r>
              <a:rPr lang="de-DE"/>
              <a:t>Einbau Gasbrennwert</a:t>
            </a:r>
          </a:p>
        </p:txBody>
      </p:sp>
      <p:sp>
        <p:nvSpPr>
          <p:cNvPr id="22" name="Textplatzhalter 33">
            <a:extLst>
              <a:ext uri="{FF2B5EF4-FFF2-40B4-BE49-F238E27FC236}">
                <a16:creationId xmlns:a16="http://schemas.microsoft.com/office/drawing/2014/main" id="{F2C1EDBA-AA20-2017-5FAF-045D14AC18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12540" y="1517650"/>
            <a:ext cx="5542138" cy="3000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accent3"/>
                </a:solidFill>
                <a:latin typeface="Lato Black" panose="020F0A02020204030203" pitchFamily="34" charset="0"/>
              </a:defRPr>
            </a:lvl1pPr>
          </a:lstStyle>
          <a:p>
            <a:pPr lvl="0"/>
            <a:r>
              <a:rPr lang="de-DE"/>
              <a:t>Welche Lösung bietet welche Möglichkeit</a:t>
            </a:r>
          </a:p>
        </p:txBody>
      </p:sp>
    </p:spTree>
    <p:extLst>
      <p:ext uri="{BB962C8B-B14F-4D97-AF65-F5344CB8AC3E}">
        <p14:creationId xmlns:p14="http://schemas.microsoft.com/office/powerpoint/2010/main" val="17327589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Diagramm_ganze_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30BBC14E-7E2E-4E6E-A6DB-09773E7E37E5}"/>
              </a:ext>
            </a:extLst>
          </p:cNvPr>
          <p:cNvCxnSpPr>
            <a:cxnSpLocks/>
          </p:cNvCxnSpPr>
          <p:nvPr userDrawn="1"/>
        </p:nvCxnSpPr>
        <p:spPr>
          <a:xfrm>
            <a:off x="5582093" y="1807535"/>
            <a:ext cx="0" cy="1944252"/>
          </a:xfrm>
          <a:prstGeom prst="line">
            <a:avLst/>
          </a:prstGeom>
          <a:ln w="25400">
            <a:solidFill>
              <a:srgbClr val="E330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EBFADD46-6F98-4F7A-846A-1CCCB4ADF8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04861" y="1934937"/>
            <a:ext cx="5262282" cy="149406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6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7A286EBB-DB7A-41F0-B9F1-4C5BC35AA9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010" y="1934937"/>
            <a:ext cx="4625311" cy="149406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6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platzhalter 31">
            <a:extLst>
              <a:ext uri="{FF2B5EF4-FFF2-40B4-BE49-F238E27FC236}">
                <a16:creationId xmlns:a16="http://schemas.microsoft.com/office/drawing/2014/main" id="{88BEB031-2C33-31F6-A93A-1B80D9D905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04861" y="972683"/>
            <a:ext cx="5262280" cy="5651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>
                <a:latin typeface="Lato Black" panose="020F0A02020204030203" pitchFamily="34" charset="0"/>
              </a:defRPr>
            </a:lvl1pPr>
          </a:lstStyle>
          <a:p>
            <a:pPr lvl="0"/>
            <a:r>
              <a:rPr lang="de-DE"/>
              <a:t>Einbau Gasbrennwert</a:t>
            </a:r>
          </a:p>
        </p:txBody>
      </p:sp>
      <p:sp>
        <p:nvSpPr>
          <p:cNvPr id="13" name="Textplatzhalter 33">
            <a:extLst>
              <a:ext uri="{FF2B5EF4-FFF2-40B4-BE49-F238E27FC236}">
                <a16:creationId xmlns:a16="http://schemas.microsoft.com/office/drawing/2014/main" id="{55E135C0-B3BB-704A-5F74-BEE76BBBB2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12540" y="1517650"/>
            <a:ext cx="5154599" cy="3000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accent3"/>
                </a:solidFill>
                <a:latin typeface="Lato Black" panose="020F0A02020204030203" pitchFamily="34" charset="0"/>
              </a:defRPr>
            </a:lvl1pPr>
          </a:lstStyle>
          <a:p>
            <a:pPr lvl="0"/>
            <a:r>
              <a:rPr lang="de-DE"/>
              <a:t>Welche Lösung bietet welche Möglichkeit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D9CCA04B-B046-7F75-73DC-A0DE5A70C6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8643" y="976200"/>
            <a:ext cx="4660677" cy="564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400">
                <a:solidFill>
                  <a:srgbClr val="505056"/>
                </a:solidFill>
                <a:latin typeface="Lato Black" panose="020F0A02020204030203" pitchFamily="34" charset="0"/>
              </a:defRPr>
            </a:lvl1pPr>
          </a:lstStyle>
          <a:p>
            <a:r>
              <a:rPr lang="de-DE"/>
              <a:t>Einbau Gasbrennwert</a:t>
            </a:r>
          </a:p>
        </p:txBody>
      </p:sp>
      <p:sp>
        <p:nvSpPr>
          <p:cNvPr id="19" name="Untertitel 2">
            <a:extLst>
              <a:ext uri="{FF2B5EF4-FFF2-40B4-BE49-F238E27FC236}">
                <a16:creationId xmlns:a16="http://schemas.microsoft.com/office/drawing/2014/main" id="{34F056E7-C18B-568F-CCC6-0272788A3B7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7143" y="1517094"/>
            <a:ext cx="4552176" cy="30118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rgbClr val="FF0000"/>
                </a:solidFill>
                <a:latin typeface="Lato Black" panose="020F0A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Welche Lösung bietet welche Möglichkeit?</a:t>
            </a:r>
          </a:p>
        </p:txBody>
      </p:sp>
    </p:spTree>
    <p:extLst>
      <p:ext uri="{BB962C8B-B14F-4D97-AF65-F5344CB8AC3E}">
        <p14:creationId xmlns:p14="http://schemas.microsoft.com/office/powerpoint/2010/main" val="73477177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Diagramm_ganze_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30BBC14E-7E2E-4E6E-A6DB-09773E7E37E5}"/>
              </a:ext>
            </a:extLst>
          </p:cNvPr>
          <p:cNvCxnSpPr/>
          <p:nvPr userDrawn="1"/>
        </p:nvCxnSpPr>
        <p:spPr>
          <a:xfrm>
            <a:off x="5789428" y="1807535"/>
            <a:ext cx="0" cy="3912781"/>
          </a:xfrm>
          <a:prstGeom prst="line">
            <a:avLst/>
          </a:prstGeom>
          <a:ln w="25400">
            <a:solidFill>
              <a:srgbClr val="E330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EBFADD46-6F98-4F7A-846A-1CCCB4ADF8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04860" y="4191326"/>
            <a:ext cx="5649817" cy="177676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6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7A286EBB-DB7A-41F0-B9F1-4C5BC35AA9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011" y="4191326"/>
            <a:ext cx="5065196" cy="177676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6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Bildplatzhalter 2">
            <a:extLst>
              <a:ext uri="{FF2B5EF4-FFF2-40B4-BE49-F238E27FC236}">
                <a16:creationId xmlns:a16="http://schemas.microsoft.com/office/drawing/2014/main" id="{19293B67-3BED-4BEF-A0E9-D92D05F8D464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398647" y="1934935"/>
            <a:ext cx="5100560" cy="1978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20" name="Bildplatzhalter 2">
            <a:extLst>
              <a:ext uri="{FF2B5EF4-FFF2-40B4-BE49-F238E27FC236}">
                <a16:creationId xmlns:a16="http://schemas.microsoft.com/office/drawing/2014/main" id="{4BB3A80D-23F5-4B70-A554-9560BAC5176E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6095999" y="1934935"/>
            <a:ext cx="5658679" cy="1978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23" name="Textplatzhalter 31">
            <a:extLst>
              <a:ext uri="{FF2B5EF4-FFF2-40B4-BE49-F238E27FC236}">
                <a16:creationId xmlns:a16="http://schemas.microsoft.com/office/drawing/2014/main" id="{07DCBCE0-F332-19F0-80A9-2F39D66536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04861" y="972683"/>
            <a:ext cx="5262280" cy="5651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>
                <a:latin typeface="Lato Black" panose="020F0A02020204030203" pitchFamily="34" charset="0"/>
              </a:defRPr>
            </a:lvl1pPr>
          </a:lstStyle>
          <a:p>
            <a:pPr lvl="0"/>
            <a:r>
              <a:rPr lang="de-DE"/>
              <a:t>Einbau Gasbrennwert</a:t>
            </a:r>
          </a:p>
        </p:txBody>
      </p:sp>
      <p:sp>
        <p:nvSpPr>
          <p:cNvPr id="24" name="Textplatzhalter 33">
            <a:extLst>
              <a:ext uri="{FF2B5EF4-FFF2-40B4-BE49-F238E27FC236}">
                <a16:creationId xmlns:a16="http://schemas.microsoft.com/office/drawing/2014/main" id="{D7A3C222-6862-1AAE-7A1E-4A87C8B5A8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12540" y="1517650"/>
            <a:ext cx="5154599" cy="3000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accent3"/>
                </a:solidFill>
                <a:latin typeface="Lato Black" panose="020F0A02020204030203" pitchFamily="34" charset="0"/>
              </a:defRPr>
            </a:lvl1pPr>
          </a:lstStyle>
          <a:p>
            <a:pPr lvl="0"/>
            <a:r>
              <a:rPr lang="de-DE"/>
              <a:t>Welche Lösung bietet welche Möglichkeit</a:t>
            </a:r>
          </a:p>
        </p:txBody>
      </p:sp>
      <p:sp>
        <p:nvSpPr>
          <p:cNvPr id="25" name="Titel 1">
            <a:extLst>
              <a:ext uri="{FF2B5EF4-FFF2-40B4-BE49-F238E27FC236}">
                <a16:creationId xmlns:a16="http://schemas.microsoft.com/office/drawing/2014/main" id="{F91BED4B-504A-8817-AAF4-4920C32B1F1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8643" y="976200"/>
            <a:ext cx="4660677" cy="564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400">
                <a:solidFill>
                  <a:srgbClr val="505056"/>
                </a:solidFill>
                <a:latin typeface="Lato Black" panose="020F0A02020204030203" pitchFamily="34" charset="0"/>
              </a:defRPr>
            </a:lvl1pPr>
          </a:lstStyle>
          <a:p>
            <a:r>
              <a:rPr lang="de-DE"/>
              <a:t>Einbau Gasbrennwert</a:t>
            </a:r>
          </a:p>
        </p:txBody>
      </p:sp>
      <p:sp>
        <p:nvSpPr>
          <p:cNvPr id="26" name="Untertitel 2">
            <a:extLst>
              <a:ext uri="{FF2B5EF4-FFF2-40B4-BE49-F238E27FC236}">
                <a16:creationId xmlns:a16="http://schemas.microsoft.com/office/drawing/2014/main" id="{8F8D54CC-6D9D-0B77-B4C8-F32768E626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7143" y="1517094"/>
            <a:ext cx="4552176" cy="30118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rgbClr val="FF0000"/>
                </a:solidFill>
                <a:latin typeface="Lato Black" panose="020F0A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Welche Lösung bietet welche Möglichkeit?</a:t>
            </a:r>
          </a:p>
        </p:txBody>
      </p:sp>
    </p:spTree>
    <p:extLst>
      <p:ext uri="{BB962C8B-B14F-4D97-AF65-F5344CB8AC3E}">
        <p14:creationId xmlns:p14="http://schemas.microsoft.com/office/powerpoint/2010/main" val="398509983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Diagramm_ganze_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30BBC14E-7E2E-4E6E-A6DB-09773E7E37E5}"/>
              </a:ext>
            </a:extLst>
          </p:cNvPr>
          <p:cNvCxnSpPr/>
          <p:nvPr userDrawn="1"/>
        </p:nvCxnSpPr>
        <p:spPr>
          <a:xfrm>
            <a:off x="5789428" y="1807535"/>
            <a:ext cx="0" cy="3912781"/>
          </a:xfrm>
          <a:prstGeom prst="line">
            <a:avLst/>
          </a:prstGeom>
          <a:ln w="25400">
            <a:solidFill>
              <a:srgbClr val="E330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EBFADD46-6F98-4F7A-846A-1CCCB4ADF8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04860" y="4191326"/>
            <a:ext cx="5649817" cy="177676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6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7A286EBB-DB7A-41F0-B9F1-4C5BC35AA9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011" y="4191326"/>
            <a:ext cx="5065196" cy="177676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6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Bildplatzhalter 2">
            <a:extLst>
              <a:ext uri="{FF2B5EF4-FFF2-40B4-BE49-F238E27FC236}">
                <a16:creationId xmlns:a16="http://schemas.microsoft.com/office/drawing/2014/main" id="{19293B67-3BED-4BEF-A0E9-D92D05F8D464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398647" y="1934935"/>
            <a:ext cx="5100560" cy="1978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20" name="Bildplatzhalter 2">
            <a:extLst>
              <a:ext uri="{FF2B5EF4-FFF2-40B4-BE49-F238E27FC236}">
                <a16:creationId xmlns:a16="http://schemas.microsoft.com/office/drawing/2014/main" id="{4BB3A80D-23F5-4B70-A554-9560BAC5176E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6095999" y="1934935"/>
            <a:ext cx="5658679" cy="1978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21DD8DA9-AD81-FFE5-8F40-BAA13B476B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645" y="947505"/>
            <a:ext cx="11364889" cy="564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400">
                <a:solidFill>
                  <a:srgbClr val="505056"/>
                </a:solidFill>
                <a:latin typeface="Lato Black" panose="020F0A0202020403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21" name="Textplatzhalter 33">
            <a:extLst>
              <a:ext uri="{FF2B5EF4-FFF2-40B4-BE49-F238E27FC236}">
                <a16:creationId xmlns:a16="http://schemas.microsoft.com/office/drawing/2014/main" id="{D22074DC-AFA2-987B-A5B5-D763B957F6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999" y="1517650"/>
            <a:ext cx="5667531" cy="3000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accent3"/>
                </a:solidFill>
                <a:latin typeface="Lato Black" panose="020F0A02020204030203" pitchFamily="34" charset="0"/>
              </a:defRPr>
            </a:lvl1pPr>
          </a:lstStyle>
          <a:p>
            <a:pPr lvl="0"/>
            <a:r>
              <a:rPr lang="de-DE"/>
              <a:t>Welche Lösung bietet welche Möglichkeit</a:t>
            </a:r>
          </a:p>
        </p:txBody>
      </p:sp>
      <p:sp>
        <p:nvSpPr>
          <p:cNvPr id="26" name="Textplatzhalter 33">
            <a:extLst>
              <a:ext uri="{FF2B5EF4-FFF2-40B4-BE49-F238E27FC236}">
                <a16:creationId xmlns:a16="http://schemas.microsoft.com/office/drawing/2014/main" id="{528CEA6F-0B35-80CD-94FC-B7E65881F7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8528" y="1517650"/>
            <a:ext cx="5000680" cy="3000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accent3"/>
                </a:solidFill>
                <a:latin typeface="Lato Black" panose="020F0A02020204030203" pitchFamily="34" charset="0"/>
              </a:defRPr>
            </a:lvl1pPr>
          </a:lstStyle>
          <a:p>
            <a:pPr lvl="0"/>
            <a:r>
              <a:rPr lang="de-DE"/>
              <a:t>Welche Lösung bietet welche Möglichkeit</a:t>
            </a:r>
          </a:p>
        </p:txBody>
      </p:sp>
    </p:spTree>
    <p:extLst>
      <p:ext uri="{BB962C8B-B14F-4D97-AF65-F5344CB8AC3E}">
        <p14:creationId xmlns:p14="http://schemas.microsoft.com/office/powerpoint/2010/main" val="33788054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Diagramm_ganze_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30BBC14E-7E2E-4E6E-A6DB-09773E7E37E5}"/>
              </a:ext>
            </a:extLst>
          </p:cNvPr>
          <p:cNvCxnSpPr>
            <a:cxnSpLocks/>
          </p:cNvCxnSpPr>
          <p:nvPr userDrawn="1"/>
        </p:nvCxnSpPr>
        <p:spPr>
          <a:xfrm>
            <a:off x="5789428" y="1592495"/>
            <a:ext cx="0" cy="4375598"/>
          </a:xfrm>
          <a:prstGeom prst="line">
            <a:avLst/>
          </a:prstGeom>
          <a:ln w="25400">
            <a:solidFill>
              <a:srgbClr val="E330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EBFADD46-6F98-4F7A-846A-1CCCB4ADF8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04860" y="4191326"/>
            <a:ext cx="5649817" cy="177676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6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7A286EBB-DB7A-41F0-B9F1-4C5BC35AA9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011" y="4191326"/>
            <a:ext cx="5065196" cy="177676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6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Bildplatzhalter 2">
            <a:extLst>
              <a:ext uri="{FF2B5EF4-FFF2-40B4-BE49-F238E27FC236}">
                <a16:creationId xmlns:a16="http://schemas.microsoft.com/office/drawing/2014/main" id="{19293B67-3BED-4BEF-A0E9-D92D05F8D464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398647" y="1592495"/>
            <a:ext cx="5100560" cy="23212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20" name="Bildplatzhalter 2">
            <a:extLst>
              <a:ext uri="{FF2B5EF4-FFF2-40B4-BE49-F238E27FC236}">
                <a16:creationId xmlns:a16="http://schemas.microsoft.com/office/drawing/2014/main" id="{4BB3A80D-23F5-4B70-A554-9560BAC5176E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6095999" y="1592495"/>
            <a:ext cx="5658679" cy="23212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CDD2D214-57BD-4924-88AA-4EFC65A847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646" y="411316"/>
            <a:ext cx="11356029" cy="56454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400">
                <a:solidFill>
                  <a:srgbClr val="505056"/>
                </a:solidFill>
                <a:latin typeface="Lato Black" panose="020F0A0202020403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9" name="Untertitel 2">
            <a:extLst>
              <a:ext uri="{FF2B5EF4-FFF2-40B4-BE49-F238E27FC236}">
                <a16:creationId xmlns:a16="http://schemas.microsoft.com/office/drawing/2014/main" id="{FFA6BCF2-6B43-4B8A-A4A6-B9F2B7A9C7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7146" y="952210"/>
            <a:ext cx="11114462" cy="30118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rgbClr val="FF0000"/>
                </a:solidFill>
                <a:latin typeface="Lato Black" panose="020F0A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0569896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4C6A6DE1-EC81-43E6-9DCD-90FFCDECEDB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55015" y="2751838"/>
            <a:ext cx="1885951" cy="22140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6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18B8E11E-9F9D-4E7E-A1F3-4AE14B078A5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84004" y="3155698"/>
            <a:ext cx="1885951" cy="269175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Fließtext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48DF8CA7-721D-4129-AC1B-2024C2CECA0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6305" y="2751838"/>
            <a:ext cx="1885951" cy="22140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6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8AE46605-FBC3-48E2-954D-6E291C0CC3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75038" y="3149123"/>
            <a:ext cx="1885951" cy="269175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Fließtext</a:t>
            </a:r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553685CC-79F6-424C-93D1-0CD4C0D871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77339" y="2745263"/>
            <a:ext cx="1885951" cy="22140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6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19" name="Textplatzhalter 2">
            <a:extLst>
              <a:ext uri="{FF2B5EF4-FFF2-40B4-BE49-F238E27FC236}">
                <a16:creationId xmlns:a16="http://schemas.microsoft.com/office/drawing/2014/main" id="{597EAC5A-4B53-480B-9E79-33DD998E306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52714" y="3155698"/>
            <a:ext cx="1885951" cy="269175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Fließtext</a:t>
            </a: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24B151A2-906E-44C5-A7A8-64AA72090A3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1790062" y="1101132"/>
            <a:ext cx="1455902" cy="14051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12" name="Bildplatzhalter 2">
            <a:extLst>
              <a:ext uri="{FF2B5EF4-FFF2-40B4-BE49-F238E27FC236}">
                <a16:creationId xmlns:a16="http://schemas.microsoft.com/office/drawing/2014/main" id="{1BCE0099-3B21-4C84-BCBD-F2B25CB70D9C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5220684" y="1101132"/>
            <a:ext cx="1455902" cy="14051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F334830B-A61A-4B42-B3A6-77986921EF84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8748582" y="1101132"/>
            <a:ext cx="1455902" cy="14051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1177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ildplatzhalter 2">
            <a:extLst>
              <a:ext uri="{FF2B5EF4-FFF2-40B4-BE49-F238E27FC236}">
                <a16:creationId xmlns:a16="http://schemas.microsoft.com/office/drawing/2014/main" id="{488E7F36-69FA-4DD6-A47F-23943AF51100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1145629" y="3879335"/>
            <a:ext cx="2405442" cy="29786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20" name="Bildplatzhalter 2">
            <a:extLst>
              <a:ext uri="{FF2B5EF4-FFF2-40B4-BE49-F238E27FC236}">
                <a16:creationId xmlns:a16="http://schemas.microsoft.com/office/drawing/2014/main" id="{2674C829-D4DC-40BC-8DD1-BDC5E1E10061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3755257" y="3879336"/>
            <a:ext cx="1775536" cy="29786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17" name="Bildplatzhalter 2">
            <a:extLst>
              <a:ext uri="{FF2B5EF4-FFF2-40B4-BE49-F238E27FC236}">
                <a16:creationId xmlns:a16="http://schemas.microsoft.com/office/drawing/2014/main" id="{712D7206-BA01-456D-9C28-0E9EE8108896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-1" y="1872986"/>
            <a:ext cx="3551071" cy="18784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15" name="Bildplatzhalter 2">
            <a:extLst>
              <a:ext uri="{FF2B5EF4-FFF2-40B4-BE49-F238E27FC236}">
                <a16:creationId xmlns:a16="http://schemas.microsoft.com/office/drawing/2014/main" id="{A7D4C0A1-1C8D-4849-8AD0-0E99E0924D23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2369284" y="0"/>
            <a:ext cx="3161510" cy="17311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14" name="Rechteck 17">
            <a:extLst>
              <a:ext uri="{FF2B5EF4-FFF2-40B4-BE49-F238E27FC236}">
                <a16:creationId xmlns:a16="http://schemas.microsoft.com/office/drawing/2014/main" id="{90BB2397-8275-450C-AC18-F8AA684B289D}"/>
              </a:ext>
            </a:extLst>
          </p:cNvPr>
          <p:cNvSpPr/>
          <p:nvPr userDrawn="1"/>
        </p:nvSpPr>
        <p:spPr>
          <a:xfrm>
            <a:off x="3755257" y="1874181"/>
            <a:ext cx="1775536" cy="1863309"/>
          </a:xfrm>
          <a:prstGeom prst="rect">
            <a:avLst/>
          </a:prstGeom>
          <a:solidFill>
            <a:srgbClr val="E3312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16" name="Rechteck 18">
            <a:extLst>
              <a:ext uri="{FF2B5EF4-FFF2-40B4-BE49-F238E27FC236}">
                <a16:creationId xmlns:a16="http://schemas.microsoft.com/office/drawing/2014/main" id="{D8EB0033-476D-4786-A046-4635E4F1911F}"/>
              </a:ext>
            </a:extLst>
          </p:cNvPr>
          <p:cNvSpPr/>
          <p:nvPr userDrawn="1"/>
        </p:nvSpPr>
        <p:spPr>
          <a:xfrm>
            <a:off x="0" y="0"/>
            <a:ext cx="2246050" cy="1731142"/>
          </a:xfrm>
          <a:prstGeom prst="rect">
            <a:avLst/>
          </a:prstGeom>
          <a:solidFill>
            <a:srgbClr val="51505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23" name="Textplatzhalter 2">
            <a:extLst>
              <a:ext uri="{FF2B5EF4-FFF2-40B4-BE49-F238E27FC236}">
                <a16:creationId xmlns:a16="http://schemas.microsoft.com/office/drawing/2014/main" id="{10943AE8-C920-4B65-9B73-0EA0E62FB9E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03950" y="1872986"/>
            <a:ext cx="5547799" cy="409510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600">
                <a:solidFill>
                  <a:srgbClr val="505056"/>
                </a:solidFill>
                <a:latin typeface="Gill Sans MT" panose="020B0502020104020203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Rechteck 18">
            <a:extLst>
              <a:ext uri="{FF2B5EF4-FFF2-40B4-BE49-F238E27FC236}">
                <a16:creationId xmlns:a16="http://schemas.microsoft.com/office/drawing/2014/main" id="{FD309F91-4A92-EF25-40C9-625345EFAC0A}"/>
              </a:ext>
            </a:extLst>
          </p:cNvPr>
          <p:cNvSpPr/>
          <p:nvPr userDrawn="1"/>
        </p:nvSpPr>
        <p:spPr>
          <a:xfrm>
            <a:off x="0" y="3879335"/>
            <a:ext cx="941441" cy="2978665"/>
          </a:xfrm>
          <a:prstGeom prst="rect">
            <a:avLst/>
          </a:prstGeom>
          <a:solidFill>
            <a:srgbClr val="51505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89831A6-3BC2-BC5C-82DF-07DBDF5C84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922945"/>
            <a:ext cx="5658679" cy="564543"/>
          </a:xfrm>
          <a:prstGeom prst="rect">
            <a:avLst/>
          </a:prstGeom>
        </p:spPr>
        <p:txBody>
          <a:bodyPr lIns="97200" anchor="b">
            <a:noAutofit/>
          </a:bodyPr>
          <a:lstStyle>
            <a:lvl1pPr algn="l">
              <a:defRPr sz="2400">
                <a:solidFill>
                  <a:srgbClr val="505056"/>
                </a:solidFill>
                <a:latin typeface="Lato Black" panose="020F0A0202020403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3" name="Untertitel 2">
            <a:extLst>
              <a:ext uri="{FF2B5EF4-FFF2-40B4-BE49-F238E27FC236}">
                <a16:creationId xmlns:a16="http://schemas.microsoft.com/office/drawing/2014/main" id="{1B009131-37C1-480E-8BCC-88D61876C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3071" y="1463839"/>
            <a:ext cx="5658679" cy="301187"/>
          </a:xfrm>
          <a:prstGeom prst="rect">
            <a:avLst/>
          </a:prstGeom>
        </p:spPr>
        <p:txBody>
          <a:bodyPr lIns="108000" tIns="46800" rIns="90000" bIns="46800">
            <a:normAutofit/>
          </a:bodyPr>
          <a:lstStyle>
            <a:lvl1pPr marL="0" indent="0" algn="l">
              <a:buNone/>
              <a:defRPr sz="1200">
                <a:solidFill>
                  <a:srgbClr val="FF0000"/>
                </a:solidFill>
                <a:latin typeface="Lato Black" panose="020F0A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95002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08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E9181-DC82-4ED4-9BCF-9E946A4DBFC9}" type="datetimeFigureOut">
              <a:rPr lang="de-DE" smtClean="0"/>
              <a:t>03.12.2025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de-DE" smtClean="0"/>
              <a:t>‹#›</a:t>
            </a:fld>
            <a:endParaRPr lang="de-DE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3008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7158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5" r:id="rId3"/>
    <p:sldLayoutId id="2147483697" r:id="rId4"/>
    <p:sldLayoutId id="2147483678" r:id="rId5"/>
    <p:sldLayoutId id="2147483660" r:id="rId6"/>
    <p:sldLayoutId id="2147483679" r:id="rId7"/>
    <p:sldLayoutId id="2147483680" r:id="rId8"/>
    <p:sldLayoutId id="2147483661" r:id="rId9"/>
    <p:sldLayoutId id="2147483662" r:id="rId10"/>
    <p:sldLayoutId id="2147483663" r:id="rId11"/>
    <p:sldLayoutId id="2147483664" r:id="rId12"/>
    <p:sldLayoutId id="2147483698" r:id="rId13"/>
    <p:sldLayoutId id="2147483703" r:id="rId14"/>
    <p:sldLayoutId id="2147483699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88" r:id="rId21"/>
    <p:sldLayoutId id="2147483716" r:id="rId22"/>
    <p:sldLayoutId id="2147483670" r:id="rId23"/>
    <p:sldLayoutId id="2147483671" r:id="rId24"/>
    <p:sldLayoutId id="2147483672" r:id="rId25"/>
    <p:sldLayoutId id="2147483674" r:id="rId26"/>
    <p:sldLayoutId id="2147483681" r:id="rId27"/>
    <p:sldLayoutId id="2147483687" r:id="rId28"/>
    <p:sldLayoutId id="2147483700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704" r:id="rId36"/>
    <p:sldLayoutId id="2147483701" r:id="rId37"/>
    <p:sldLayoutId id="2147483696" r:id="rId38"/>
    <p:sldLayoutId id="2147483708" r:id="rId39"/>
    <p:sldLayoutId id="2147483717" r:id="rId4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19.jpeg"/><Relationship Id="rId7" Type="http://schemas.openxmlformats.org/officeDocument/2006/relationships/image" Target="../media/image23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10" Type="http://schemas.openxmlformats.org/officeDocument/2006/relationships/image" Target="../media/image5.png"/><Relationship Id="rId4" Type="http://schemas.openxmlformats.org/officeDocument/2006/relationships/image" Target="../media/image20.jpeg"/><Relationship Id="rId9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lvisde-my.sharepoint.com/:x:/g/personal/jochen_form_solvis_de/EfD8MuNTQI9Plb-U_LtGlukBzaMbNm8XMAGZXdW1H7zktg?e=wa9gfB" TargetMode="External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solvisde-my.sharepoint.com/personal/jochen_form_solvis_de/Documents/Desktop/Vergleichstabelle%20Produktnutzen.xlsx?web=1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25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7.jpeg"/><Relationship Id="rId11" Type="http://schemas.openxmlformats.org/officeDocument/2006/relationships/image" Target="../media/image42.jpeg"/><Relationship Id="rId5" Type="http://schemas.openxmlformats.org/officeDocument/2006/relationships/image" Target="../media/image36.png"/><Relationship Id="rId10" Type="http://schemas.openxmlformats.org/officeDocument/2006/relationships/image" Target="../media/image41.jpeg"/><Relationship Id="rId4" Type="http://schemas.openxmlformats.org/officeDocument/2006/relationships/image" Target="../media/image35.jpeg"/><Relationship Id="rId9" Type="http://schemas.openxmlformats.org/officeDocument/2006/relationships/image" Target="../media/image40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acebook.com/solvisGmbH" TargetMode="External"/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2B0FE68-EFA6-4362-6DBC-192A289B6D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01" r="-681" b="57235"/>
          <a:stretch>
            <a:fillRect/>
          </a:stretch>
        </p:blipFill>
        <p:spPr>
          <a:xfrm>
            <a:off x="0" y="1"/>
            <a:ext cx="12275127" cy="6858000"/>
          </a:xfrm>
          <a:prstGeom prst="rect">
            <a:avLst/>
          </a:prstGeom>
        </p:spPr>
      </p:pic>
      <p:sp>
        <p:nvSpPr>
          <p:cNvPr id="5" name="Titel 4">
            <a:extLst>
              <a:ext uri="{FF2B5EF4-FFF2-40B4-BE49-F238E27FC236}">
                <a16:creationId xmlns:a16="http://schemas.microsoft.com/office/drawing/2014/main" id="{5C6E8EDC-4354-44F1-A936-2AA96C1D05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5219" y="2154865"/>
            <a:ext cx="7661562" cy="1853837"/>
          </a:xfrm>
          <a:prstGeom prst="rect">
            <a:avLst/>
          </a:prstGeom>
          <a:solidFill>
            <a:srgbClr val="DDDDDD">
              <a:alpha val="51000"/>
            </a:srgbClr>
          </a:solidFill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dirty="0">
                <a:solidFill>
                  <a:schemeClr val="accent1"/>
                </a:solidFill>
                <a:latin typeface="+mj-lt"/>
              </a:rPr>
              <a:t>Die </a:t>
            </a:r>
            <a:r>
              <a:rPr lang="en-US" sz="6000" dirty="0" err="1">
                <a:solidFill>
                  <a:schemeClr val="accent1"/>
                </a:solidFill>
                <a:latin typeface="+mj-lt"/>
              </a:rPr>
              <a:t>neuen</a:t>
            </a:r>
            <a:r>
              <a:rPr lang="en-US" sz="6000" dirty="0">
                <a:solidFill>
                  <a:schemeClr val="accent1"/>
                </a:solidFill>
                <a:latin typeface="+mj-lt"/>
              </a:rPr>
              <a:t> </a:t>
            </a:r>
            <a:br>
              <a:rPr lang="en-US" sz="6000" dirty="0">
                <a:solidFill>
                  <a:schemeClr val="accent1"/>
                </a:solidFill>
                <a:latin typeface="+mj-lt"/>
              </a:rPr>
            </a:br>
            <a:r>
              <a:rPr lang="en-US" sz="6000" dirty="0">
                <a:solidFill>
                  <a:schemeClr val="accent1"/>
                </a:solidFill>
                <a:latin typeface="+mj-lt"/>
              </a:rPr>
              <a:t>Solvis-Speicher</a:t>
            </a:r>
          </a:p>
        </p:txBody>
      </p:sp>
      <p:sp>
        <p:nvSpPr>
          <p:cNvPr id="6" name="Untertitel 5">
            <a:extLst>
              <a:ext uri="{FF2B5EF4-FFF2-40B4-BE49-F238E27FC236}">
                <a16:creationId xmlns:a16="http://schemas.microsoft.com/office/drawing/2014/main" id="{15041BDF-1B7E-4C85-AACB-CE6577C35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95725" y="4601654"/>
            <a:ext cx="4400550" cy="831696"/>
          </a:xfrm>
          <a:solidFill>
            <a:schemeClr val="bg1">
              <a:lumMod val="40000"/>
              <a:lumOff val="60000"/>
              <a:alpha val="52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2400" dirty="0" err="1">
                <a:solidFill>
                  <a:srgbClr val="C00000"/>
                </a:solidFill>
                <a:latin typeface="+mn-lt"/>
              </a:rPr>
              <a:t>Zwischenstand</a:t>
            </a:r>
            <a:r>
              <a:rPr lang="en-US" sz="2400" dirty="0">
                <a:solidFill>
                  <a:srgbClr val="C00000"/>
                </a:solidFill>
                <a:latin typeface="+mn-lt"/>
              </a:rPr>
              <a:t> der </a:t>
            </a:r>
            <a:r>
              <a:rPr lang="en-US" sz="2400" dirty="0" err="1">
                <a:solidFill>
                  <a:srgbClr val="C00000"/>
                </a:solidFill>
                <a:latin typeface="+mn-lt"/>
              </a:rPr>
              <a:t>Entwicklung</a:t>
            </a:r>
            <a:br>
              <a:rPr lang="en-US" sz="2400" dirty="0">
                <a:solidFill>
                  <a:srgbClr val="C00000"/>
                </a:solidFill>
                <a:latin typeface="+mn-lt"/>
              </a:rPr>
            </a:br>
            <a:r>
              <a:rPr lang="en-US" sz="2400" dirty="0">
                <a:solidFill>
                  <a:srgbClr val="C00000"/>
                </a:solidFill>
                <a:latin typeface="+mn-lt"/>
              </a:rPr>
              <a:t>11/25</a:t>
            </a:r>
          </a:p>
        </p:txBody>
      </p:sp>
    </p:spTree>
    <p:extLst>
      <p:ext uri="{BB962C8B-B14F-4D97-AF65-F5344CB8AC3E}">
        <p14:creationId xmlns:p14="http://schemas.microsoft.com/office/powerpoint/2010/main" val="3807676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5">
                <a:lumMod val="7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ntertitel 3">
            <a:extLst>
              <a:ext uri="{FF2B5EF4-FFF2-40B4-BE49-F238E27FC236}">
                <a16:creationId xmlns:a16="http://schemas.microsoft.com/office/drawing/2014/main" id="{3C2F5341-6AC8-842E-C04A-8657B0C863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3926" y="3429000"/>
            <a:ext cx="4056744" cy="2714323"/>
          </a:xfrm>
        </p:spPr>
        <p:txBody>
          <a:bodyPr>
            <a:normAutofit/>
          </a:bodyPr>
          <a:lstStyle/>
          <a:p>
            <a:pPr algn="ctr"/>
            <a:r>
              <a:rPr lang="de-DE" sz="2800" dirty="0"/>
              <a:t>Habemus Nomen!</a:t>
            </a:r>
            <a:r>
              <a:rPr lang="de-DE" sz="2000" dirty="0"/>
              <a:t>  </a:t>
            </a:r>
          </a:p>
          <a:p>
            <a:pPr algn="ctr"/>
            <a:r>
              <a:rPr lang="de-DE" sz="2000" dirty="0"/>
              <a:t>„</a:t>
            </a:r>
            <a:r>
              <a:rPr lang="de-DE" sz="2000" dirty="0" err="1"/>
              <a:t>SolvisLeo</a:t>
            </a:r>
            <a:r>
              <a:rPr lang="de-DE" sz="2000" dirty="0"/>
              <a:t> 180“, </a:t>
            </a:r>
          </a:p>
          <a:p>
            <a:pPr algn="ctr"/>
            <a:r>
              <a:rPr lang="de-DE" sz="2000" dirty="0"/>
              <a:t>„</a:t>
            </a:r>
            <a:r>
              <a:rPr lang="de-DE" sz="2000" dirty="0" err="1"/>
              <a:t>SolvisLeo</a:t>
            </a:r>
            <a:r>
              <a:rPr lang="de-DE" sz="2000" dirty="0"/>
              <a:t> 650“ und </a:t>
            </a:r>
          </a:p>
          <a:p>
            <a:pPr algn="ctr"/>
            <a:r>
              <a:rPr lang="de-DE" sz="2000" dirty="0"/>
              <a:t>„</a:t>
            </a:r>
            <a:r>
              <a:rPr lang="de-DE" sz="2000" dirty="0" err="1"/>
              <a:t>SolvisLeo</a:t>
            </a:r>
            <a:r>
              <a:rPr lang="de-DE" sz="2000" dirty="0"/>
              <a:t> 650 XL“</a:t>
            </a:r>
            <a:endParaRPr lang="de-DE" sz="1100" dirty="0"/>
          </a:p>
        </p:txBody>
      </p:sp>
      <p:pic>
        <p:nvPicPr>
          <p:cNvPr id="12" name="Grafik 11" descr="Ein Bild, das Person, Kleidung, Menschliches Gesicht, Mantel enthält.&#10;&#10;KI-generierte Inhalte können fehlerhaft sein.">
            <a:extLst>
              <a:ext uri="{FF2B5EF4-FFF2-40B4-BE49-F238E27FC236}">
                <a16:creationId xmlns:a16="http://schemas.microsoft.com/office/drawing/2014/main" id="{EDF68EB6-E861-67DD-7E4C-DE87971F94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503"/>
          <a:stretch>
            <a:fillRect/>
          </a:stretch>
        </p:blipFill>
        <p:spPr>
          <a:xfrm>
            <a:off x="7616795" y="122926"/>
            <a:ext cx="3498880" cy="2533650"/>
          </a:xfrm>
          <a:prstGeom prst="rect">
            <a:avLst/>
          </a:prstGeom>
        </p:spPr>
      </p:pic>
      <p:pic>
        <p:nvPicPr>
          <p:cNvPr id="17" name="Grafik 16" descr="Ein Bild, das Abfallcontainer, Maschine, Box, Gebäude enthält.&#10;&#10;KI-generierte Inhalte können fehlerhaft sein.">
            <a:extLst>
              <a:ext uri="{FF2B5EF4-FFF2-40B4-BE49-F238E27FC236}">
                <a16:creationId xmlns:a16="http://schemas.microsoft.com/office/drawing/2014/main" id="{09C89D41-F365-D25D-F887-B4710F3003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48" t="10960" r="4581" b="3596"/>
          <a:stretch>
            <a:fillRect/>
          </a:stretch>
        </p:blipFill>
        <p:spPr>
          <a:xfrm>
            <a:off x="1527205" y="914202"/>
            <a:ext cx="6457951" cy="47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047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59BC3-2390-A6FF-53B1-54EF37A76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90A85FE8-F336-01EA-864C-2E1DC7C309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/>
              <a:t>Innovationen im Äußeren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00CC3A15-A5AE-B9AC-04F3-E50D342B95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>
                <a:solidFill>
                  <a:srgbClr val="009999"/>
                </a:solidFill>
              </a:rPr>
              <a:t>Nachhaltige Materialwahl für ein umweltfreundliches Gesamtprodukt</a:t>
            </a: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4E749AF5-D9A0-E618-C504-D25340CE0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81309" cy="5394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422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csm_HEV_69083_68161_8a57faae25.jpg" descr="csm_HEV_69083_68161_8a57faae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189" y="533617"/>
            <a:ext cx="2772186" cy="184119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4" name="Natürliches-Licht_02.jpg" descr="Natürliches-Licht_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478" y="4919767"/>
            <a:ext cx="4228499" cy="1764036"/>
          </a:xfrm>
          <a:prstGeom prst="rect">
            <a:avLst/>
          </a:prstGeom>
          <a:ln w="12700">
            <a:miter lim="400000"/>
          </a:ln>
        </p:spPr>
      </p:pic>
      <p:pic>
        <p:nvPicPr>
          <p:cNvPr id="135" name="66347144-elegant-weiss-sofa-im-hell-leben-zimmer-mit-pflanzen-und-holzern-wande-wahrend-tagsuber-foto.jpeg" descr="66347144-elegant-weiss-sofa-im-hell-leben-zimmer-mit-pflanzen-und-holzern-wande-wahrend-tagsuber-foto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4672" y="2054306"/>
            <a:ext cx="3692603" cy="2461736"/>
          </a:xfrm>
          <a:prstGeom prst="rect">
            <a:avLst/>
          </a:prstGeom>
          <a:ln w="12700">
            <a:miter lim="400000"/>
          </a:ln>
        </p:spPr>
      </p:pic>
      <p:pic>
        <p:nvPicPr>
          <p:cNvPr id="136" name="72214813-hell-luftig-leben-zimmer-mit-pflanzen-sonnenlicht-und-minimalistisch-dekor-foto.jpeg" descr="72214813-hell-luftig-leben-zimmer-mit-pflanzen-sonnenlicht-und-minimalistisch-dekor-foto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454" y="1679114"/>
            <a:ext cx="4085494" cy="233456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7" name="sonniges-wohnzimmer-pflanzen-weißes-sofa-biophil-design-hellluftiger-wohnraum-mit-weißem-natürlichem-licht-und-vielen-376598354.jpg.jpeg" descr="sonniges-wohnzimmer-pflanzen-weißes-sofa-biophil-design-hellluftiger-wohnraum-mit-weißem-natürlichem-licht-und-vielen-376598354.jpg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9269" y="4501859"/>
            <a:ext cx="3572912" cy="258142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8" name="couple-kids-gathered-living-room-260nw-2197529021.jpg.jpeg" descr="couple-kids-gathered-living-room-260nw-2197529021.jpg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1790" y="4386190"/>
            <a:ext cx="3428846" cy="2461736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" name="glueckliche-familie-mit-zwei-soehnen-im-wohnzimmer-ihres-neuen-hauses-PESF01665.jpg" descr="glueckliche-familie-mit-zwei-soehnen-im-wohnzimmer-ihres-neuen-hauses-PESF01665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08196" y="2316907"/>
            <a:ext cx="3724488" cy="2481984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Bildplatzhalter 14">
            <a:extLst>
              <a:ext uri="{FF2B5EF4-FFF2-40B4-BE49-F238E27FC236}">
                <a16:creationId xmlns:a16="http://schemas.microsoft.com/office/drawing/2014/main" id="{C1CD49A5-FF5A-BFEB-FB29-2A94B836CFF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458" t="-1239" r="230" b="-1239"/>
          <a:stretch>
            <a:fillRect/>
          </a:stretch>
        </p:blipFill>
        <p:spPr>
          <a:xfrm>
            <a:off x="2248070" y="533617"/>
            <a:ext cx="2323617" cy="5387306"/>
          </a:xfrm>
          <a:prstGeom prst="rect">
            <a:avLst/>
          </a:prstGeom>
          <a:effectLst>
            <a:outerShdw blurRad="114300" dist="38100" dir="2700000" sx="102000" sy="102000" algn="tl" rotWithShape="0">
              <a:schemeClr val="bg1">
                <a:alpha val="88000"/>
              </a:schemeClr>
            </a:outerShdw>
          </a:effectLst>
        </p:spPr>
      </p:pic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93697A06-5470-5659-1A56-5D9366AEF6DE}"/>
              </a:ext>
            </a:extLst>
          </p:cNvPr>
          <p:cNvSpPr txBox="1">
            <a:spLocks/>
          </p:cNvSpPr>
          <p:nvPr/>
        </p:nvSpPr>
        <p:spPr>
          <a:xfrm>
            <a:off x="2126343" y="2445657"/>
            <a:ext cx="3113314" cy="2070385"/>
          </a:xfrm>
          <a:prstGeom prst="rect">
            <a:avLst/>
          </a:prstGeom>
          <a:solidFill>
            <a:srgbClr val="EAE9E5">
              <a:alpha val="87000"/>
            </a:srgbClr>
          </a:solidFill>
          <a:ln w="47625">
            <a:solidFill>
              <a:srgbClr val="009999"/>
            </a:solidFill>
          </a:ln>
          <a:effectLst>
            <a:outerShdw blurRad="50800" dist="50800" dir="5400000" algn="ctr" rotWithShape="0">
              <a:schemeClr val="accent1">
                <a:alpha val="47000"/>
              </a:schemeClr>
            </a:outerShdw>
          </a:effectLst>
        </p:spPr>
        <p:txBody>
          <a:bodyPr lIns="0" tIns="0" rIns="0" bIns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10"/>
              </a:buBlip>
              <a:defRPr sz="1600" kern="1200">
                <a:solidFill>
                  <a:srgbClr val="505056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rgbClr val="505056"/>
                </a:solidFill>
                <a:latin typeface="Gill Sans MT" panose="020B05020201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de-DE" i="1" dirty="0">
                <a:solidFill>
                  <a:srgbClr val="009999"/>
                </a:solidFill>
              </a:rPr>
              <a:t>Freundlich zu Mensch und Umwelt durch Innovation im Äußeren</a:t>
            </a:r>
          </a:p>
          <a:p>
            <a:pPr>
              <a:buClr>
                <a:srgbClr val="009999"/>
              </a:buClr>
              <a:buFont typeface="Calibri" panose="020F0502020204030204" pitchFamily="34" charset="0"/>
              <a:buChar char="○"/>
            </a:pPr>
            <a:r>
              <a:rPr lang="de-DE" sz="1400" dirty="0"/>
              <a:t>Einfach Einbringung, montagefreundlich, wartungsfreundlich</a:t>
            </a:r>
          </a:p>
          <a:p>
            <a:pPr>
              <a:buClr>
                <a:srgbClr val="009999"/>
              </a:buClr>
              <a:buFont typeface="Calibri" panose="020F0502020204030204" pitchFamily="34" charset="0"/>
              <a:buChar char="○"/>
            </a:pPr>
            <a:r>
              <a:rPr lang="de-DE" sz="1400" dirty="0"/>
              <a:t>Natürliche Materialien aus regionalen Quellen, weiter gedacht.</a:t>
            </a:r>
          </a:p>
          <a:p>
            <a:pPr>
              <a:buClr>
                <a:srgbClr val="009999"/>
              </a:buClr>
              <a:buFont typeface="Calibri" panose="020F0502020204030204" pitchFamily="34" charset="0"/>
              <a:buChar char="○"/>
            </a:pPr>
            <a:r>
              <a:rPr lang="de-DE" sz="1400" dirty="0"/>
              <a:t>Vom Wettbewerb abheben, neue Wege, neue Möglichkeiten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A8CF9D89-7700-8CDF-B512-479763166EC3}"/>
              </a:ext>
            </a:extLst>
          </p:cNvPr>
          <p:cNvSpPr txBox="1">
            <a:spLocks/>
          </p:cNvSpPr>
          <p:nvPr/>
        </p:nvSpPr>
        <p:spPr>
          <a:xfrm>
            <a:off x="233916" y="26978"/>
            <a:ext cx="5563617" cy="564543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200" dirty="0"/>
              <a:t>Vorteile &amp; +Nutzen (Teil1)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Bildplatzhalter 9">
            <a:extLst>
              <a:ext uri="{FF2B5EF4-FFF2-40B4-BE49-F238E27FC236}">
                <a16:creationId xmlns:a16="http://schemas.microsoft.com/office/drawing/2014/main" id="{4BECAE74-B04C-E640-BEA3-41AEAF276A4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1" r="-2" b="2735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5717E49-CC3C-4A81-B738-CEBBF274A0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3838838" cy="32041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 err="1">
                <a:solidFill>
                  <a:schemeClr val="bg1"/>
                </a:solidFill>
                <a:latin typeface="+mj-lt"/>
              </a:rPr>
              <a:t>Warum</a:t>
            </a:r>
            <a:r>
              <a:rPr lang="en-US" sz="48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4800" dirty="0" err="1">
                <a:solidFill>
                  <a:schemeClr val="bg1"/>
                </a:solidFill>
                <a:latin typeface="+mj-lt"/>
              </a:rPr>
              <a:t>braucht</a:t>
            </a:r>
            <a:r>
              <a:rPr lang="en-US" sz="4800" dirty="0">
                <a:solidFill>
                  <a:schemeClr val="bg1"/>
                </a:solidFill>
                <a:latin typeface="+mj-lt"/>
              </a:rPr>
              <a:t> es den Leo?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6B47841B-FE12-4FC7-95F5-3C7C4723C5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>
                <a:solidFill>
                  <a:srgbClr val="009999"/>
                </a:solidFill>
                <a:latin typeface="+mn-lt"/>
              </a:rPr>
              <a:t>=&gt; Für die </a:t>
            </a:r>
            <a:r>
              <a:rPr lang="en-US" b="1" dirty="0" err="1">
                <a:solidFill>
                  <a:srgbClr val="009999"/>
                </a:solidFill>
                <a:latin typeface="+mn-lt"/>
              </a:rPr>
              <a:t>beste</a:t>
            </a:r>
            <a:r>
              <a:rPr lang="en-US" b="1" dirty="0">
                <a:solidFill>
                  <a:srgbClr val="009999"/>
                </a:solidFill>
                <a:latin typeface="+mn-lt"/>
              </a:rPr>
              <a:t> </a:t>
            </a:r>
            <a:r>
              <a:rPr lang="en-US" b="1" dirty="0" err="1">
                <a:solidFill>
                  <a:srgbClr val="009999"/>
                </a:solidFill>
                <a:latin typeface="+mn-lt"/>
              </a:rPr>
              <a:t>Verbindung</a:t>
            </a:r>
            <a:r>
              <a:rPr lang="en-US" b="1" dirty="0">
                <a:solidFill>
                  <a:srgbClr val="009999"/>
                </a:solidFill>
                <a:latin typeface="+mn-lt"/>
              </a:rPr>
              <a:t> der </a:t>
            </a:r>
            <a:r>
              <a:rPr lang="en-US" b="1" dirty="0" err="1">
                <a:solidFill>
                  <a:srgbClr val="009999"/>
                </a:solidFill>
                <a:latin typeface="+mn-lt"/>
              </a:rPr>
              <a:t>Wärmepumpe</a:t>
            </a:r>
            <a:r>
              <a:rPr lang="en-US" b="1" dirty="0">
                <a:solidFill>
                  <a:srgbClr val="009999"/>
                </a:solidFill>
                <a:latin typeface="+mn-lt"/>
              </a:rPr>
              <a:t> </a:t>
            </a:r>
            <a:r>
              <a:rPr lang="en-US" b="1" dirty="0" err="1">
                <a:solidFill>
                  <a:srgbClr val="009999"/>
                </a:solidFill>
                <a:latin typeface="+mn-lt"/>
              </a:rPr>
              <a:t>zum</a:t>
            </a:r>
            <a:r>
              <a:rPr lang="en-US" b="1" dirty="0">
                <a:solidFill>
                  <a:srgbClr val="009999"/>
                </a:solidFill>
                <a:latin typeface="+mn-lt"/>
              </a:rPr>
              <a:t> </a:t>
            </a:r>
            <a:r>
              <a:rPr lang="en-US" b="1" dirty="0" err="1">
                <a:solidFill>
                  <a:srgbClr val="009999"/>
                </a:solidFill>
                <a:latin typeface="+mn-lt"/>
              </a:rPr>
              <a:t>Heizsystem</a:t>
            </a:r>
            <a:endParaRPr lang="en-US" b="1" dirty="0">
              <a:solidFill>
                <a:srgbClr val="009999"/>
              </a:solidFill>
              <a:latin typeface="+mn-l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E400A1A-8732-F61B-8812-9E331FB9C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Vergleichstabelle Produktnutzen.xlsx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AC75E6A-49D2-C0B0-FE1E-5C9F0AB1FA29}"/>
              </a:ext>
            </a:extLst>
          </p:cNvPr>
          <p:cNvSpPr txBox="1"/>
          <p:nvPr/>
        </p:nvSpPr>
        <p:spPr>
          <a:xfrm>
            <a:off x="574964" y="6269182"/>
            <a:ext cx="23183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>
                <a:solidFill>
                  <a:schemeClr val="bg1">
                    <a:lumMod val="8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-&gt;Vergleichstabelle Produktnutzen</a:t>
            </a:r>
            <a:endParaRPr lang="de-DE" sz="160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7931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95717E49-CC3C-4A81-B738-CEBBF274A0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/>
              <a:t>Die Innovation im Inneren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6B47841B-FE12-4FC7-95F5-3C7C4723C5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>
                <a:solidFill>
                  <a:srgbClr val="009999"/>
                </a:solidFill>
              </a:rPr>
              <a:t>„Beladeweiche“ für optimales Speichermanagement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741" y="643061"/>
            <a:ext cx="1763021" cy="4803333"/>
          </a:xfrm>
          <a:prstGeom prst="rect">
            <a:avLst/>
          </a:prstGeom>
        </p:spPr>
      </p:pic>
      <p:grpSp>
        <p:nvGrpSpPr>
          <p:cNvPr id="5" name="Gruppieren 4"/>
          <p:cNvGrpSpPr/>
          <p:nvPr/>
        </p:nvGrpSpPr>
        <p:grpSpPr>
          <a:xfrm>
            <a:off x="457200" y="541462"/>
            <a:ext cx="11104322" cy="4803333"/>
            <a:chOff x="457200" y="541462"/>
            <a:chExt cx="11104322" cy="4803333"/>
          </a:xfrm>
        </p:grpSpPr>
        <p:pic>
          <p:nvPicPr>
            <p:cNvPr id="7" name="Grafik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31286" y="541462"/>
              <a:ext cx="2193220" cy="4803333"/>
            </a:xfrm>
            <a:prstGeom prst="rect">
              <a:avLst/>
            </a:prstGeom>
          </p:spPr>
        </p:pic>
        <p:sp>
          <p:nvSpPr>
            <p:cNvPr id="2" name="Legende mit Linie 1 1"/>
            <p:cNvSpPr/>
            <p:nvPr/>
          </p:nvSpPr>
          <p:spPr>
            <a:xfrm flipH="1">
              <a:off x="457200" y="541462"/>
              <a:ext cx="2229633" cy="826717"/>
            </a:xfrm>
            <a:prstGeom prst="borderCallout1">
              <a:avLst>
                <a:gd name="adj1" fmla="val 18750"/>
                <a:gd name="adj2" fmla="val -8333"/>
                <a:gd name="adj3" fmla="val 94318"/>
                <a:gd name="adj4" fmla="val -65467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/>
                <a:t>Neue Speichergeneration</a:t>
              </a:r>
            </a:p>
          </p:txBody>
        </p:sp>
        <p:sp>
          <p:nvSpPr>
            <p:cNvPr id="8" name="Legende mit Linie 1 7"/>
            <p:cNvSpPr/>
            <p:nvPr/>
          </p:nvSpPr>
          <p:spPr>
            <a:xfrm flipH="1">
              <a:off x="457200" y="1591065"/>
              <a:ext cx="2229633" cy="826717"/>
            </a:xfrm>
            <a:prstGeom prst="borderCallout1">
              <a:avLst>
                <a:gd name="adj1" fmla="val 18750"/>
                <a:gd name="adj2" fmla="val -8333"/>
                <a:gd name="adj3" fmla="val 35227"/>
                <a:gd name="adj4" fmla="val -68820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/>
                <a:t>Pufferbereich für Warmwasser-bereitung</a:t>
              </a:r>
            </a:p>
          </p:txBody>
        </p:sp>
        <p:sp>
          <p:nvSpPr>
            <p:cNvPr id="9" name="Legende mit Linie 1 8"/>
            <p:cNvSpPr/>
            <p:nvPr/>
          </p:nvSpPr>
          <p:spPr>
            <a:xfrm flipH="1">
              <a:off x="457200" y="3290429"/>
              <a:ext cx="2229633" cy="826717"/>
            </a:xfrm>
            <a:prstGeom prst="borderCallout1">
              <a:avLst>
                <a:gd name="adj1" fmla="val 18750"/>
                <a:gd name="adj2" fmla="val -8333"/>
                <a:gd name="adj3" fmla="val 32954"/>
                <a:gd name="adj4" fmla="val -62921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/>
                <a:t>Pufferbereich für Heizbetrieb</a:t>
              </a:r>
            </a:p>
          </p:txBody>
        </p:sp>
        <p:sp>
          <p:nvSpPr>
            <p:cNvPr id="10" name="Legende mit Linie 1 9"/>
            <p:cNvSpPr/>
            <p:nvPr/>
          </p:nvSpPr>
          <p:spPr>
            <a:xfrm>
              <a:off x="9206627" y="643061"/>
              <a:ext cx="2354895" cy="647120"/>
            </a:xfrm>
            <a:prstGeom prst="borderCallout1">
              <a:avLst>
                <a:gd name="adj1" fmla="val 18750"/>
                <a:gd name="adj2" fmla="val -8333"/>
                <a:gd name="adj3" fmla="val 112106"/>
                <a:gd name="adj4" fmla="val -65201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/>
                <a:t>Schichtenlader </a:t>
              </a:r>
              <a:br>
                <a:rPr lang="de-DE"/>
              </a:br>
              <a:r>
                <a:rPr lang="de-DE"/>
                <a:t>WP-VL WWB</a:t>
              </a:r>
            </a:p>
          </p:txBody>
        </p:sp>
      </p:grpSp>
      <p:sp>
        <p:nvSpPr>
          <p:cNvPr id="11" name="Legende mit Linie 1 10"/>
          <p:cNvSpPr/>
          <p:nvPr/>
        </p:nvSpPr>
        <p:spPr>
          <a:xfrm>
            <a:off x="9206625" y="1526952"/>
            <a:ext cx="2354895" cy="395902"/>
          </a:xfrm>
          <a:prstGeom prst="borderCallout1">
            <a:avLst>
              <a:gd name="adj1" fmla="val 18750"/>
              <a:gd name="adj2" fmla="val -8333"/>
              <a:gd name="adj3" fmla="val 212721"/>
              <a:gd name="adj4" fmla="val -7610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/>
              <a:t>Entnahmerohr WWS</a:t>
            </a:r>
          </a:p>
        </p:txBody>
      </p:sp>
      <p:sp>
        <p:nvSpPr>
          <p:cNvPr id="12" name="Legende mit Linie 1 11"/>
          <p:cNvSpPr/>
          <p:nvPr/>
        </p:nvSpPr>
        <p:spPr>
          <a:xfrm>
            <a:off x="9206626" y="2168049"/>
            <a:ext cx="2354895" cy="395902"/>
          </a:xfrm>
          <a:prstGeom prst="borderCallout1">
            <a:avLst>
              <a:gd name="adj1" fmla="val 18750"/>
              <a:gd name="adj2" fmla="val -8333"/>
              <a:gd name="adj3" fmla="val 177918"/>
              <a:gd name="adj4" fmla="val -64935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/>
              <a:t>Beladeweiche</a:t>
            </a:r>
          </a:p>
        </p:txBody>
      </p:sp>
      <p:sp>
        <p:nvSpPr>
          <p:cNvPr id="13" name="Legende mit Linie 1 12"/>
          <p:cNvSpPr/>
          <p:nvPr/>
        </p:nvSpPr>
        <p:spPr>
          <a:xfrm>
            <a:off x="9206626" y="2771834"/>
            <a:ext cx="2354895" cy="395902"/>
          </a:xfrm>
          <a:prstGeom prst="borderCallout1">
            <a:avLst>
              <a:gd name="adj1" fmla="val 18750"/>
              <a:gd name="adj2" fmla="val -8333"/>
              <a:gd name="adj3" fmla="val 177918"/>
              <a:gd name="adj4" fmla="val -6493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/>
              <a:t>WP-Vorlauf</a:t>
            </a:r>
          </a:p>
        </p:txBody>
      </p:sp>
      <p:sp>
        <p:nvSpPr>
          <p:cNvPr id="14" name="Legende mit Linie 1 13"/>
          <p:cNvSpPr/>
          <p:nvPr/>
        </p:nvSpPr>
        <p:spPr>
          <a:xfrm>
            <a:off x="9206625" y="3336377"/>
            <a:ext cx="2354895" cy="395902"/>
          </a:xfrm>
          <a:prstGeom prst="borderCallout1">
            <a:avLst>
              <a:gd name="adj1" fmla="val 18750"/>
              <a:gd name="adj2" fmla="val -8333"/>
              <a:gd name="adj3" fmla="val 201647"/>
              <a:gd name="adj4" fmla="val -779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/>
              <a:t>WP-Rücklauf WWB</a:t>
            </a:r>
          </a:p>
        </p:txBody>
      </p:sp>
      <p:sp>
        <p:nvSpPr>
          <p:cNvPr id="15" name="Legende mit Linie 1 14"/>
          <p:cNvSpPr/>
          <p:nvPr/>
        </p:nvSpPr>
        <p:spPr>
          <a:xfrm>
            <a:off x="9206625" y="3842905"/>
            <a:ext cx="2354895" cy="395902"/>
          </a:xfrm>
          <a:prstGeom prst="borderCallout1">
            <a:avLst>
              <a:gd name="adj1" fmla="val 18750"/>
              <a:gd name="adj2" fmla="val -8333"/>
              <a:gd name="adj3" fmla="val 141533"/>
              <a:gd name="adj4" fmla="val -8248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/>
              <a:t>Heizungs-Vorlauf</a:t>
            </a:r>
          </a:p>
        </p:txBody>
      </p:sp>
      <p:sp>
        <p:nvSpPr>
          <p:cNvPr id="16" name="Legende mit Linie 1 15"/>
          <p:cNvSpPr/>
          <p:nvPr/>
        </p:nvSpPr>
        <p:spPr>
          <a:xfrm>
            <a:off x="9206625" y="4352143"/>
            <a:ext cx="2354895" cy="395902"/>
          </a:xfrm>
          <a:prstGeom prst="borderCallout1">
            <a:avLst>
              <a:gd name="adj1" fmla="val 18750"/>
              <a:gd name="adj2" fmla="val -8333"/>
              <a:gd name="adj3" fmla="val 135205"/>
              <a:gd name="adj4" fmla="val -7716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/>
              <a:t>WP-Heizungs-Rücklauf</a:t>
            </a:r>
          </a:p>
        </p:txBody>
      </p:sp>
      <p:sp>
        <p:nvSpPr>
          <p:cNvPr id="17" name="Legende mit Linie 1 16"/>
          <p:cNvSpPr/>
          <p:nvPr/>
        </p:nvSpPr>
        <p:spPr>
          <a:xfrm>
            <a:off x="9206625" y="4838656"/>
            <a:ext cx="2354895" cy="395902"/>
          </a:xfrm>
          <a:prstGeom prst="borderCallout1">
            <a:avLst>
              <a:gd name="adj1" fmla="val 18750"/>
              <a:gd name="adj2" fmla="val -8333"/>
              <a:gd name="adj3" fmla="val 26050"/>
              <a:gd name="adj4" fmla="val -6174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/>
              <a:t>Rücklauf WWS</a:t>
            </a:r>
          </a:p>
        </p:txBody>
      </p:sp>
    </p:spTree>
    <p:extLst>
      <p:ext uri="{BB962C8B-B14F-4D97-AF65-F5344CB8AC3E}">
        <p14:creationId xmlns:p14="http://schemas.microsoft.com/office/powerpoint/2010/main" val="4120727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erader Verbinder 38"/>
          <p:cNvCxnSpPr/>
          <p:nvPr/>
        </p:nvCxnSpPr>
        <p:spPr>
          <a:xfrm flipH="1">
            <a:off x="1505383" y="4234815"/>
            <a:ext cx="1421967" cy="0"/>
          </a:xfrm>
          <a:prstGeom prst="line">
            <a:avLst/>
          </a:prstGeom>
          <a:ln w="38100" cap="rnd">
            <a:round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el 2">
            <a:extLst>
              <a:ext uri="{FF2B5EF4-FFF2-40B4-BE49-F238E27FC236}">
                <a16:creationId xmlns:a16="http://schemas.microsoft.com/office/drawing/2014/main" id="{95717E49-CC3C-4A81-B738-CEBBF274A0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/>
              <a:t>Heizbetrieb – Winter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6B47841B-FE12-4FC7-95F5-3C7C4723C5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>
                <a:solidFill>
                  <a:srgbClr val="009999"/>
                </a:solidFill>
              </a:rPr>
              <a:t>Wie funktioniert die „Beladeweiche“?</a:t>
            </a:r>
          </a:p>
        </p:txBody>
      </p:sp>
      <p:grpSp>
        <p:nvGrpSpPr>
          <p:cNvPr id="10" name="Gruppieren 9"/>
          <p:cNvGrpSpPr/>
          <p:nvPr/>
        </p:nvGrpSpPr>
        <p:grpSpPr>
          <a:xfrm>
            <a:off x="4940641" y="545706"/>
            <a:ext cx="2193220" cy="4803333"/>
            <a:chOff x="4936566" y="500822"/>
            <a:chExt cx="2193220" cy="4803333"/>
          </a:xfrm>
        </p:grpSpPr>
        <p:pic>
          <p:nvPicPr>
            <p:cNvPr id="7" name="Grafik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36566" y="500822"/>
              <a:ext cx="2193220" cy="4803333"/>
            </a:xfrm>
            <a:prstGeom prst="rect">
              <a:avLst/>
            </a:prstGeom>
          </p:spPr>
        </p:pic>
        <p:sp>
          <p:nvSpPr>
            <p:cNvPr id="8" name="Rechteck 7"/>
            <p:cNvSpPr/>
            <p:nvPr/>
          </p:nvSpPr>
          <p:spPr>
            <a:xfrm>
              <a:off x="5880100" y="2570163"/>
              <a:ext cx="57150" cy="263525"/>
            </a:xfrm>
            <a:prstGeom prst="rect">
              <a:avLst/>
            </a:prstGeom>
            <a:solidFill>
              <a:srgbClr val="FEFF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Rechteck 8"/>
            <p:cNvSpPr/>
            <p:nvPr/>
          </p:nvSpPr>
          <p:spPr>
            <a:xfrm>
              <a:off x="6054725" y="2587626"/>
              <a:ext cx="57150" cy="263525"/>
            </a:xfrm>
            <a:prstGeom prst="rect">
              <a:avLst/>
            </a:prstGeom>
            <a:solidFill>
              <a:srgbClr val="FEFF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14" name="Gerader Verbinder 13"/>
          <p:cNvCxnSpPr/>
          <p:nvPr/>
        </p:nvCxnSpPr>
        <p:spPr>
          <a:xfrm flipH="1">
            <a:off x="1559871" y="3952240"/>
            <a:ext cx="4241489" cy="25700"/>
          </a:xfrm>
          <a:prstGeom prst="line">
            <a:avLst/>
          </a:prstGeom>
          <a:ln w="381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/>
          <p:cNvCxnSpPr/>
          <p:nvPr/>
        </p:nvCxnSpPr>
        <p:spPr>
          <a:xfrm flipV="1">
            <a:off x="5801360" y="2937466"/>
            <a:ext cx="0" cy="1014775"/>
          </a:xfrm>
          <a:prstGeom prst="line">
            <a:avLst/>
          </a:prstGeom>
          <a:ln w="38100" cap="rnd"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/>
          <p:cNvCxnSpPr>
            <a:endCxn id="43" idx="3"/>
          </p:cNvCxnSpPr>
          <p:nvPr/>
        </p:nvCxnSpPr>
        <p:spPr>
          <a:xfrm flipH="1">
            <a:off x="3165184" y="4203055"/>
            <a:ext cx="2917405" cy="35270"/>
          </a:xfrm>
          <a:prstGeom prst="line">
            <a:avLst/>
          </a:prstGeom>
          <a:ln w="38100" cap="rnd">
            <a:solidFill>
              <a:schemeClr val="tx1">
                <a:lumMod val="60000"/>
                <a:lumOff val="40000"/>
              </a:schemeClr>
            </a:solidFill>
            <a:round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/>
          <p:cNvCxnSpPr/>
          <p:nvPr/>
        </p:nvCxnSpPr>
        <p:spPr>
          <a:xfrm flipH="1">
            <a:off x="3025775" y="5564717"/>
            <a:ext cx="2894542" cy="7353"/>
          </a:xfrm>
          <a:prstGeom prst="line">
            <a:avLst/>
          </a:prstGeom>
          <a:ln w="38100" cap="rnd"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/>
          <p:cNvCxnSpPr/>
          <p:nvPr/>
        </p:nvCxnSpPr>
        <p:spPr>
          <a:xfrm>
            <a:off x="5937250" y="5068643"/>
            <a:ext cx="0" cy="486732"/>
          </a:xfrm>
          <a:prstGeom prst="line">
            <a:avLst/>
          </a:prstGeom>
          <a:ln w="38100" cap="rnd">
            <a:round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/>
          <p:cNvCxnSpPr/>
          <p:nvPr/>
        </p:nvCxnSpPr>
        <p:spPr>
          <a:xfrm flipH="1">
            <a:off x="5920318" y="5563043"/>
            <a:ext cx="4397586" cy="1674"/>
          </a:xfrm>
          <a:prstGeom prst="line">
            <a:avLst/>
          </a:prstGeom>
          <a:ln w="38100" cap="rnd"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uppieren 34"/>
          <p:cNvGrpSpPr/>
          <p:nvPr/>
        </p:nvGrpSpPr>
        <p:grpSpPr>
          <a:xfrm rot="16200000">
            <a:off x="2195785" y="4125289"/>
            <a:ext cx="216000" cy="219053"/>
            <a:chOff x="4986923" y="3839290"/>
            <a:chExt cx="360000" cy="360000"/>
          </a:xfrm>
        </p:grpSpPr>
        <p:sp>
          <p:nvSpPr>
            <p:cNvPr id="36" name="Ellipse 35"/>
            <p:cNvSpPr/>
            <p:nvPr/>
          </p:nvSpPr>
          <p:spPr bwMode="auto">
            <a:xfrm flipH="1">
              <a:off x="4986923" y="3839290"/>
              <a:ext cx="360000" cy="3600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  <p:sp>
          <p:nvSpPr>
            <p:cNvPr id="37" name="Gleichschenkliges Dreieck 36"/>
            <p:cNvSpPr/>
            <p:nvPr/>
          </p:nvSpPr>
          <p:spPr bwMode="auto">
            <a:xfrm flipH="1">
              <a:off x="5022887" y="3839290"/>
              <a:ext cx="288032" cy="270030"/>
            </a:xfrm>
            <a:prstGeom prst="triangl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</p:grpSp>
      <p:cxnSp>
        <p:nvCxnSpPr>
          <p:cNvPr id="49" name="Gerader Verbinder 48"/>
          <p:cNvCxnSpPr>
            <a:stCxn id="45" idx="3"/>
          </p:cNvCxnSpPr>
          <p:nvPr/>
        </p:nvCxnSpPr>
        <p:spPr>
          <a:xfrm flipH="1">
            <a:off x="3025775" y="4366576"/>
            <a:ext cx="16667" cy="1205494"/>
          </a:xfrm>
          <a:prstGeom prst="line">
            <a:avLst/>
          </a:prstGeom>
          <a:ln w="38100" cap="rnd">
            <a:round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uppieren 41"/>
          <p:cNvGrpSpPr/>
          <p:nvPr/>
        </p:nvGrpSpPr>
        <p:grpSpPr>
          <a:xfrm rot="16200000">
            <a:off x="2944365" y="4145757"/>
            <a:ext cx="192384" cy="249254"/>
            <a:chOff x="4265896" y="4280458"/>
            <a:chExt cx="270010" cy="354676"/>
          </a:xfrm>
        </p:grpSpPr>
        <p:sp>
          <p:nvSpPr>
            <p:cNvPr id="43" name="Gleichschenkliges Dreieck 42"/>
            <p:cNvSpPr/>
            <p:nvPr/>
          </p:nvSpPr>
          <p:spPr bwMode="auto">
            <a:xfrm flipH="1">
              <a:off x="4355886" y="4455114"/>
              <a:ext cx="180020" cy="180020"/>
            </a:xfrm>
            <a:prstGeom prst="triangl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  <p:sp>
          <p:nvSpPr>
            <p:cNvPr id="44" name="Gleichschenkliges Dreieck 43"/>
            <p:cNvSpPr/>
            <p:nvPr/>
          </p:nvSpPr>
          <p:spPr bwMode="auto">
            <a:xfrm rot="10800000" flipH="1">
              <a:off x="4355886" y="4280458"/>
              <a:ext cx="180020" cy="180020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  <p:sp>
          <p:nvSpPr>
            <p:cNvPr id="45" name="Gleichschenkliges Dreieck 44"/>
            <p:cNvSpPr/>
            <p:nvPr/>
          </p:nvSpPr>
          <p:spPr bwMode="auto">
            <a:xfrm rot="5400000" flipH="1">
              <a:off x="4265896" y="4370468"/>
              <a:ext cx="180020" cy="180020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</p:grpSp>
      <p:cxnSp>
        <p:nvCxnSpPr>
          <p:cNvPr id="54" name="Gerader Verbinder 53"/>
          <p:cNvCxnSpPr/>
          <p:nvPr/>
        </p:nvCxnSpPr>
        <p:spPr>
          <a:xfrm>
            <a:off x="6287368" y="4541520"/>
            <a:ext cx="4030536" cy="4022"/>
          </a:xfrm>
          <a:prstGeom prst="line">
            <a:avLst/>
          </a:prstGeom>
          <a:ln w="38100" cap="rnd">
            <a:round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uppieren 56"/>
          <p:cNvGrpSpPr/>
          <p:nvPr/>
        </p:nvGrpSpPr>
        <p:grpSpPr>
          <a:xfrm rot="5400000">
            <a:off x="8683641" y="4426914"/>
            <a:ext cx="216000" cy="219053"/>
            <a:chOff x="4986923" y="3839290"/>
            <a:chExt cx="360000" cy="360000"/>
          </a:xfrm>
        </p:grpSpPr>
        <p:sp>
          <p:nvSpPr>
            <p:cNvPr id="58" name="Ellipse 57"/>
            <p:cNvSpPr/>
            <p:nvPr/>
          </p:nvSpPr>
          <p:spPr bwMode="auto">
            <a:xfrm flipH="1">
              <a:off x="4986923" y="3839290"/>
              <a:ext cx="360000" cy="3600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  <p:sp>
          <p:nvSpPr>
            <p:cNvPr id="59" name="Gleichschenkliges Dreieck 58"/>
            <p:cNvSpPr/>
            <p:nvPr/>
          </p:nvSpPr>
          <p:spPr bwMode="auto">
            <a:xfrm flipH="1">
              <a:off x="5022887" y="3839290"/>
              <a:ext cx="288032" cy="270030"/>
            </a:xfrm>
            <a:prstGeom prst="triangl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</p:grpSp>
      <p:cxnSp>
        <p:nvCxnSpPr>
          <p:cNvPr id="60" name="Gerader Verbinder 59"/>
          <p:cNvCxnSpPr/>
          <p:nvPr/>
        </p:nvCxnSpPr>
        <p:spPr>
          <a:xfrm flipV="1">
            <a:off x="10317905" y="4534995"/>
            <a:ext cx="0" cy="341630"/>
          </a:xfrm>
          <a:prstGeom prst="line">
            <a:avLst/>
          </a:prstGeom>
          <a:ln w="38100" cap="rnd">
            <a:round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Gerader Verbinder 79"/>
          <p:cNvCxnSpPr>
            <a:endCxn id="75" idx="0"/>
          </p:cNvCxnSpPr>
          <p:nvPr/>
        </p:nvCxnSpPr>
        <p:spPr>
          <a:xfrm flipV="1">
            <a:off x="10317904" y="5269689"/>
            <a:ext cx="1" cy="264188"/>
          </a:xfrm>
          <a:prstGeom prst="line">
            <a:avLst/>
          </a:prstGeom>
          <a:ln w="38100" cap="rnd">
            <a:round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Ellipse 74"/>
          <p:cNvSpPr/>
          <p:nvPr/>
        </p:nvSpPr>
        <p:spPr bwMode="auto">
          <a:xfrm rot="10800000" flipH="1">
            <a:off x="10139854" y="4872261"/>
            <a:ext cx="356099" cy="383493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cs typeface="Arial" charset="0"/>
            </a:endParaRPr>
          </a:p>
        </p:txBody>
      </p:sp>
      <p:sp>
        <p:nvSpPr>
          <p:cNvPr id="76" name="Ellipse 75"/>
          <p:cNvSpPr/>
          <p:nvPr/>
        </p:nvSpPr>
        <p:spPr bwMode="auto">
          <a:xfrm rot="10800000" flipH="1">
            <a:off x="10199959" y="4929172"/>
            <a:ext cx="235891" cy="2699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cs typeface="Arial" charset="0"/>
            </a:endParaRPr>
          </a:p>
        </p:txBody>
      </p:sp>
      <p:sp>
        <p:nvSpPr>
          <p:cNvPr id="83" name="Textfeld 82"/>
          <p:cNvSpPr txBox="1"/>
          <p:nvPr/>
        </p:nvSpPr>
        <p:spPr>
          <a:xfrm>
            <a:off x="10435851" y="4943107"/>
            <a:ext cx="7666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Heizkreis</a:t>
            </a:r>
            <a:endParaRPr lang="de-DE"/>
          </a:p>
        </p:txBody>
      </p:sp>
      <p:sp>
        <p:nvSpPr>
          <p:cNvPr id="85" name="Textfeld 84"/>
          <p:cNvSpPr txBox="1"/>
          <p:nvPr/>
        </p:nvSpPr>
        <p:spPr>
          <a:xfrm>
            <a:off x="3955257" y="4656588"/>
            <a:ext cx="10105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Warmwasser</a:t>
            </a:r>
            <a:endParaRPr lang="de-DE"/>
          </a:p>
        </p:txBody>
      </p:sp>
      <p:cxnSp>
        <p:nvCxnSpPr>
          <p:cNvPr id="95" name="Gerader Verbinder 94"/>
          <p:cNvCxnSpPr/>
          <p:nvPr/>
        </p:nvCxnSpPr>
        <p:spPr>
          <a:xfrm flipH="1">
            <a:off x="3984548" y="4521508"/>
            <a:ext cx="1942055" cy="16696"/>
          </a:xfrm>
          <a:prstGeom prst="line">
            <a:avLst/>
          </a:prstGeom>
          <a:ln w="38100" cap="rnd">
            <a:solidFill>
              <a:schemeClr val="tx1">
                <a:lumMod val="60000"/>
                <a:lumOff val="40000"/>
              </a:schemeClr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Gerader Verbinder 96"/>
          <p:cNvCxnSpPr/>
          <p:nvPr/>
        </p:nvCxnSpPr>
        <p:spPr>
          <a:xfrm flipV="1">
            <a:off x="3984546" y="5057596"/>
            <a:ext cx="1517606" cy="5570"/>
          </a:xfrm>
          <a:prstGeom prst="line">
            <a:avLst/>
          </a:prstGeom>
          <a:ln w="38100" cap="rnd">
            <a:solidFill>
              <a:schemeClr val="tx1">
                <a:lumMod val="60000"/>
                <a:lumOff val="40000"/>
              </a:schemeClr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Gerader Verbinder 100"/>
          <p:cNvCxnSpPr/>
          <p:nvPr/>
        </p:nvCxnSpPr>
        <p:spPr>
          <a:xfrm>
            <a:off x="6265901" y="2937466"/>
            <a:ext cx="21467" cy="1584509"/>
          </a:xfrm>
          <a:prstGeom prst="line">
            <a:avLst/>
          </a:prstGeom>
          <a:ln w="38100" cap="rnd">
            <a:round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Gerader Verbinder 105"/>
          <p:cNvCxnSpPr/>
          <p:nvPr/>
        </p:nvCxnSpPr>
        <p:spPr>
          <a:xfrm>
            <a:off x="5908231" y="838200"/>
            <a:ext cx="19667" cy="3224257"/>
          </a:xfrm>
          <a:prstGeom prst="line">
            <a:avLst/>
          </a:prstGeom>
          <a:ln w="38100" cap="rnd">
            <a:solidFill>
              <a:schemeClr val="tx1">
                <a:lumMod val="60000"/>
                <a:lumOff val="40000"/>
              </a:schemeClr>
            </a:solidFill>
            <a:round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Gerader Verbinder 109"/>
          <p:cNvCxnSpPr/>
          <p:nvPr/>
        </p:nvCxnSpPr>
        <p:spPr>
          <a:xfrm>
            <a:off x="6081878" y="2588716"/>
            <a:ext cx="711" cy="1614921"/>
          </a:xfrm>
          <a:prstGeom prst="line">
            <a:avLst/>
          </a:prstGeom>
          <a:ln w="38100" cap="rnd">
            <a:solidFill>
              <a:schemeClr val="tx1">
                <a:lumMod val="60000"/>
                <a:lumOff val="40000"/>
              </a:schemeClr>
            </a:solidFill>
            <a:round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Gerader Verbinder 112"/>
          <p:cNvCxnSpPr/>
          <p:nvPr/>
        </p:nvCxnSpPr>
        <p:spPr>
          <a:xfrm>
            <a:off x="5926603" y="4295451"/>
            <a:ext cx="1295" cy="221829"/>
          </a:xfrm>
          <a:prstGeom prst="line">
            <a:avLst/>
          </a:prstGeom>
          <a:ln w="38100" cap="rnd">
            <a:solidFill>
              <a:schemeClr val="tx1">
                <a:lumMod val="60000"/>
                <a:lumOff val="40000"/>
              </a:schemeClr>
            </a:solidFill>
            <a:round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" name="Gruppieren 86"/>
          <p:cNvGrpSpPr/>
          <p:nvPr/>
        </p:nvGrpSpPr>
        <p:grpSpPr>
          <a:xfrm rot="16200000">
            <a:off x="4327662" y="4420329"/>
            <a:ext cx="216000" cy="219053"/>
            <a:chOff x="4986923" y="3839290"/>
            <a:chExt cx="360000" cy="360000"/>
          </a:xfrm>
        </p:grpSpPr>
        <p:sp>
          <p:nvSpPr>
            <p:cNvPr id="88" name="Ellipse 87"/>
            <p:cNvSpPr/>
            <p:nvPr/>
          </p:nvSpPr>
          <p:spPr bwMode="auto">
            <a:xfrm flipH="1">
              <a:off x="4986923" y="3839290"/>
              <a:ext cx="360000" cy="3600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  <p:sp>
          <p:nvSpPr>
            <p:cNvPr id="89" name="Gleichschenkliges Dreieck 88"/>
            <p:cNvSpPr/>
            <p:nvPr/>
          </p:nvSpPr>
          <p:spPr bwMode="auto">
            <a:xfrm flipH="1">
              <a:off x="5022887" y="3839290"/>
              <a:ext cx="288032" cy="270030"/>
            </a:xfrm>
            <a:prstGeom prst="triangle">
              <a:avLst/>
            </a:prstGeom>
            <a:solidFill>
              <a:schemeClr val="tx1"/>
            </a:solidFill>
            <a:ln w="9525" cap="flat" cmpd="sng" algn="ctr">
              <a:solidFill>
                <a:schemeClr val="tx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</p:grpSp>
      <p:cxnSp>
        <p:nvCxnSpPr>
          <p:cNvPr id="121" name="Gerader Verbinder 120"/>
          <p:cNvCxnSpPr/>
          <p:nvPr/>
        </p:nvCxnSpPr>
        <p:spPr>
          <a:xfrm flipH="1">
            <a:off x="3384029" y="4545542"/>
            <a:ext cx="341763" cy="2074"/>
          </a:xfrm>
          <a:prstGeom prst="line">
            <a:avLst/>
          </a:prstGeom>
          <a:ln w="38100" cap="rnd">
            <a:solidFill>
              <a:schemeClr val="tx1">
                <a:lumMod val="60000"/>
                <a:lumOff val="40000"/>
              </a:schemeClr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Gerader Verbinder 123"/>
          <p:cNvCxnSpPr/>
          <p:nvPr/>
        </p:nvCxnSpPr>
        <p:spPr>
          <a:xfrm flipH="1">
            <a:off x="3374442" y="5066569"/>
            <a:ext cx="341763" cy="2074"/>
          </a:xfrm>
          <a:prstGeom prst="line">
            <a:avLst/>
          </a:prstGeom>
          <a:ln w="38100" cap="rnd">
            <a:solidFill>
              <a:schemeClr val="tx1">
                <a:lumMod val="60000"/>
                <a:lumOff val="40000"/>
              </a:schemeClr>
            </a:solidFill>
            <a:round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4" name="Gruppieren 93"/>
          <p:cNvGrpSpPr/>
          <p:nvPr/>
        </p:nvGrpSpPr>
        <p:grpSpPr>
          <a:xfrm>
            <a:off x="3725792" y="4456412"/>
            <a:ext cx="239580" cy="727701"/>
            <a:chOff x="3725792" y="4456412"/>
            <a:chExt cx="239580" cy="727701"/>
          </a:xfrm>
        </p:grpSpPr>
        <p:sp>
          <p:nvSpPr>
            <p:cNvPr id="86" name="Rechteck 85"/>
            <p:cNvSpPr/>
            <p:nvPr/>
          </p:nvSpPr>
          <p:spPr bwMode="auto">
            <a:xfrm>
              <a:off x="3725792" y="4456412"/>
              <a:ext cx="239579" cy="727701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  <p:cxnSp>
          <p:nvCxnSpPr>
            <p:cNvPr id="91" name="Gerader Verbinder 90"/>
            <p:cNvCxnSpPr/>
            <p:nvPr/>
          </p:nvCxnSpPr>
          <p:spPr>
            <a:xfrm flipH="1">
              <a:off x="3725792" y="4456412"/>
              <a:ext cx="239580" cy="72480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Rechteck 124"/>
          <p:cNvSpPr/>
          <p:nvPr/>
        </p:nvSpPr>
        <p:spPr bwMode="auto">
          <a:xfrm>
            <a:off x="387070" y="3624481"/>
            <a:ext cx="1135002" cy="981692"/>
          </a:xfrm>
          <a:prstGeom prst="rect">
            <a:avLst/>
          </a:prstGeom>
          <a:solidFill>
            <a:schemeClr val="bg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rPr>
              <a:t>Wärme-</a:t>
            </a:r>
            <a:br>
              <a: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rPr>
            </a:br>
            <a:r>
              <a: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rPr>
              <a:t>pumpe</a:t>
            </a:r>
          </a:p>
        </p:txBody>
      </p:sp>
      <p:sp>
        <p:nvSpPr>
          <p:cNvPr id="24" name="Freihandform 23"/>
          <p:cNvSpPr/>
          <p:nvPr/>
        </p:nvSpPr>
        <p:spPr>
          <a:xfrm>
            <a:off x="5768975" y="2670175"/>
            <a:ext cx="631825" cy="238125"/>
          </a:xfrm>
          <a:custGeom>
            <a:avLst/>
            <a:gdLst>
              <a:gd name="connsiteX0" fmla="*/ 25400 w 631825"/>
              <a:gd name="connsiteY0" fmla="*/ 233363 h 238125"/>
              <a:gd name="connsiteX1" fmla="*/ 26988 w 631825"/>
              <a:gd name="connsiteY1" fmla="*/ 225425 h 238125"/>
              <a:gd name="connsiteX2" fmla="*/ 30163 w 631825"/>
              <a:gd name="connsiteY2" fmla="*/ 220663 h 238125"/>
              <a:gd name="connsiteX3" fmla="*/ 28575 w 631825"/>
              <a:gd name="connsiteY3" fmla="*/ 173038 h 238125"/>
              <a:gd name="connsiteX4" fmla="*/ 19050 w 631825"/>
              <a:gd name="connsiteY4" fmla="*/ 166688 h 238125"/>
              <a:gd name="connsiteX5" fmla="*/ 14288 w 631825"/>
              <a:gd name="connsiteY5" fmla="*/ 160338 h 238125"/>
              <a:gd name="connsiteX6" fmla="*/ 9525 w 631825"/>
              <a:gd name="connsiteY6" fmla="*/ 150813 h 238125"/>
              <a:gd name="connsiteX7" fmla="*/ 4763 w 631825"/>
              <a:gd name="connsiteY7" fmla="*/ 147638 h 238125"/>
              <a:gd name="connsiteX8" fmla="*/ 3175 w 631825"/>
              <a:gd name="connsiteY8" fmla="*/ 139700 h 238125"/>
              <a:gd name="connsiteX9" fmla="*/ 1588 w 631825"/>
              <a:gd name="connsiteY9" fmla="*/ 134938 h 238125"/>
              <a:gd name="connsiteX10" fmla="*/ 0 w 631825"/>
              <a:gd name="connsiteY10" fmla="*/ 125413 h 238125"/>
              <a:gd name="connsiteX11" fmla="*/ 3175 w 631825"/>
              <a:gd name="connsiteY11" fmla="*/ 84138 h 238125"/>
              <a:gd name="connsiteX12" fmla="*/ 11113 w 631825"/>
              <a:gd name="connsiteY12" fmla="*/ 69850 h 238125"/>
              <a:gd name="connsiteX13" fmla="*/ 25400 w 631825"/>
              <a:gd name="connsiteY13" fmla="*/ 58738 h 238125"/>
              <a:gd name="connsiteX14" fmla="*/ 30163 w 631825"/>
              <a:gd name="connsiteY14" fmla="*/ 53975 h 238125"/>
              <a:gd name="connsiteX15" fmla="*/ 38100 w 631825"/>
              <a:gd name="connsiteY15" fmla="*/ 52388 h 238125"/>
              <a:gd name="connsiteX16" fmla="*/ 49213 w 631825"/>
              <a:gd name="connsiteY16" fmla="*/ 49213 h 238125"/>
              <a:gd name="connsiteX17" fmla="*/ 57150 w 631825"/>
              <a:gd name="connsiteY17" fmla="*/ 46038 h 238125"/>
              <a:gd name="connsiteX18" fmla="*/ 61913 w 631825"/>
              <a:gd name="connsiteY18" fmla="*/ 44450 h 238125"/>
              <a:gd name="connsiteX19" fmla="*/ 71438 w 631825"/>
              <a:gd name="connsiteY19" fmla="*/ 39688 h 238125"/>
              <a:gd name="connsiteX20" fmla="*/ 76200 w 631825"/>
              <a:gd name="connsiteY20" fmla="*/ 36513 h 238125"/>
              <a:gd name="connsiteX21" fmla="*/ 85725 w 631825"/>
              <a:gd name="connsiteY21" fmla="*/ 33338 h 238125"/>
              <a:gd name="connsiteX22" fmla="*/ 96838 w 631825"/>
              <a:gd name="connsiteY22" fmla="*/ 30163 h 238125"/>
              <a:gd name="connsiteX23" fmla="*/ 107950 w 631825"/>
              <a:gd name="connsiteY23" fmla="*/ 28575 h 238125"/>
              <a:gd name="connsiteX24" fmla="*/ 117475 w 631825"/>
              <a:gd name="connsiteY24" fmla="*/ 25400 h 238125"/>
              <a:gd name="connsiteX25" fmla="*/ 130175 w 631825"/>
              <a:gd name="connsiteY25" fmla="*/ 22225 h 238125"/>
              <a:gd name="connsiteX26" fmla="*/ 134938 w 631825"/>
              <a:gd name="connsiteY26" fmla="*/ 19050 h 238125"/>
              <a:gd name="connsiteX27" fmla="*/ 149225 w 631825"/>
              <a:gd name="connsiteY27" fmla="*/ 17463 h 238125"/>
              <a:gd name="connsiteX28" fmla="*/ 158750 w 631825"/>
              <a:gd name="connsiteY28" fmla="*/ 15875 h 238125"/>
              <a:gd name="connsiteX29" fmla="*/ 180975 w 631825"/>
              <a:gd name="connsiteY29" fmla="*/ 11113 h 238125"/>
              <a:gd name="connsiteX30" fmla="*/ 230188 w 631825"/>
              <a:gd name="connsiteY30" fmla="*/ 6350 h 238125"/>
              <a:gd name="connsiteX31" fmla="*/ 269875 w 631825"/>
              <a:gd name="connsiteY31" fmla="*/ 3175 h 238125"/>
              <a:gd name="connsiteX32" fmla="*/ 284163 w 631825"/>
              <a:gd name="connsiteY32" fmla="*/ 1588 h 238125"/>
              <a:gd name="connsiteX33" fmla="*/ 373063 w 631825"/>
              <a:gd name="connsiteY33" fmla="*/ 0 h 238125"/>
              <a:gd name="connsiteX34" fmla="*/ 554038 w 631825"/>
              <a:gd name="connsiteY34" fmla="*/ 1588 h 238125"/>
              <a:gd name="connsiteX35" fmla="*/ 561975 w 631825"/>
              <a:gd name="connsiteY35" fmla="*/ 3175 h 238125"/>
              <a:gd name="connsiteX36" fmla="*/ 571500 w 631825"/>
              <a:gd name="connsiteY36" fmla="*/ 6350 h 238125"/>
              <a:gd name="connsiteX37" fmla="*/ 582613 w 631825"/>
              <a:gd name="connsiteY37" fmla="*/ 11113 h 238125"/>
              <a:gd name="connsiteX38" fmla="*/ 596900 w 631825"/>
              <a:gd name="connsiteY38" fmla="*/ 19050 h 238125"/>
              <a:gd name="connsiteX39" fmla="*/ 601663 w 631825"/>
              <a:gd name="connsiteY39" fmla="*/ 22225 h 238125"/>
              <a:gd name="connsiteX40" fmla="*/ 609600 w 631825"/>
              <a:gd name="connsiteY40" fmla="*/ 25400 h 238125"/>
              <a:gd name="connsiteX41" fmla="*/ 612775 w 631825"/>
              <a:gd name="connsiteY41" fmla="*/ 30163 h 238125"/>
              <a:gd name="connsiteX42" fmla="*/ 617538 w 631825"/>
              <a:gd name="connsiteY42" fmla="*/ 33338 h 238125"/>
              <a:gd name="connsiteX43" fmla="*/ 625475 w 631825"/>
              <a:gd name="connsiteY43" fmla="*/ 42863 h 238125"/>
              <a:gd name="connsiteX44" fmla="*/ 631825 w 631825"/>
              <a:gd name="connsiteY44" fmla="*/ 52388 h 238125"/>
              <a:gd name="connsiteX45" fmla="*/ 630238 w 631825"/>
              <a:gd name="connsiteY45" fmla="*/ 76200 h 238125"/>
              <a:gd name="connsiteX46" fmla="*/ 622300 w 631825"/>
              <a:gd name="connsiteY46" fmla="*/ 90488 h 238125"/>
              <a:gd name="connsiteX47" fmla="*/ 614363 w 631825"/>
              <a:gd name="connsiteY47" fmla="*/ 100013 h 238125"/>
              <a:gd name="connsiteX48" fmla="*/ 609600 w 631825"/>
              <a:gd name="connsiteY48" fmla="*/ 101600 h 238125"/>
              <a:gd name="connsiteX49" fmla="*/ 606425 w 631825"/>
              <a:gd name="connsiteY49" fmla="*/ 106363 h 238125"/>
              <a:gd name="connsiteX50" fmla="*/ 596900 w 631825"/>
              <a:gd name="connsiteY50" fmla="*/ 111125 h 238125"/>
              <a:gd name="connsiteX51" fmla="*/ 582613 w 631825"/>
              <a:gd name="connsiteY51" fmla="*/ 120650 h 238125"/>
              <a:gd name="connsiteX52" fmla="*/ 577850 w 631825"/>
              <a:gd name="connsiteY52" fmla="*/ 123825 h 238125"/>
              <a:gd name="connsiteX53" fmla="*/ 573088 w 631825"/>
              <a:gd name="connsiteY53" fmla="*/ 125413 h 238125"/>
              <a:gd name="connsiteX54" fmla="*/ 568325 w 631825"/>
              <a:gd name="connsiteY54" fmla="*/ 128588 h 238125"/>
              <a:gd name="connsiteX55" fmla="*/ 558800 w 631825"/>
              <a:gd name="connsiteY55" fmla="*/ 131763 h 238125"/>
              <a:gd name="connsiteX56" fmla="*/ 554038 w 631825"/>
              <a:gd name="connsiteY56" fmla="*/ 133350 h 238125"/>
              <a:gd name="connsiteX57" fmla="*/ 544513 w 631825"/>
              <a:gd name="connsiteY57" fmla="*/ 141288 h 238125"/>
              <a:gd name="connsiteX58" fmla="*/ 534988 w 631825"/>
              <a:gd name="connsiteY58" fmla="*/ 149225 h 238125"/>
              <a:gd name="connsiteX59" fmla="*/ 528638 w 631825"/>
              <a:gd name="connsiteY59" fmla="*/ 158750 h 238125"/>
              <a:gd name="connsiteX60" fmla="*/ 525463 w 631825"/>
              <a:gd name="connsiteY60" fmla="*/ 163513 h 238125"/>
              <a:gd name="connsiteX61" fmla="*/ 517525 w 631825"/>
              <a:gd name="connsiteY61" fmla="*/ 173038 h 238125"/>
              <a:gd name="connsiteX62" fmla="*/ 512763 w 631825"/>
              <a:gd name="connsiteY62" fmla="*/ 177800 h 238125"/>
              <a:gd name="connsiteX63" fmla="*/ 509588 w 631825"/>
              <a:gd name="connsiteY63" fmla="*/ 182563 h 238125"/>
              <a:gd name="connsiteX64" fmla="*/ 506413 w 631825"/>
              <a:gd name="connsiteY64" fmla="*/ 192088 h 238125"/>
              <a:gd name="connsiteX65" fmla="*/ 498475 w 631825"/>
              <a:gd name="connsiteY65" fmla="*/ 201613 h 238125"/>
              <a:gd name="connsiteX66" fmla="*/ 495300 w 631825"/>
              <a:gd name="connsiteY66" fmla="*/ 211138 h 238125"/>
              <a:gd name="connsiteX67" fmla="*/ 493713 w 631825"/>
              <a:gd name="connsiteY67" fmla="*/ 238125 h 238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631825" h="238125">
                <a:moveTo>
                  <a:pt x="25400" y="233363"/>
                </a:moveTo>
                <a:cubicBezTo>
                  <a:pt x="25929" y="230717"/>
                  <a:pt x="26040" y="227952"/>
                  <a:pt x="26988" y="225425"/>
                </a:cubicBezTo>
                <a:cubicBezTo>
                  <a:pt x="27658" y="223639"/>
                  <a:pt x="30105" y="222570"/>
                  <a:pt x="30163" y="220663"/>
                </a:cubicBezTo>
                <a:cubicBezTo>
                  <a:pt x="30644" y="204786"/>
                  <a:pt x="31778" y="188595"/>
                  <a:pt x="28575" y="173038"/>
                </a:cubicBezTo>
                <a:cubicBezTo>
                  <a:pt x="27805" y="169301"/>
                  <a:pt x="19050" y="166688"/>
                  <a:pt x="19050" y="166688"/>
                </a:cubicBezTo>
                <a:cubicBezTo>
                  <a:pt x="17463" y="164571"/>
                  <a:pt x="15601" y="162635"/>
                  <a:pt x="14288" y="160338"/>
                </a:cubicBezTo>
                <a:cubicBezTo>
                  <a:pt x="10845" y="154313"/>
                  <a:pt x="15055" y="156343"/>
                  <a:pt x="9525" y="150813"/>
                </a:cubicBezTo>
                <a:cubicBezTo>
                  <a:pt x="8176" y="149464"/>
                  <a:pt x="6350" y="148696"/>
                  <a:pt x="4763" y="147638"/>
                </a:cubicBezTo>
                <a:cubicBezTo>
                  <a:pt x="4234" y="144992"/>
                  <a:pt x="3829" y="142318"/>
                  <a:pt x="3175" y="139700"/>
                </a:cubicBezTo>
                <a:cubicBezTo>
                  <a:pt x="2769" y="138077"/>
                  <a:pt x="1951" y="136571"/>
                  <a:pt x="1588" y="134938"/>
                </a:cubicBezTo>
                <a:cubicBezTo>
                  <a:pt x="890" y="131796"/>
                  <a:pt x="529" y="128588"/>
                  <a:pt x="0" y="125413"/>
                </a:cubicBezTo>
                <a:cubicBezTo>
                  <a:pt x="1048" y="102355"/>
                  <a:pt x="-1118" y="99164"/>
                  <a:pt x="3175" y="84138"/>
                </a:cubicBezTo>
                <a:cubicBezTo>
                  <a:pt x="4772" y="78549"/>
                  <a:pt x="6567" y="74396"/>
                  <a:pt x="11113" y="69850"/>
                </a:cubicBezTo>
                <a:cubicBezTo>
                  <a:pt x="21821" y="59142"/>
                  <a:pt x="16378" y="61745"/>
                  <a:pt x="25400" y="58738"/>
                </a:cubicBezTo>
                <a:cubicBezTo>
                  <a:pt x="26988" y="57150"/>
                  <a:pt x="28155" y="54979"/>
                  <a:pt x="30163" y="53975"/>
                </a:cubicBezTo>
                <a:cubicBezTo>
                  <a:pt x="32576" y="52768"/>
                  <a:pt x="35466" y="52973"/>
                  <a:pt x="38100" y="52388"/>
                </a:cubicBezTo>
                <a:cubicBezTo>
                  <a:pt x="42183" y="51481"/>
                  <a:pt x="45364" y="50656"/>
                  <a:pt x="49213" y="49213"/>
                </a:cubicBezTo>
                <a:cubicBezTo>
                  <a:pt x="51881" y="48213"/>
                  <a:pt x="54482" y="47039"/>
                  <a:pt x="57150" y="46038"/>
                </a:cubicBezTo>
                <a:cubicBezTo>
                  <a:pt x="58717" y="45450"/>
                  <a:pt x="60416" y="45199"/>
                  <a:pt x="61913" y="44450"/>
                </a:cubicBezTo>
                <a:cubicBezTo>
                  <a:pt x="74215" y="38298"/>
                  <a:pt x="59472" y="43675"/>
                  <a:pt x="71438" y="39688"/>
                </a:cubicBezTo>
                <a:cubicBezTo>
                  <a:pt x="73025" y="38630"/>
                  <a:pt x="74457" y="37288"/>
                  <a:pt x="76200" y="36513"/>
                </a:cubicBezTo>
                <a:cubicBezTo>
                  <a:pt x="79258" y="35154"/>
                  <a:pt x="82550" y="34396"/>
                  <a:pt x="85725" y="33338"/>
                </a:cubicBezTo>
                <a:cubicBezTo>
                  <a:pt x="89811" y="31976"/>
                  <a:pt x="92445" y="30962"/>
                  <a:pt x="96838" y="30163"/>
                </a:cubicBezTo>
                <a:cubicBezTo>
                  <a:pt x="100519" y="29494"/>
                  <a:pt x="104246" y="29104"/>
                  <a:pt x="107950" y="28575"/>
                </a:cubicBezTo>
                <a:cubicBezTo>
                  <a:pt x="111125" y="27517"/>
                  <a:pt x="114193" y="26056"/>
                  <a:pt x="117475" y="25400"/>
                </a:cubicBezTo>
                <a:cubicBezTo>
                  <a:pt x="120500" y="24795"/>
                  <a:pt x="126917" y="23854"/>
                  <a:pt x="130175" y="22225"/>
                </a:cubicBezTo>
                <a:cubicBezTo>
                  <a:pt x="131882" y="21372"/>
                  <a:pt x="133087" y="19513"/>
                  <a:pt x="134938" y="19050"/>
                </a:cubicBezTo>
                <a:cubicBezTo>
                  <a:pt x="139587" y="17888"/>
                  <a:pt x="144475" y="18096"/>
                  <a:pt x="149225" y="17463"/>
                </a:cubicBezTo>
                <a:cubicBezTo>
                  <a:pt x="152416" y="17038"/>
                  <a:pt x="155603" y="16550"/>
                  <a:pt x="158750" y="15875"/>
                </a:cubicBezTo>
                <a:cubicBezTo>
                  <a:pt x="169960" y="13473"/>
                  <a:pt x="170548" y="12271"/>
                  <a:pt x="180975" y="11113"/>
                </a:cubicBezTo>
                <a:cubicBezTo>
                  <a:pt x="197355" y="9293"/>
                  <a:pt x="213789" y="7990"/>
                  <a:pt x="230188" y="6350"/>
                </a:cubicBezTo>
                <a:cubicBezTo>
                  <a:pt x="248054" y="1885"/>
                  <a:pt x="230670" y="5789"/>
                  <a:pt x="269875" y="3175"/>
                </a:cubicBezTo>
                <a:cubicBezTo>
                  <a:pt x="274656" y="2856"/>
                  <a:pt x="279373" y="1735"/>
                  <a:pt x="284163" y="1588"/>
                </a:cubicBezTo>
                <a:cubicBezTo>
                  <a:pt x="313787" y="676"/>
                  <a:pt x="343430" y="529"/>
                  <a:pt x="373063" y="0"/>
                </a:cubicBezTo>
                <a:lnTo>
                  <a:pt x="554038" y="1588"/>
                </a:lnTo>
                <a:cubicBezTo>
                  <a:pt x="556736" y="1633"/>
                  <a:pt x="559372" y="2465"/>
                  <a:pt x="561975" y="3175"/>
                </a:cubicBezTo>
                <a:cubicBezTo>
                  <a:pt x="565204" y="4056"/>
                  <a:pt x="568325" y="5292"/>
                  <a:pt x="571500" y="6350"/>
                </a:cubicBezTo>
                <a:cubicBezTo>
                  <a:pt x="576426" y="7992"/>
                  <a:pt x="577711" y="8172"/>
                  <a:pt x="582613" y="11113"/>
                </a:cubicBezTo>
                <a:cubicBezTo>
                  <a:pt x="596259" y="19300"/>
                  <a:pt x="587321" y="15858"/>
                  <a:pt x="596900" y="19050"/>
                </a:cubicBezTo>
                <a:cubicBezTo>
                  <a:pt x="598488" y="20108"/>
                  <a:pt x="599956" y="21372"/>
                  <a:pt x="601663" y="22225"/>
                </a:cubicBezTo>
                <a:cubicBezTo>
                  <a:pt x="604212" y="23499"/>
                  <a:pt x="607281" y="23744"/>
                  <a:pt x="609600" y="25400"/>
                </a:cubicBezTo>
                <a:cubicBezTo>
                  <a:pt x="611153" y="26509"/>
                  <a:pt x="611426" y="28814"/>
                  <a:pt x="612775" y="30163"/>
                </a:cubicBezTo>
                <a:cubicBezTo>
                  <a:pt x="614124" y="31512"/>
                  <a:pt x="615950" y="32280"/>
                  <a:pt x="617538" y="33338"/>
                </a:cubicBezTo>
                <a:cubicBezTo>
                  <a:pt x="628888" y="50361"/>
                  <a:pt x="611209" y="24520"/>
                  <a:pt x="625475" y="42863"/>
                </a:cubicBezTo>
                <a:cubicBezTo>
                  <a:pt x="627818" y="45875"/>
                  <a:pt x="631825" y="52388"/>
                  <a:pt x="631825" y="52388"/>
                </a:cubicBezTo>
                <a:cubicBezTo>
                  <a:pt x="631296" y="60325"/>
                  <a:pt x="631116" y="68294"/>
                  <a:pt x="630238" y="76200"/>
                </a:cubicBezTo>
                <a:cubicBezTo>
                  <a:pt x="629679" y="81229"/>
                  <a:pt x="624480" y="87219"/>
                  <a:pt x="622300" y="90488"/>
                </a:cubicBezTo>
                <a:cubicBezTo>
                  <a:pt x="619959" y="94000"/>
                  <a:pt x="618027" y="97570"/>
                  <a:pt x="614363" y="100013"/>
                </a:cubicBezTo>
                <a:cubicBezTo>
                  <a:pt x="612971" y="100941"/>
                  <a:pt x="611188" y="101071"/>
                  <a:pt x="609600" y="101600"/>
                </a:cubicBezTo>
                <a:cubicBezTo>
                  <a:pt x="608542" y="103188"/>
                  <a:pt x="607774" y="105014"/>
                  <a:pt x="606425" y="106363"/>
                </a:cubicBezTo>
                <a:cubicBezTo>
                  <a:pt x="603347" y="109441"/>
                  <a:pt x="600774" y="109834"/>
                  <a:pt x="596900" y="111125"/>
                </a:cubicBezTo>
                <a:lnTo>
                  <a:pt x="582613" y="120650"/>
                </a:lnTo>
                <a:cubicBezTo>
                  <a:pt x="581025" y="121708"/>
                  <a:pt x="579660" y="123221"/>
                  <a:pt x="577850" y="123825"/>
                </a:cubicBezTo>
                <a:cubicBezTo>
                  <a:pt x="576263" y="124354"/>
                  <a:pt x="574585" y="124665"/>
                  <a:pt x="573088" y="125413"/>
                </a:cubicBezTo>
                <a:cubicBezTo>
                  <a:pt x="571381" y="126266"/>
                  <a:pt x="570069" y="127813"/>
                  <a:pt x="568325" y="128588"/>
                </a:cubicBezTo>
                <a:cubicBezTo>
                  <a:pt x="565267" y="129947"/>
                  <a:pt x="561975" y="130705"/>
                  <a:pt x="558800" y="131763"/>
                </a:cubicBezTo>
                <a:lnTo>
                  <a:pt x="554038" y="133350"/>
                </a:lnTo>
                <a:cubicBezTo>
                  <a:pt x="542212" y="141233"/>
                  <a:pt x="556736" y="131101"/>
                  <a:pt x="544513" y="141288"/>
                </a:cubicBezTo>
                <a:cubicBezTo>
                  <a:pt x="538718" y="146117"/>
                  <a:pt x="540115" y="142632"/>
                  <a:pt x="534988" y="149225"/>
                </a:cubicBezTo>
                <a:cubicBezTo>
                  <a:pt x="532645" y="152237"/>
                  <a:pt x="530755" y="155575"/>
                  <a:pt x="528638" y="158750"/>
                </a:cubicBezTo>
                <a:cubicBezTo>
                  <a:pt x="527580" y="160338"/>
                  <a:pt x="526812" y="162164"/>
                  <a:pt x="525463" y="163513"/>
                </a:cubicBezTo>
                <a:cubicBezTo>
                  <a:pt x="511558" y="177415"/>
                  <a:pt x="528568" y="159786"/>
                  <a:pt x="517525" y="173038"/>
                </a:cubicBezTo>
                <a:cubicBezTo>
                  <a:pt x="516088" y="174763"/>
                  <a:pt x="514200" y="176075"/>
                  <a:pt x="512763" y="177800"/>
                </a:cubicBezTo>
                <a:cubicBezTo>
                  <a:pt x="511542" y="179266"/>
                  <a:pt x="510363" y="180819"/>
                  <a:pt x="509588" y="182563"/>
                </a:cubicBezTo>
                <a:cubicBezTo>
                  <a:pt x="508229" y="185621"/>
                  <a:pt x="508780" y="189722"/>
                  <a:pt x="506413" y="192088"/>
                </a:cubicBezTo>
                <a:cubicBezTo>
                  <a:pt x="500301" y="198199"/>
                  <a:pt x="502895" y="194982"/>
                  <a:pt x="498475" y="201613"/>
                </a:cubicBezTo>
                <a:lnTo>
                  <a:pt x="495300" y="211138"/>
                </a:lnTo>
                <a:cubicBezTo>
                  <a:pt x="491371" y="222927"/>
                  <a:pt x="493713" y="214234"/>
                  <a:pt x="493713" y="238125"/>
                </a:cubicBezTo>
              </a:path>
            </a:pathLst>
          </a:custGeom>
          <a:noFill/>
          <a:ln w="25400">
            <a:solidFill>
              <a:srgbClr val="EF851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5" name="Grafik 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0772" y="772312"/>
            <a:ext cx="1344506" cy="1578870"/>
          </a:xfrm>
          <a:prstGeom prst="rect">
            <a:avLst/>
          </a:prstGeom>
        </p:spPr>
      </p:pic>
      <p:sp>
        <p:nvSpPr>
          <p:cNvPr id="28" name="Ovale Legende 27"/>
          <p:cNvSpPr/>
          <p:nvPr/>
        </p:nvSpPr>
        <p:spPr>
          <a:xfrm>
            <a:off x="8555219" y="172956"/>
            <a:ext cx="3304153" cy="2877522"/>
          </a:xfrm>
          <a:prstGeom prst="wedgeEllipseCallout">
            <a:avLst>
              <a:gd name="adj1" fmla="val -109813"/>
              <a:gd name="adj2" fmla="val 3955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7" name="Gerader Verbinder 66"/>
          <p:cNvCxnSpPr/>
          <p:nvPr/>
        </p:nvCxnSpPr>
        <p:spPr>
          <a:xfrm>
            <a:off x="8971646" y="1354857"/>
            <a:ext cx="898251" cy="1"/>
          </a:xfrm>
          <a:prstGeom prst="line">
            <a:avLst/>
          </a:prstGeom>
          <a:ln w="38100" cap="rnd"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r Verbinder 67"/>
          <p:cNvCxnSpPr/>
          <p:nvPr/>
        </p:nvCxnSpPr>
        <p:spPr>
          <a:xfrm>
            <a:off x="10419769" y="1391468"/>
            <a:ext cx="891728" cy="5399"/>
          </a:xfrm>
          <a:prstGeom prst="line">
            <a:avLst/>
          </a:prstGeom>
          <a:ln w="38100" cap="rnd">
            <a:round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Freihandform 68"/>
          <p:cNvSpPr/>
          <p:nvPr/>
        </p:nvSpPr>
        <p:spPr>
          <a:xfrm rot="11024236">
            <a:off x="9794009" y="1403249"/>
            <a:ext cx="658499" cy="355449"/>
          </a:xfrm>
          <a:custGeom>
            <a:avLst/>
            <a:gdLst>
              <a:gd name="connsiteX0" fmla="*/ 25400 w 631825"/>
              <a:gd name="connsiteY0" fmla="*/ 233363 h 238125"/>
              <a:gd name="connsiteX1" fmla="*/ 26988 w 631825"/>
              <a:gd name="connsiteY1" fmla="*/ 225425 h 238125"/>
              <a:gd name="connsiteX2" fmla="*/ 30163 w 631825"/>
              <a:gd name="connsiteY2" fmla="*/ 220663 h 238125"/>
              <a:gd name="connsiteX3" fmla="*/ 28575 w 631825"/>
              <a:gd name="connsiteY3" fmla="*/ 173038 h 238125"/>
              <a:gd name="connsiteX4" fmla="*/ 19050 w 631825"/>
              <a:gd name="connsiteY4" fmla="*/ 166688 h 238125"/>
              <a:gd name="connsiteX5" fmla="*/ 14288 w 631825"/>
              <a:gd name="connsiteY5" fmla="*/ 160338 h 238125"/>
              <a:gd name="connsiteX6" fmla="*/ 9525 w 631825"/>
              <a:gd name="connsiteY6" fmla="*/ 150813 h 238125"/>
              <a:gd name="connsiteX7" fmla="*/ 4763 w 631825"/>
              <a:gd name="connsiteY7" fmla="*/ 147638 h 238125"/>
              <a:gd name="connsiteX8" fmla="*/ 3175 w 631825"/>
              <a:gd name="connsiteY8" fmla="*/ 139700 h 238125"/>
              <a:gd name="connsiteX9" fmla="*/ 1588 w 631825"/>
              <a:gd name="connsiteY9" fmla="*/ 134938 h 238125"/>
              <a:gd name="connsiteX10" fmla="*/ 0 w 631825"/>
              <a:gd name="connsiteY10" fmla="*/ 125413 h 238125"/>
              <a:gd name="connsiteX11" fmla="*/ 3175 w 631825"/>
              <a:gd name="connsiteY11" fmla="*/ 84138 h 238125"/>
              <a:gd name="connsiteX12" fmla="*/ 11113 w 631825"/>
              <a:gd name="connsiteY12" fmla="*/ 69850 h 238125"/>
              <a:gd name="connsiteX13" fmla="*/ 25400 w 631825"/>
              <a:gd name="connsiteY13" fmla="*/ 58738 h 238125"/>
              <a:gd name="connsiteX14" fmla="*/ 30163 w 631825"/>
              <a:gd name="connsiteY14" fmla="*/ 53975 h 238125"/>
              <a:gd name="connsiteX15" fmla="*/ 38100 w 631825"/>
              <a:gd name="connsiteY15" fmla="*/ 52388 h 238125"/>
              <a:gd name="connsiteX16" fmla="*/ 49213 w 631825"/>
              <a:gd name="connsiteY16" fmla="*/ 49213 h 238125"/>
              <a:gd name="connsiteX17" fmla="*/ 57150 w 631825"/>
              <a:gd name="connsiteY17" fmla="*/ 46038 h 238125"/>
              <a:gd name="connsiteX18" fmla="*/ 61913 w 631825"/>
              <a:gd name="connsiteY18" fmla="*/ 44450 h 238125"/>
              <a:gd name="connsiteX19" fmla="*/ 71438 w 631825"/>
              <a:gd name="connsiteY19" fmla="*/ 39688 h 238125"/>
              <a:gd name="connsiteX20" fmla="*/ 76200 w 631825"/>
              <a:gd name="connsiteY20" fmla="*/ 36513 h 238125"/>
              <a:gd name="connsiteX21" fmla="*/ 85725 w 631825"/>
              <a:gd name="connsiteY21" fmla="*/ 33338 h 238125"/>
              <a:gd name="connsiteX22" fmla="*/ 96838 w 631825"/>
              <a:gd name="connsiteY22" fmla="*/ 30163 h 238125"/>
              <a:gd name="connsiteX23" fmla="*/ 107950 w 631825"/>
              <a:gd name="connsiteY23" fmla="*/ 28575 h 238125"/>
              <a:gd name="connsiteX24" fmla="*/ 117475 w 631825"/>
              <a:gd name="connsiteY24" fmla="*/ 25400 h 238125"/>
              <a:gd name="connsiteX25" fmla="*/ 130175 w 631825"/>
              <a:gd name="connsiteY25" fmla="*/ 22225 h 238125"/>
              <a:gd name="connsiteX26" fmla="*/ 134938 w 631825"/>
              <a:gd name="connsiteY26" fmla="*/ 19050 h 238125"/>
              <a:gd name="connsiteX27" fmla="*/ 149225 w 631825"/>
              <a:gd name="connsiteY27" fmla="*/ 17463 h 238125"/>
              <a:gd name="connsiteX28" fmla="*/ 158750 w 631825"/>
              <a:gd name="connsiteY28" fmla="*/ 15875 h 238125"/>
              <a:gd name="connsiteX29" fmla="*/ 180975 w 631825"/>
              <a:gd name="connsiteY29" fmla="*/ 11113 h 238125"/>
              <a:gd name="connsiteX30" fmla="*/ 230188 w 631825"/>
              <a:gd name="connsiteY30" fmla="*/ 6350 h 238125"/>
              <a:gd name="connsiteX31" fmla="*/ 269875 w 631825"/>
              <a:gd name="connsiteY31" fmla="*/ 3175 h 238125"/>
              <a:gd name="connsiteX32" fmla="*/ 284163 w 631825"/>
              <a:gd name="connsiteY32" fmla="*/ 1588 h 238125"/>
              <a:gd name="connsiteX33" fmla="*/ 373063 w 631825"/>
              <a:gd name="connsiteY33" fmla="*/ 0 h 238125"/>
              <a:gd name="connsiteX34" fmla="*/ 554038 w 631825"/>
              <a:gd name="connsiteY34" fmla="*/ 1588 h 238125"/>
              <a:gd name="connsiteX35" fmla="*/ 561975 w 631825"/>
              <a:gd name="connsiteY35" fmla="*/ 3175 h 238125"/>
              <a:gd name="connsiteX36" fmla="*/ 571500 w 631825"/>
              <a:gd name="connsiteY36" fmla="*/ 6350 h 238125"/>
              <a:gd name="connsiteX37" fmla="*/ 582613 w 631825"/>
              <a:gd name="connsiteY37" fmla="*/ 11113 h 238125"/>
              <a:gd name="connsiteX38" fmla="*/ 596900 w 631825"/>
              <a:gd name="connsiteY38" fmla="*/ 19050 h 238125"/>
              <a:gd name="connsiteX39" fmla="*/ 601663 w 631825"/>
              <a:gd name="connsiteY39" fmla="*/ 22225 h 238125"/>
              <a:gd name="connsiteX40" fmla="*/ 609600 w 631825"/>
              <a:gd name="connsiteY40" fmla="*/ 25400 h 238125"/>
              <a:gd name="connsiteX41" fmla="*/ 612775 w 631825"/>
              <a:gd name="connsiteY41" fmla="*/ 30163 h 238125"/>
              <a:gd name="connsiteX42" fmla="*/ 617538 w 631825"/>
              <a:gd name="connsiteY42" fmla="*/ 33338 h 238125"/>
              <a:gd name="connsiteX43" fmla="*/ 625475 w 631825"/>
              <a:gd name="connsiteY43" fmla="*/ 42863 h 238125"/>
              <a:gd name="connsiteX44" fmla="*/ 631825 w 631825"/>
              <a:gd name="connsiteY44" fmla="*/ 52388 h 238125"/>
              <a:gd name="connsiteX45" fmla="*/ 630238 w 631825"/>
              <a:gd name="connsiteY45" fmla="*/ 76200 h 238125"/>
              <a:gd name="connsiteX46" fmla="*/ 622300 w 631825"/>
              <a:gd name="connsiteY46" fmla="*/ 90488 h 238125"/>
              <a:gd name="connsiteX47" fmla="*/ 614363 w 631825"/>
              <a:gd name="connsiteY47" fmla="*/ 100013 h 238125"/>
              <a:gd name="connsiteX48" fmla="*/ 609600 w 631825"/>
              <a:gd name="connsiteY48" fmla="*/ 101600 h 238125"/>
              <a:gd name="connsiteX49" fmla="*/ 606425 w 631825"/>
              <a:gd name="connsiteY49" fmla="*/ 106363 h 238125"/>
              <a:gd name="connsiteX50" fmla="*/ 596900 w 631825"/>
              <a:gd name="connsiteY50" fmla="*/ 111125 h 238125"/>
              <a:gd name="connsiteX51" fmla="*/ 582613 w 631825"/>
              <a:gd name="connsiteY51" fmla="*/ 120650 h 238125"/>
              <a:gd name="connsiteX52" fmla="*/ 577850 w 631825"/>
              <a:gd name="connsiteY52" fmla="*/ 123825 h 238125"/>
              <a:gd name="connsiteX53" fmla="*/ 573088 w 631825"/>
              <a:gd name="connsiteY53" fmla="*/ 125413 h 238125"/>
              <a:gd name="connsiteX54" fmla="*/ 568325 w 631825"/>
              <a:gd name="connsiteY54" fmla="*/ 128588 h 238125"/>
              <a:gd name="connsiteX55" fmla="*/ 558800 w 631825"/>
              <a:gd name="connsiteY55" fmla="*/ 131763 h 238125"/>
              <a:gd name="connsiteX56" fmla="*/ 554038 w 631825"/>
              <a:gd name="connsiteY56" fmla="*/ 133350 h 238125"/>
              <a:gd name="connsiteX57" fmla="*/ 544513 w 631825"/>
              <a:gd name="connsiteY57" fmla="*/ 141288 h 238125"/>
              <a:gd name="connsiteX58" fmla="*/ 534988 w 631825"/>
              <a:gd name="connsiteY58" fmla="*/ 149225 h 238125"/>
              <a:gd name="connsiteX59" fmla="*/ 528638 w 631825"/>
              <a:gd name="connsiteY59" fmla="*/ 158750 h 238125"/>
              <a:gd name="connsiteX60" fmla="*/ 525463 w 631825"/>
              <a:gd name="connsiteY60" fmla="*/ 163513 h 238125"/>
              <a:gd name="connsiteX61" fmla="*/ 517525 w 631825"/>
              <a:gd name="connsiteY61" fmla="*/ 173038 h 238125"/>
              <a:gd name="connsiteX62" fmla="*/ 512763 w 631825"/>
              <a:gd name="connsiteY62" fmla="*/ 177800 h 238125"/>
              <a:gd name="connsiteX63" fmla="*/ 509588 w 631825"/>
              <a:gd name="connsiteY63" fmla="*/ 182563 h 238125"/>
              <a:gd name="connsiteX64" fmla="*/ 506413 w 631825"/>
              <a:gd name="connsiteY64" fmla="*/ 192088 h 238125"/>
              <a:gd name="connsiteX65" fmla="*/ 498475 w 631825"/>
              <a:gd name="connsiteY65" fmla="*/ 201613 h 238125"/>
              <a:gd name="connsiteX66" fmla="*/ 495300 w 631825"/>
              <a:gd name="connsiteY66" fmla="*/ 211138 h 238125"/>
              <a:gd name="connsiteX67" fmla="*/ 493713 w 631825"/>
              <a:gd name="connsiteY67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622300 w 632774"/>
              <a:gd name="connsiteY46" fmla="*/ 90488 h 238125"/>
              <a:gd name="connsiteX47" fmla="*/ 614363 w 632774"/>
              <a:gd name="connsiteY47" fmla="*/ 100013 h 238125"/>
              <a:gd name="connsiteX48" fmla="*/ 609600 w 632774"/>
              <a:gd name="connsiteY48" fmla="*/ 101600 h 238125"/>
              <a:gd name="connsiteX49" fmla="*/ 606425 w 632774"/>
              <a:gd name="connsiteY49" fmla="*/ 106363 h 238125"/>
              <a:gd name="connsiteX50" fmla="*/ 596900 w 632774"/>
              <a:gd name="connsiteY50" fmla="*/ 111125 h 238125"/>
              <a:gd name="connsiteX51" fmla="*/ 582613 w 632774"/>
              <a:gd name="connsiteY51" fmla="*/ 120650 h 238125"/>
              <a:gd name="connsiteX52" fmla="*/ 577850 w 632774"/>
              <a:gd name="connsiteY52" fmla="*/ 123825 h 238125"/>
              <a:gd name="connsiteX53" fmla="*/ 573088 w 632774"/>
              <a:gd name="connsiteY53" fmla="*/ 125413 h 238125"/>
              <a:gd name="connsiteX54" fmla="*/ 568325 w 632774"/>
              <a:gd name="connsiteY54" fmla="*/ 128588 h 238125"/>
              <a:gd name="connsiteX55" fmla="*/ 558800 w 632774"/>
              <a:gd name="connsiteY55" fmla="*/ 131763 h 238125"/>
              <a:gd name="connsiteX56" fmla="*/ 554038 w 632774"/>
              <a:gd name="connsiteY56" fmla="*/ 133350 h 238125"/>
              <a:gd name="connsiteX57" fmla="*/ 544513 w 632774"/>
              <a:gd name="connsiteY57" fmla="*/ 141288 h 238125"/>
              <a:gd name="connsiteX58" fmla="*/ 534988 w 632774"/>
              <a:gd name="connsiteY58" fmla="*/ 149225 h 238125"/>
              <a:gd name="connsiteX59" fmla="*/ 528638 w 632774"/>
              <a:gd name="connsiteY59" fmla="*/ 158750 h 238125"/>
              <a:gd name="connsiteX60" fmla="*/ 525463 w 632774"/>
              <a:gd name="connsiteY60" fmla="*/ 163513 h 238125"/>
              <a:gd name="connsiteX61" fmla="*/ 517525 w 632774"/>
              <a:gd name="connsiteY61" fmla="*/ 173038 h 238125"/>
              <a:gd name="connsiteX62" fmla="*/ 512763 w 632774"/>
              <a:gd name="connsiteY62" fmla="*/ 177800 h 238125"/>
              <a:gd name="connsiteX63" fmla="*/ 509588 w 632774"/>
              <a:gd name="connsiteY63" fmla="*/ 182563 h 238125"/>
              <a:gd name="connsiteX64" fmla="*/ 506413 w 632774"/>
              <a:gd name="connsiteY64" fmla="*/ 192088 h 238125"/>
              <a:gd name="connsiteX65" fmla="*/ 498475 w 632774"/>
              <a:gd name="connsiteY65" fmla="*/ 201613 h 238125"/>
              <a:gd name="connsiteX66" fmla="*/ 495300 w 632774"/>
              <a:gd name="connsiteY66" fmla="*/ 211138 h 238125"/>
              <a:gd name="connsiteX67" fmla="*/ 493713 w 632774"/>
              <a:gd name="connsiteY67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622300 w 632774"/>
              <a:gd name="connsiteY46" fmla="*/ 90488 h 238125"/>
              <a:gd name="connsiteX47" fmla="*/ 574688 w 632774"/>
              <a:gd name="connsiteY47" fmla="*/ 99761 h 238125"/>
              <a:gd name="connsiteX48" fmla="*/ 609600 w 632774"/>
              <a:gd name="connsiteY48" fmla="*/ 101600 h 238125"/>
              <a:gd name="connsiteX49" fmla="*/ 606425 w 632774"/>
              <a:gd name="connsiteY49" fmla="*/ 106363 h 238125"/>
              <a:gd name="connsiteX50" fmla="*/ 596900 w 632774"/>
              <a:gd name="connsiteY50" fmla="*/ 111125 h 238125"/>
              <a:gd name="connsiteX51" fmla="*/ 582613 w 632774"/>
              <a:gd name="connsiteY51" fmla="*/ 120650 h 238125"/>
              <a:gd name="connsiteX52" fmla="*/ 577850 w 632774"/>
              <a:gd name="connsiteY52" fmla="*/ 123825 h 238125"/>
              <a:gd name="connsiteX53" fmla="*/ 573088 w 632774"/>
              <a:gd name="connsiteY53" fmla="*/ 125413 h 238125"/>
              <a:gd name="connsiteX54" fmla="*/ 568325 w 632774"/>
              <a:gd name="connsiteY54" fmla="*/ 128588 h 238125"/>
              <a:gd name="connsiteX55" fmla="*/ 558800 w 632774"/>
              <a:gd name="connsiteY55" fmla="*/ 131763 h 238125"/>
              <a:gd name="connsiteX56" fmla="*/ 554038 w 632774"/>
              <a:gd name="connsiteY56" fmla="*/ 133350 h 238125"/>
              <a:gd name="connsiteX57" fmla="*/ 544513 w 632774"/>
              <a:gd name="connsiteY57" fmla="*/ 141288 h 238125"/>
              <a:gd name="connsiteX58" fmla="*/ 534988 w 632774"/>
              <a:gd name="connsiteY58" fmla="*/ 149225 h 238125"/>
              <a:gd name="connsiteX59" fmla="*/ 528638 w 632774"/>
              <a:gd name="connsiteY59" fmla="*/ 158750 h 238125"/>
              <a:gd name="connsiteX60" fmla="*/ 525463 w 632774"/>
              <a:gd name="connsiteY60" fmla="*/ 163513 h 238125"/>
              <a:gd name="connsiteX61" fmla="*/ 517525 w 632774"/>
              <a:gd name="connsiteY61" fmla="*/ 173038 h 238125"/>
              <a:gd name="connsiteX62" fmla="*/ 512763 w 632774"/>
              <a:gd name="connsiteY62" fmla="*/ 177800 h 238125"/>
              <a:gd name="connsiteX63" fmla="*/ 509588 w 632774"/>
              <a:gd name="connsiteY63" fmla="*/ 182563 h 238125"/>
              <a:gd name="connsiteX64" fmla="*/ 506413 w 632774"/>
              <a:gd name="connsiteY64" fmla="*/ 192088 h 238125"/>
              <a:gd name="connsiteX65" fmla="*/ 498475 w 632774"/>
              <a:gd name="connsiteY65" fmla="*/ 201613 h 238125"/>
              <a:gd name="connsiteX66" fmla="*/ 495300 w 632774"/>
              <a:gd name="connsiteY66" fmla="*/ 211138 h 238125"/>
              <a:gd name="connsiteX67" fmla="*/ 493713 w 632774"/>
              <a:gd name="connsiteY67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604753 w 632774"/>
              <a:gd name="connsiteY46" fmla="*/ 91324 h 238125"/>
              <a:gd name="connsiteX47" fmla="*/ 574688 w 632774"/>
              <a:gd name="connsiteY47" fmla="*/ 99761 h 238125"/>
              <a:gd name="connsiteX48" fmla="*/ 609600 w 632774"/>
              <a:gd name="connsiteY48" fmla="*/ 101600 h 238125"/>
              <a:gd name="connsiteX49" fmla="*/ 606425 w 632774"/>
              <a:gd name="connsiteY49" fmla="*/ 106363 h 238125"/>
              <a:gd name="connsiteX50" fmla="*/ 596900 w 632774"/>
              <a:gd name="connsiteY50" fmla="*/ 111125 h 238125"/>
              <a:gd name="connsiteX51" fmla="*/ 582613 w 632774"/>
              <a:gd name="connsiteY51" fmla="*/ 120650 h 238125"/>
              <a:gd name="connsiteX52" fmla="*/ 577850 w 632774"/>
              <a:gd name="connsiteY52" fmla="*/ 123825 h 238125"/>
              <a:gd name="connsiteX53" fmla="*/ 573088 w 632774"/>
              <a:gd name="connsiteY53" fmla="*/ 125413 h 238125"/>
              <a:gd name="connsiteX54" fmla="*/ 568325 w 632774"/>
              <a:gd name="connsiteY54" fmla="*/ 128588 h 238125"/>
              <a:gd name="connsiteX55" fmla="*/ 558800 w 632774"/>
              <a:gd name="connsiteY55" fmla="*/ 131763 h 238125"/>
              <a:gd name="connsiteX56" fmla="*/ 554038 w 632774"/>
              <a:gd name="connsiteY56" fmla="*/ 133350 h 238125"/>
              <a:gd name="connsiteX57" fmla="*/ 544513 w 632774"/>
              <a:gd name="connsiteY57" fmla="*/ 141288 h 238125"/>
              <a:gd name="connsiteX58" fmla="*/ 534988 w 632774"/>
              <a:gd name="connsiteY58" fmla="*/ 149225 h 238125"/>
              <a:gd name="connsiteX59" fmla="*/ 528638 w 632774"/>
              <a:gd name="connsiteY59" fmla="*/ 158750 h 238125"/>
              <a:gd name="connsiteX60" fmla="*/ 525463 w 632774"/>
              <a:gd name="connsiteY60" fmla="*/ 163513 h 238125"/>
              <a:gd name="connsiteX61" fmla="*/ 517525 w 632774"/>
              <a:gd name="connsiteY61" fmla="*/ 173038 h 238125"/>
              <a:gd name="connsiteX62" fmla="*/ 512763 w 632774"/>
              <a:gd name="connsiteY62" fmla="*/ 177800 h 238125"/>
              <a:gd name="connsiteX63" fmla="*/ 509588 w 632774"/>
              <a:gd name="connsiteY63" fmla="*/ 182563 h 238125"/>
              <a:gd name="connsiteX64" fmla="*/ 506413 w 632774"/>
              <a:gd name="connsiteY64" fmla="*/ 192088 h 238125"/>
              <a:gd name="connsiteX65" fmla="*/ 498475 w 632774"/>
              <a:gd name="connsiteY65" fmla="*/ 201613 h 238125"/>
              <a:gd name="connsiteX66" fmla="*/ 495300 w 632774"/>
              <a:gd name="connsiteY66" fmla="*/ 211138 h 238125"/>
              <a:gd name="connsiteX67" fmla="*/ 493713 w 632774"/>
              <a:gd name="connsiteY67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574688 w 632774"/>
              <a:gd name="connsiteY46" fmla="*/ 99761 h 238125"/>
              <a:gd name="connsiteX47" fmla="*/ 609600 w 632774"/>
              <a:gd name="connsiteY47" fmla="*/ 101600 h 238125"/>
              <a:gd name="connsiteX48" fmla="*/ 606425 w 632774"/>
              <a:gd name="connsiteY48" fmla="*/ 106363 h 238125"/>
              <a:gd name="connsiteX49" fmla="*/ 596900 w 632774"/>
              <a:gd name="connsiteY49" fmla="*/ 111125 h 238125"/>
              <a:gd name="connsiteX50" fmla="*/ 582613 w 632774"/>
              <a:gd name="connsiteY50" fmla="*/ 120650 h 238125"/>
              <a:gd name="connsiteX51" fmla="*/ 577850 w 632774"/>
              <a:gd name="connsiteY51" fmla="*/ 123825 h 238125"/>
              <a:gd name="connsiteX52" fmla="*/ 573088 w 632774"/>
              <a:gd name="connsiteY52" fmla="*/ 125413 h 238125"/>
              <a:gd name="connsiteX53" fmla="*/ 568325 w 632774"/>
              <a:gd name="connsiteY53" fmla="*/ 128588 h 238125"/>
              <a:gd name="connsiteX54" fmla="*/ 558800 w 632774"/>
              <a:gd name="connsiteY54" fmla="*/ 131763 h 238125"/>
              <a:gd name="connsiteX55" fmla="*/ 554038 w 632774"/>
              <a:gd name="connsiteY55" fmla="*/ 133350 h 238125"/>
              <a:gd name="connsiteX56" fmla="*/ 544513 w 632774"/>
              <a:gd name="connsiteY56" fmla="*/ 141288 h 238125"/>
              <a:gd name="connsiteX57" fmla="*/ 534988 w 632774"/>
              <a:gd name="connsiteY57" fmla="*/ 149225 h 238125"/>
              <a:gd name="connsiteX58" fmla="*/ 528638 w 632774"/>
              <a:gd name="connsiteY58" fmla="*/ 158750 h 238125"/>
              <a:gd name="connsiteX59" fmla="*/ 525463 w 632774"/>
              <a:gd name="connsiteY59" fmla="*/ 163513 h 238125"/>
              <a:gd name="connsiteX60" fmla="*/ 517525 w 632774"/>
              <a:gd name="connsiteY60" fmla="*/ 173038 h 238125"/>
              <a:gd name="connsiteX61" fmla="*/ 512763 w 632774"/>
              <a:gd name="connsiteY61" fmla="*/ 177800 h 238125"/>
              <a:gd name="connsiteX62" fmla="*/ 509588 w 632774"/>
              <a:gd name="connsiteY62" fmla="*/ 182563 h 238125"/>
              <a:gd name="connsiteX63" fmla="*/ 506413 w 632774"/>
              <a:gd name="connsiteY63" fmla="*/ 192088 h 238125"/>
              <a:gd name="connsiteX64" fmla="*/ 498475 w 632774"/>
              <a:gd name="connsiteY64" fmla="*/ 201613 h 238125"/>
              <a:gd name="connsiteX65" fmla="*/ 495300 w 632774"/>
              <a:gd name="connsiteY65" fmla="*/ 211138 h 238125"/>
              <a:gd name="connsiteX66" fmla="*/ 493713 w 632774"/>
              <a:gd name="connsiteY66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574688 w 632774"/>
              <a:gd name="connsiteY46" fmla="*/ 99761 h 238125"/>
              <a:gd name="connsiteX47" fmla="*/ 609600 w 632774"/>
              <a:gd name="connsiteY47" fmla="*/ 101600 h 238125"/>
              <a:gd name="connsiteX48" fmla="*/ 606425 w 632774"/>
              <a:gd name="connsiteY48" fmla="*/ 106363 h 238125"/>
              <a:gd name="connsiteX49" fmla="*/ 582613 w 632774"/>
              <a:gd name="connsiteY49" fmla="*/ 120650 h 238125"/>
              <a:gd name="connsiteX50" fmla="*/ 577850 w 632774"/>
              <a:gd name="connsiteY50" fmla="*/ 123825 h 238125"/>
              <a:gd name="connsiteX51" fmla="*/ 573088 w 632774"/>
              <a:gd name="connsiteY51" fmla="*/ 125413 h 238125"/>
              <a:gd name="connsiteX52" fmla="*/ 568325 w 632774"/>
              <a:gd name="connsiteY52" fmla="*/ 128588 h 238125"/>
              <a:gd name="connsiteX53" fmla="*/ 558800 w 632774"/>
              <a:gd name="connsiteY53" fmla="*/ 131763 h 238125"/>
              <a:gd name="connsiteX54" fmla="*/ 554038 w 632774"/>
              <a:gd name="connsiteY54" fmla="*/ 133350 h 238125"/>
              <a:gd name="connsiteX55" fmla="*/ 544513 w 632774"/>
              <a:gd name="connsiteY55" fmla="*/ 141288 h 238125"/>
              <a:gd name="connsiteX56" fmla="*/ 534988 w 632774"/>
              <a:gd name="connsiteY56" fmla="*/ 149225 h 238125"/>
              <a:gd name="connsiteX57" fmla="*/ 528638 w 632774"/>
              <a:gd name="connsiteY57" fmla="*/ 158750 h 238125"/>
              <a:gd name="connsiteX58" fmla="*/ 525463 w 632774"/>
              <a:gd name="connsiteY58" fmla="*/ 163513 h 238125"/>
              <a:gd name="connsiteX59" fmla="*/ 517525 w 632774"/>
              <a:gd name="connsiteY59" fmla="*/ 173038 h 238125"/>
              <a:gd name="connsiteX60" fmla="*/ 512763 w 632774"/>
              <a:gd name="connsiteY60" fmla="*/ 177800 h 238125"/>
              <a:gd name="connsiteX61" fmla="*/ 509588 w 632774"/>
              <a:gd name="connsiteY61" fmla="*/ 182563 h 238125"/>
              <a:gd name="connsiteX62" fmla="*/ 506413 w 632774"/>
              <a:gd name="connsiteY62" fmla="*/ 192088 h 238125"/>
              <a:gd name="connsiteX63" fmla="*/ 498475 w 632774"/>
              <a:gd name="connsiteY63" fmla="*/ 201613 h 238125"/>
              <a:gd name="connsiteX64" fmla="*/ 495300 w 632774"/>
              <a:gd name="connsiteY64" fmla="*/ 211138 h 238125"/>
              <a:gd name="connsiteX65" fmla="*/ 493713 w 632774"/>
              <a:gd name="connsiteY65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574688 w 632774"/>
              <a:gd name="connsiteY46" fmla="*/ 99761 h 238125"/>
              <a:gd name="connsiteX47" fmla="*/ 609600 w 632774"/>
              <a:gd name="connsiteY47" fmla="*/ 101600 h 238125"/>
              <a:gd name="connsiteX48" fmla="*/ 582613 w 632774"/>
              <a:gd name="connsiteY48" fmla="*/ 120650 h 238125"/>
              <a:gd name="connsiteX49" fmla="*/ 577850 w 632774"/>
              <a:gd name="connsiteY49" fmla="*/ 123825 h 238125"/>
              <a:gd name="connsiteX50" fmla="*/ 573088 w 632774"/>
              <a:gd name="connsiteY50" fmla="*/ 125413 h 238125"/>
              <a:gd name="connsiteX51" fmla="*/ 568325 w 632774"/>
              <a:gd name="connsiteY51" fmla="*/ 128588 h 238125"/>
              <a:gd name="connsiteX52" fmla="*/ 558800 w 632774"/>
              <a:gd name="connsiteY52" fmla="*/ 131763 h 238125"/>
              <a:gd name="connsiteX53" fmla="*/ 554038 w 632774"/>
              <a:gd name="connsiteY53" fmla="*/ 133350 h 238125"/>
              <a:gd name="connsiteX54" fmla="*/ 544513 w 632774"/>
              <a:gd name="connsiteY54" fmla="*/ 141288 h 238125"/>
              <a:gd name="connsiteX55" fmla="*/ 534988 w 632774"/>
              <a:gd name="connsiteY55" fmla="*/ 149225 h 238125"/>
              <a:gd name="connsiteX56" fmla="*/ 528638 w 632774"/>
              <a:gd name="connsiteY56" fmla="*/ 158750 h 238125"/>
              <a:gd name="connsiteX57" fmla="*/ 525463 w 632774"/>
              <a:gd name="connsiteY57" fmla="*/ 163513 h 238125"/>
              <a:gd name="connsiteX58" fmla="*/ 517525 w 632774"/>
              <a:gd name="connsiteY58" fmla="*/ 173038 h 238125"/>
              <a:gd name="connsiteX59" fmla="*/ 512763 w 632774"/>
              <a:gd name="connsiteY59" fmla="*/ 177800 h 238125"/>
              <a:gd name="connsiteX60" fmla="*/ 509588 w 632774"/>
              <a:gd name="connsiteY60" fmla="*/ 182563 h 238125"/>
              <a:gd name="connsiteX61" fmla="*/ 506413 w 632774"/>
              <a:gd name="connsiteY61" fmla="*/ 192088 h 238125"/>
              <a:gd name="connsiteX62" fmla="*/ 498475 w 632774"/>
              <a:gd name="connsiteY62" fmla="*/ 201613 h 238125"/>
              <a:gd name="connsiteX63" fmla="*/ 495300 w 632774"/>
              <a:gd name="connsiteY63" fmla="*/ 211138 h 238125"/>
              <a:gd name="connsiteX64" fmla="*/ 493713 w 632774"/>
              <a:gd name="connsiteY64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574688 w 632774"/>
              <a:gd name="connsiteY46" fmla="*/ 99761 h 238125"/>
              <a:gd name="connsiteX47" fmla="*/ 582613 w 632774"/>
              <a:gd name="connsiteY47" fmla="*/ 120650 h 238125"/>
              <a:gd name="connsiteX48" fmla="*/ 577850 w 632774"/>
              <a:gd name="connsiteY48" fmla="*/ 123825 h 238125"/>
              <a:gd name="connsiteX49" fmla="*/ 573088 w 632774"/>
              <a:gd name="connsiteY49" fmla="*/ 125413 h 238125"/>
              <a:gd name="connsiteX50" fmla="*/ 568325 w 632774"/>
              <a:gd name="connsiteY50" fmla="*/ 128588 h 238125"/>
              <a:gd name="connsiteX51" fmla="*/ 558800 w 632774"/>
              <a:gd name="connsiteY51" fmla="*/ 131763 h 238125"/>
              <a:gd name="connsiteX52" fmla="*/ 554038 w 632774"/>
              <a:gd name="connsiteY52" fmla="*/ 133350 h 238125"/>
              <a:gd name="connsiteX53" fmla="*/ 544513 w 632774"/>
              <a:gd name="connsiteY53" fmla="*/ 141288 h 238125"/>
              <a:gd name="connsiteX54" fmla="*/ 534988 w 632774"/>
              <a:gd name="connsiteY54" fmla="*/ 149225 h 238125"/>
              <a:gd name="connsiteX55" fmla="*/ 528638 w 632774"/>
              <a:gd name="connsiteY55" fmla="*/ 158750 h 238125"/>
              <a:gd name="connsiteX56" fmla="*/ 525463 w 632774"/>
              <a:gd name="connsiteY56" fmla="*/ 163513 h 238125"/>
              <a:gd name="connsiteX57" fmla="*/ 517525 w 632774"/>
              <a:gd name="connsiteY57" fmla="*/ 173038 h 238125"/>
              <a:gd name="connsiteX58" fmla="*/ 512763 w 632774"/>
              <a:gd name="connsiteY58" fmla="*/ 177800 h 238125"/>
              <a:gd name="connsiteX59" fmla="*/ 509588 w 632774"/>
              <a:gd name="connsiteY59" fmla="*/ 182563 h 238125"/>
              <a:gd name="connsiteX60" fmla="*/ 506413 w 632774"/>
              <a:gd name="connsiteY60" fmla="*/ 192088 h 238125"/>
              <a:gd name="connsiteX61" fmla="*/ 498475 w 632774"/>
              <a:gd name="connsiteY61" fmla="*/ 201613 h 238125"/>
              <a:gd name="connsiteX62" fmla="*/ 495300 w 632774"/>
              <a:gd name="connsiteY62" fmla="*/ 211138 h 238125"/>
              <a:gd name="connsiteX63" fmla="*/ 493713 w 632774"/>
              <a:gd name="connsiteY63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574688 w 632774"/>
              <a:gd name="connsiteY46" fmla="*/ 99761 h 238125"/>
              <a:gd name="connsiteX47" fmla="*/ 582613 w 632774"/>
              <a:gd name="connsiteY47" fmla="*/ 120650 h 238125"/>
              <a:gd name="connsiteX48" fmla="*/ 577850 w 632774"/>
              <a:gd name="connsiteY48" fmla="*/ 123825 h 238125"/>
              <a:gd name="connsiteX49" fmla="*/ 568325 w 632774"/>
              <a:gd name="connsiteY49" fmla="*/ 128588 h 238125"/>
              <a:gd name="connsiteX50" fmla="*/ 558800 w 632774"/>
              <a:gd name="connsiteY50" fmla="*/ 131763 h 238125"/>
              <a:gd name="connsiteX51" fmla="*/ 554038 w 632774"/>
              <a:gd name="connsiteY51" fmla="*/ 133350 h 238125"/>
              <a:gd name="connsiteX52" fmla="*/ 544513 w 632774"/>
              <a:gd name="connsiteY52" fmla="*/ 141288 h 238125"/>
              <a:gd name="connsiteX53" fmla="*/ 534988 w 632774"/>
              <a:gd name="connsiteY53" fmla="*/ 149225 h 238125"/>
              <a:gd name="connsiteX54" fmla="*/ 528638 w 632774"/>
              <a:gd name="connsiteY54" fmla="*/ 158750 h 238125"/>
              <a:gd name="connsiteX55" fmla="*/ 525463 w 632774"/>
              <a:gd name="connsiteY55" fmla="*/ 163513 h 238125"/>
              <a:gd name="connsiteX56" fmla="*/ 517525 w 632774"/>
              <a:gd name="connsiteY56" fmla="*/ 173038 h 238125"/>
              <a:gd name="connsiteX57" fmla="*/ 512763 w 632774"/>
              <a:gd name="connsiteY57" fmla="*/ 177800 h 238125"/>
              <a:gd name="connsiteX58" fmla="*/ 509588 w 632774"/>
              <a:gd name="connsiteY58" fmla="*/ 182563 h 238125"/>
              <a:gd name="connsiteX59" fmla="*/ 506413 w 632774"/>
              <a:gd name="connsiteY59" fmla="*/ 192088 h 238125"/>
              <a:gd name="connsiteX60" fmla="*/ 498475 w 632774"/>
              <a:gd name="connsiteY60" fmla="*/ 201613 h 238125"/>
              <a:gd name="connsiteX61" fmla="*/ 495300 w 632774"/>
              <a:gd name="connsiteY61" fmla="*/ 211138 h 238125"/>
              <a:gd name="connsiteX62" fmla="*/ 493713 w 632774"/>
              <a:gd name="connsiteY62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574688 w 632774"/>
              <a:gd name="connsiteY46" fmla="*/ 99761 h 238125"/>
              <a:gd name="connsiteX47" fmla="*/ 582613 w 632774"/>
              <a:gd name="connsiteY47" fmla="*/ 120650 h 238125"/>
              <a:gd name="connsiteX48" fmla="*/ 568325 w 632774"/>
              <a:gd name="connsiteY48" fmla="*/ 128588 h 238125"/>
              <a:gd name="connsiteX49" fmla="*/ 558800 w 632774"/>
              <a:gd name="connsiteY49" fmla="*/ 131763 h 238125"/>
              <a:gd name="connsiteX50" fmla="*/ 554038 w 632774"/>
              <a:gd name="connsiteY50" fmla="*/ 133350 h 238125"/>
              <a:gd name="connsiteX51" fmla="*/ 544513 w 632774"/>
              <a:gd name="connsiteY51" fmla="*/ 141288 h 238125"/>
              <a:gd name="connsiteX52" fmla="*/ 534988 w 632774"/>
              <a:gd name="connsiteY52" fmla="*/ 149225 h 238125"/>
              <a:gd name="connsiteX53" fmla="*/ 528638 w 632774"/>
              <a:gd name="connsiteY53" fmla="*/ 158750 h 238125"/>
              <a:gd name="connsiteX54" fmla="*/ 525463 w 632774"/>
              <a:gd name="connsiteY54" fmla="*/ 163513 h 238125"/>
              <a:gd name="connsiteX55" fmla="*/ 517525 w 632774"/>
              <a:gd name="connsiteY55" fmla="*/ 173038 h 238125"/>
              <a:gd name="connsiteX56" fmla="*/ 512763 w 632774"/>
              <a:gd name="connsiteY56" fmla="*/ 177800 h 238125"/>
              <a:gd name="connsiteX57" fmla="*/ 509588 w 632774"/>
              <a:gd name="connsiteY57" fmla="*/ 182563 h 238125"/>
              <a:gd name="connsiteX58" fmla="*/ 506413 w 632774"/>
              <a:gd name="connsiteY58" fmla="*/ 192088 h 238125"/>
              <a:gd name="connsiteX59" fmla="*/ 498475 w 632774"/>
              <a:gd name="connsiteY59" fmla="*/ 201613 h 238125"/>
              <a:gd name="connsiteX60" fmla="*/ 495300 w 632774"/>
              <a:gd name="connsiteY60" fmla="*/ 211138 h 238125"/>
              <a:gd name="connsiteX61" fmla="*/ 493713 w 632774"/>
              <a:gd name="connsiteY61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574688 w 632774"/>
              <a:gd name="connsiteY46" fmla="*/ 99761 h 238125"/>
              <a:gd name="connsiteX47" fmla="*/ 568325 w 632774"/>
              <a:gd name="connsiteY47" fmla="*/ 128588 h 238125"/>
              <a:gd name="connsiteX48" fmla="*/ 558800 w 632774"/>
              <a:gd name="connsiteY48" fmla="*/ 131763 h 238125"/>
              <a:gd name="connsiteX49" fmla="*/ 554038 w 632774"/>
              <a:gd name="connsiteY49" fmla="*/ 133350 h 238125"/>
              <a:gd name="connsiteX50" fmla="*/ 544513 w 632774"/>
              <a:gd name="connsiteY50" fmla="*/ 141288 h 238125"/>
              <a:gd name="connsiteX51" fmla="*/ 534988 w 632774"/>
              <a:gd name="connsiteY51" fmla="*/ 149225 h 238125"/>
              <a:gd name="connsiteX52" fmla="*/ 528638 w 632774"/>
              <a:gd name="connsiteY52" fmla="*/ 158750 h 238125"/>
              <a:gd name="connsiteX53" fmla="*/ 525463 w 632774"/>
              <a:gd name="connsiteY53" fmla="*/ 163513 h 238125"/>
              <a:gd name="connsiteX54" fmla="*/ 517525 w 632774"/>
              <a:gd name="connsiteY54" fmla="*/ 173038 h 238125"/>
              <a:gd name="connsiteX55" fmla="*/ 512763 w 632774"/>
              <a:gd name="connsiteY55" fmla="*/ 177800 h 238125"/>
              <a:gd name="connsiteX56" fmla="*/ 509588 w 632774"/>
              <a:gd name="connsiteY56" fmla="*/ 182563 h 238125"/>
              <a:gd name="connsiteX57" fmla="*/ 506413 w 632774"/>
              <a:gd name="connsiteY57" fmla="*/ 192088 h 238125"/>
              <a:gd name="connsiteX58" fmla="*/ 498475 w 632774"/>
              <a:gd name="connsiteY58" fmla="*/ 201613 h 238125"/>
              <a:gd name="connsiteX59" fmla="*/ 495300 w 632774"/>
              <a:gd name="connsiteY59" fmla="*/ 211138 h 238125"/>
              <a:gd name="connsiteX60" fmla="*/ 493713 w 632774"/>
              <a:gd name="connsiteY60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574688 w 632774"/>
              <a:gd name="connsiteY46" fmla="*/ 99761 h 238125"/>
              <a:gd name="connsiteX47" fmla="*/ 568325 w 632774"/>
              <a:gd name="connsiteY47" fmla="*/ 128588 h 238125"/>
              <a:gd name="connsiteX48" fmla="*/ 558800 w 632774"/>
              <a:gd name="connsiteY48" fmla="*/ 131763 h 238125"/>
              <a:gd name="connsiteX49" fmla="*/ 544513 w 632774"/>
              <a:gd name="connsiteY49" fmla="*/ 141288 h 238125"/>
              <a:gd name="connsiteX50" fmla="*/ 534988 w 632774"/>
              <a:gd name="connsiteY50" fmla="*/ 149225 h 238125"/>
              <a:gd name="connsiteX51" fmla="*/ 528638 w 632774"/>
              <a:gd name="connsiteY51" fmla="*/ 158750 h 238125"/>
              <a:gd name="connsiteX52" fmla="*/ 525463 w 632774"/>
              <a:gd name="connsiteY52" fmla="*/ 163513 h 238125"/>
              <a:gd name="connsiteX53" fmla="*/ 517525 w 632774"/>
              <a:gd name="connsiteY53" fmla="*/ 173038 h 238125"/>
              <a:gd name="connsiteX54" fmla="*/ 512763 w 632774"/>
              <a:gd name="connsiteY54" fmla="*/ 177800 h 238125"/>
              <a:gd name="connsiteX55" fmla="*/ 509588 w 632774"/>
              <a:gd name="connsiteY55" fmla="*/ 182563 h 238125"/>
              <a:gd name="connsiteX56" fmla="*/ 506413 w 632774"/>
              <a:gd name="connsiteY56" fmla="*/ 192088 h 238125"/>
              <a:gd name="connsiteX57" fmla="*/ 498475 w 632774"/>
              <a:gd name="connsiteY57" fmla="*/ 201613 h 238125"/>
              <a:gd name="connsiteX58" fmla="*/ 495300 w 632774"/>
              <a:gd name="connsiteY58" fmla="*/ 211138 h 238125"/>
              <a:gd name="connsiteX59" fmla="*/ 493713 w 632774"/>
              <a:gd name="connsiteY59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574688 w 632774"/>
              <a:gd name="connsiteY46" fmla="*/ 99761 h 238125"/>
              <a:gd name="connsiteX47" fmla="*/ 558800 w 632774"/>
              <a:gd name="connsiteY47" fmla="*/ 131763 h 238125"/>
              <a:gd name="connsiteX48" fmla="*/ 544513 w 632774"/>
              <a:gd name="connsiteY48" fmla="*/ 141288 h 238125"/>
              <a:gd name="connsiteX49" fmla="*/ 534988 w 632774"/>
              <a:gd name="connsiteY49" fmla="*/ 149225 h 238125"/>
              <a:gd name="connsiteX50" fmla="*/ 528638 w 632774"/>
              <a:gd name="connsiteY50" fmla="*/ 158750 h 238125"/>
              <a:gd name="connsiteX51" fmla="*/ 525463 w 632774"/>
              <a:gd name="connsiteY51" fmla="*/ 163513 h 238125"/>
              <a:gd name="connsiteX52" fmla="*/ 517525 w 632774"/>
              <a:gd name="connsiteY52" fmla="*/ 173038 h 238125"/>
              <a:gd name="connsiteX53" fmla="*/ 512763 w 632774"/>
              <a:gd name="connsiteY53" fmla="*/ 177800 h 238125"/>
              <a:gd name="connsiteX54" fmla="*/ 509588 w 632774"/>
              <a:gd name="connsiteY54" fmla="*/ 182563 h 238125"/>
              <a:gd name="connsiteX55" fmla="*/ 506413 w 632774"/>
              <a:gd name="connsiteY55" fmla="*/ 192088 h 238125"/>
              <a:gd name="connsiteX56" fmla="*/ 498475 w 632774"/>
              <a:gd name="connsiteY56" fmla="*/ 201613 h 238125"/>
              <a:gd name="connsiteX57" fmla="*/ 495300 w 632774"/>
              <a:gd name="connsiteY57" fmla="*/ 211138 h 238125"/>
              <a:gd name="connsiteX58" fmla="*/ 493713 w 632774"/>
              <a:gd name="connsiteY58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574688 w 632774"/>
              <a:gd name="connsiteY46" fmla="*/ 99761 h 238125"/>
              <a:gd name="connsiteX47" fmla="*/ 544513 w 632774"/>
              <a:gd name="connsiteY47" fmla="*/ 141288 h 238125"/>
              <a:gd name="connsiteX48" fmla="*/ 534988 w 632774"/>
              <a:gd name="connsiteY48" fmla="*/ 149225 h 238125"/>
              <a:gd name="connsiteX49" fmla="*/ 528638 w 632774"/>
              <a:gd name="connsiteY49" fmla="*/ 158750 h 238125"/>
              <a:gd name="connsiteX50" fmla="*/ 525463 w 632774"/>
              <a:gd name="connsiteY50" fmla="*/ 163513 h 238125"/>
              <a:gd name="connsiteX51" fmla="*/ 517525 w 632774"/>
              <a:gd name="connsiteY51" fmla="*/ 173038 h 238125"/>
              <a:gd name="connsiteX52" fmla="*/ 512763 w 632774"/>
              <a:gd name="connsiteY52" fmla="*/ 177800 h 238125"/>
              <a:gd name="connsiteX53" fmla="*/ 509588 w 632774"/>
              <a:gd name="connsiteY53" fmla="*/ 182563 h 238125"/>
              <a:gd name="connsiteX54" fmla="*/ 506413 w 632774"/>
              <a:gd name="connsiteY54" fmla="*/ 192088 h 238125"/>
              <a:gd name="connsiteX55" fmla="*/ 498475 w 632774"/>
              <a:gd name="connsiteY55" fmla="*/ 201613 h 238125"/>
              <a:gd name="connsiteX56" fmla="*/ 495300 w 632774"/>
              <a:gd name="connsiteY56" fmla="*/ 211138 h 238125"/>
              <a:gd name="connsiteX57" fmla="*/ 493713 w 632774"/>
              <a:gd name="connsiteY57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574688 w 632774"/>
              <a:gd name="connsiteY46" fmla="*/ 99761 h 238125"/>
              <a:gd name="connsiteX47" fmla="*/ 534988 w 632774"/>
              <a:gd name="connsiteY47" fmla="*/ 149225 h 238125"/>
              <a:gd name="connsiteX48" fmla="*/ 528638 w 632774"/>
              <a:gd name="connsiteY48" fmla="*/ 158750 h 238125"/>
              <a:gd name="connsiteX49" fmla="*/ 525463 w 632774"/>
              <a:gd name="connsiteY49" fmla="*/ 163513 h 238125"/>
              <a:gd name="connsiteX50" fmla="*/ 517525 w 632774"/>
              <a:gd name="connsiteY50" fmla="*/ 173038 h 238125"/>
              <a:gd name="connsiteX51" fmla="*/ 512763 w 632774"/>
              <a:gd name="connsiteY51" fmla="*/ 177800 h 238125"/>
              <a:gd name="connsiteX52" fmla="*/ 509588 w 632774"/>
              <a:gd name="connsiteY52" fmla="*/ 182563 h 238125"/>
              <a:gd name="connsiteX53" fmla="*/ 506413 w 632774"/>
              <a:gd name="connsiteY53" fmla="*/ 192088 h 238125"/>
              <a:gd name="connsiteX54" fmla="*/ 498475 w 632774"/>
              <a:gd name="connsiteY54" fmla="*/ 201613 h 238125"/>
              <a:gd name="connsiteX55" fmla="*/ 495300 w 632774"/>
              <a:gd name="connsiteY55" fmla="*/ 211138 h 238125"/>
              <a:gd name="connsiteX56" fmla="*/ 493713 w 632774"/>
              <a:gd name="connsiteY56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574688 w 632774"/>
              <a:gd name="connsiteY46" fmla="*/ 99761 h 238125"/>
              <a:gd name="connsiteX47" fmla="*/ 534988 w 632774"/>
              <a:gd name="connsiteY47" fmla="*/ 149225 h 238125"/>
              <a:gd name="connsiteX48" fmla="*/ 528638 w 632774"/>
              <a:gd name="connsiteY48" fmla="*/ 158750 h 238125"/>
              <a:gd name="connsiteX49" fmla="*/ 517525 w 632774"/>
              <a:gd name="connsiteY49" fmla="*/ 173038 h 238125"/>
              <a:gd name="connsiteX50" fmla="*/ 512763 w 632774"/>
              <a:gd name="connsiteY50" fmla="*/ 177800 h 238125"/>
              <a:gd name="connsiteX51" fmla="*/ 509588 w 632774"/>
              <a:gd name="connsiteY51" fmla="*/ 182563 h 238125"/>
              <a:gd name="connsiteX52" fmla="*/ 506413 w 632774"/>
              <a:gd name="connsiteY52" fmla="*/ 192088 h 238125"/>
              <a:gd name="connsiteX53" fmla="*/ 498475 w 632774"/>
              <a:gd name="connsiteY53" fmla="*/ 201613 h 238125"/>
              <a:gd name="connsiteX54" fmla="*/ 495300 w 632774"/>
              <a:gd name="connsiteY54" fmla="*/ 211138 h 238125"/>
              <a:gd name="connsiteX55" fmla="*/ 493713 w 632774"/>
              <a:gd name="connsiteY55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574688 w 632774"/>
              <a:gd name="connsiteY46" fmla="*/ 99761 h 238125"/>
              <a:gd name="connsiteX47" fmla="*/ 534988 w 632774"/>
              <a:gd name="connsiteY47" fmla="*/ 149225 h 238125"/>
              <a:gd name="connsiteX48" fmla="*/ 528638 w 632774"/>
              <a:gd name="connsiteY48" fmla="*/ 158750 h 238125"/>
              <a:gd name="connsiteX49" fmla="*/ 517525 w 632774"/>
              <a:gd name="connsiteY49" fmla="*/ 173038 h 238125"/>
              <a:gd name="connsiteX50" fmla="*/ 512763 w 632774"/>
              <a:gd name="connsiteY50" fmla="*/ 177800 h 238125"/>
              <a:gd name="connsiteX51" fmla="*/ 506413 w 632774"/>
              <a:gd name="connsiteY51" fmla="*/ 192088 h 238125"/>
              <a:gd name="connsiteX52" fmla="*/ 498475 w 632774"/>
              <a:gd name="connsiteY52" fmla="*/ 201613 h 238125"/>
              <a:gd name="connsiteX53" fmla="*/ 495300 w 632774"/>
              <a:gd name="connsiteY53" fmla="*/ 211138 h 238125"/>
              <a:gd name="connsiteX54" fmla="*/ 493713 w 632774"/>
              <a:gd name="connsiteY54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574688 w 632774"/>
              <a:gd name="connsiteY46" fmla="*/ 99761 h 238125"/>
              <a:gd name="connsiteX47" fmla="*/ 534988 w 632774"/>
              <a:gd name="connsiteY47" fmla="*/ 149225 h 238125"/>
              <a:gd name="connsiteX48" fmla="*/ 528638 w 632774"/>
              <a:gd name="connsiteY48" fmla="*/ 158750 h 238125"/>
              <a:gd name="connsiteX49" fmla="*/ 517525 w 632774"/>
              <a:gd name="connsiteY49" fmla="*/ 173038 h 238125"/>
              <a:gd name="connsiteX50" fmla="*/ 512763 w 632774"/>
              <a:gd name="connsiteY50" fmla="*/ 177800 h 238125"/>
              <a:gd name="connsiteX51" fmla="*/ 506413 w 632774"/>
              <a:gd name="connsiteY51" fmla="*/ 192088 h 238125"/>
              <a:gd name="connsiteX52" fmla="*/ 495300 w 632774"/>
              <a:gd name="connsiteY52" fmla="*/ 211138 h 238125"/>
              <a:gd name="connsiteX53" fmla="*/ 493713 w 632774"/>
              <a:gd name="connsiteY53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574688 w 632774"/>
              <a:gd name="connsiteY46" fmla="*/ 99761 h 238125"/>
              <a:gd name="connsiteX47" fmla="*/ 534988 w 632774"/>
              <a:gd name="connsiteY47" fmla="*/ 149225 h 238125"/>
              <a:gd name="connsiteX48" fmla="*/ 528638 w 632774"/>
              <a:gd name="connsiteY48" fmla="*/ 158750 h 238125"/>
              <a:gd name="connsiteX49" fmla="*/ 517525 w 632774"/>
              <a:gd name="connsiteY49" fmla="*/ 173038 h 238125"/>
              <a:gd name="connsiteX50" fmla="*/ 512763 w 632774"/>
              <a:gd name="connsiteY50" fmla="*/ 177800 h 238125"/>
              <a:gd name="connsiteX51" fmla="*/ 506413 w 632774"/>
              <a:gd name="connsiteY51" fmla="*/ 192088 h 238125"/>
              <a:gd name="connsiteX52" fmla="*/ 493713 w 632774"/>
              <a:gd name="connsiteY52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574688 w 632774"/>
              <a:gd name="connsiteY46" fmla="*/ 99761 h 238125"/>
              <a:gd name="connsiteX47" fmla="*/ 534988 w 632774"/>
              <a:gd name="connsiteY47" fmla="*/ 149225 h 238125"/>
              <a:gd name="connsiteX48" fmla="*/ 528638 w 632774"/>
              <a:gd name="connsiteY48" fmla="*/ 158750 h 238125"/>
              <a:gd name="connsiteX49" fmla="*/ 517525 w 632774"/>
              <a:gd name="connsiteY49" fmla="*/ 173038 h 238125"/>
              <a:gd name="connsiteX50" fmla="*/ 512763 w 632774"/>
              <a:gd name="connsiteY50" fmla="*/ 177800 h 238125"/>
              <a:gd name="connsiteX51" fmla="*/ 493713 w 632774"/>
              <a:gd name="connsiteY51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574688 w 632774"/>
              <a:gd name="connsiteY46" fmla="*/ 99761 h 238125"/>
              <a:gd name="connsiteX47" fmla="*/ 534988 w 632774"/>
              <a:gd name="connsiteY47" fmla="*/ 149225 h 238125"/>
              <a:gd name="connsiteX48" fmla="*/ 528638 w 632774"/>
              <a:gd name="connsiteY48" fmla="*/ 158750 h 238125"/>
              <a:gd name="connsiteX49" fmla="*/ 517525 w 632774"/>
              <a:gd name="connsiteY49" fmla="*/ 173038 h 238125"/>
              <a:gd name="connsiteX50" fmla="*/ 493713 w 632774"/>
              <a:gd name="connsiteY50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574688 w 632774"/>
              <a:gd name="connsiteY46" fmla="*/ 99761 h 238125"/>
              <a:gd name="connsiteX47" fmla="*/ 534988 w 632774"/>
              <a:gd name="connsiteY47" fmla="*/ 149225 h 238125"/>
              <a:gd name="connsiteX48" fmla="*/ 528638 w 632774"/>
              <a:gd name="connsiteY48" fmla="*/ 158750 h 238125"/>
              <a:gd name="connsiteX49" fmla="*/ 493713 w 632774"/>
              <a:gd name="connsiteY49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574688 w 632774"/>
              <a:gd name="connsiteY46" fmla="*/ 99761 h 238125"/>
              <a:gd name="connsiteX47" fmla="*/ 534988 w 632774"/>
              <a:gd name="connsiteY47" fmla="*/ 149225 h 238125"/>
              <a:gd name="connsiteX48" fmla="*/ 493713 w 632774"/>
              <a:gd name="connsiteY48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574688 w 632774"/>
              <a:gd name="connsiteY46" fmla="*/ 99761 h 238125"/>
              <a:gd name="connsiteX47" fmla="*/ 493713 w 632774"/>
              <a:gd name="connsiteY47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582323 w 632774"/>
              <a:gd name="connsiteY46" fmla="*/ 135837 h 238125"/>
              <a:gd name="connsiteX47" fmla="*/ 493713 w 632774"/>
              <a:gd name="connsiteY47" fmla="*/ 238125 h 238125"/>
              <a:gd name="connsiteX0" fmla="*/ 25400 w 626958"/>
              <a:gd name="connsiteY0" fmla="*/ 233363 h 238125"/>
              <a:gd name="connsiteX1" fmla="*/ 26988 w 626958"/>
              <a:gd name="connsiteY1" fmla="*/ 225425 h 238125"/>
              <a:gd name="connsiteX2" fmla="*/ 30163 w 626958"/>
              <a:gd name="connsiteY2" fmla="*/ 220663 h 238125"/>
              <a:gd name="connsiteX3" fmla="*/ 28575 w 626958"/>
              <a:gd name="connsiteY3" fmla="*/ 173038 h 238125"/>
              <a:gd name="connsiteX4" fmla="*/ 19050 w 626958"/>
              <a:gd name="connsiteY4" fmla="*/ 166688 h 238125"/>
              <a:gd name="connsiteX5" fmla="*/ 14288 w 626958"/>
              <a:gd name="connsiteY5" fmla="*/ 160338 h 238125"/>
              <a:gd name="connsiteX6" fmla="*/ 9525 w 626958"/>
              <a:gd name="connsiteY6" fmla="*/ 150813 h 238125"/>
              <a:gd name="connsiteX7" fmla="*/ 4763 w 626958"/>
              <a:gd name="connsiteY7" fmla="*/ 147638 h 238125"/>
              <a:gd name="connsiteX8" fmla="*/ 3175 w 626958"/>
              <a:gd name="connsiteY8" fmla="*/ 139700 h 238125"/>
              <a:gd name="connsiteX9" fmla="*/ 1588 w 626958"/>
              <a:gd name="connsiteY9" fmla="*/ 134938 h 238125"/>
              <a:gd name="connsiteX10" fmla="*/ 0 w 626958"/>
              <a:gd name="connsiteY10" fmla="*/ 125413 h 238125"/>
              <a:gd name="connsiteX11" fmla="*/ 3175 w 626958"/>
              <a:gd name="connsiteY11" fmla="*/ 84138 h 238125"/>
              <a:gd name="connsiteX12" fmla="*/ 11113 w 626958"/>
              <a:gd name="connsiteY12" fmla="*/ 69850 h 238125"/>
              <a:gd name="connsiteX13" fmla="*/ 25400 w 626958"/>
              <a:gd name="connsiteY13" fmla="*/ 58738 h 238125"/>
              <a:gd name="connsiteX14" fmla="*/ 30163 w 626958"/>
              <a:gd name="connsiteY14" fmla="*/ 53975 h 238125"/>
              <a:gd name="connsiteX15" fmla="*/ 38100 w 626958"/>
              <a:gd name="connsiteY15" fmla="*/ 52388 h 238125"/>
              <a:gd name="connsiteX16" fmla="*/ 49213 w 626958"/>
              <a:gd name="connsiteY16" fmla="*/ 49213 h 238125"/>
              <a:gd name="connsiteX17" fmla="*/ 57150 w 626958"/>
              <a:gd name="connsiteY17" fmla="*/ 46038 h 238125"/>
              <a:gd name="connsiteX18" fmla="*/ 61913 w 626958"/>
              <a:gd name="connsiteY18" fmla="*/ 44450 h 238125"/>
              <a:gd name="connsiteX19" fmla="*/ 71438 w 626958"/>
              <a:gd name="connsiteY19" fmla="*/ 39688 h 238125"/>
              <a:gd name="connsiteX20" fmla="*/ 76200 w 626958"/>
              <a:gd name="connsiteY20" fmla="*/ 36513 h 238125"/>
              <a:gd name="connsiteX21" fmla="*/ 85725 w 626958"/>
              <a:gd name="connsiteY21" fmla="*/ 33338 h 238125"/>
              <a:gd name="connsiteX22" fmla="*/ 96838 w 626958"/>
              <a:gd name="connsiteY22" fmla="*/ 30163 h 238125"/>
              <a:gd name="connsiteX23" fmla="*/ 107950 w 626958"/>
              <a:gd name="connsiteY23" fmla="*/ 28575 h 238125"/>
              <a:gd name="connsiteX24" fmla="*/ 117475 w 626958"/>
              <a:gd name="connsiteY24" fmla="*/ 25400 h 238125"/>
              <a:gd name="connsiteX25" fmla="*/ 130175 w 626958"/>
              <a:gd name="connsiteY25" fmla="*/ 22225 h 238125"/>
              <a:gd name="connsiteX26" fmla="*/ 134938 w 626958"/>
              <a:gd name="connsiteY26" fmla="*/ 19050 h 238125"/>
              <a:gd name="connsiteX27" fmla="*/ 149225 w 626958"/>
              <a:gd name="connsiteY27" fmla="*/ 17463 h 238125"/>
              <a:gd name="connsiteX28" fmla="*/ 158750 w 626958"/>
              <a:gd name="connsiteY28" fmla="*/ 15875 h 238125"/>
              <a:gd name="connsiteX29" fmla="*/ 180975 w 626958"/>
              <a:gd name="connsiteY29" fmla="*/ 11113 h 238125"/>
              <a:gd name="connsiteX30" fmla="*/ 230188 w 626958"/>
              <a:gd name="connsiteY30" fmla="*/ 6350 h 238125"/>
              <a:gd name="connsiteX31" fmla="*/ 269875 w 626958"/>
              <a:gd name="connsiteY31" fmla="*/ 3175 h 238125"/>
              <a:gd name="connsiteX32" fmla="*/ 284163 w 626958"/>
              <a:gd name="connsiteY32" fmla="*/ 1588 h 238125"/>
              <a:gd name="connsiteX33" fmla="*/ 373063 w 626958"/>
              <a:gd name="connsiteY33" fmla="*/ 0 h 238125"/>
              <a:gd name="connsiteX34" fmla="*/ 554038 w 626958"/>
              <a:gd name="connsiteY34" fmla="*/ 1588 h 238125"/>
              <a:gd name="connsiteX35" fmla="*/ 561975 w 626958"/>
              <a:gd name="connsiteY35" fmla="*/ 3175 h 238125"/>
              <a:gd name="connsiteX36" fmla="*/ 571500 w 626958"/>
              <a:gd name="connsiteY36" fmla="*/ 6350 h 238125"/>
              <a:gd name="connsiteX37" fmla="*/ 582613 w 626958"/>
              <a:gd name="connsiteY37" fmla="*/ 11113 h 238125"/>
              <a:gd name="connsiteX38" fmla="*/ 596900 w 626958"/>
              <a:gd name="connsiteY38" fmla="*/ 19050 h 238125"/>
              <a:gd name="connsiteX39" fmla="*/ 601663 w 626958"/>
              <a:gd name="connsiteY39" fmla="*/ 22225 h 238125"/>
              <a:gd name="connsiteX40" fmla="*/ 609600 w 626958"/>
              <a:gd name="connsiteY40" fmla="*/ 25400 h 238125"/>
              <a:gd name="connsiteX41" fmla="*/ 612775 w 626958"/>
              <a:gd name="connsiteY41" fmla="*/ 30163 h 238125"/>
              <a:gd name="connsiteX42" fmla="*/ 617538 w 626958"/>
              <a:gd name="connsiteY42" fmla="*/ 33338 h 238125"/>
              <a:gd name="connsiteX43" fmla="*/ 625475 w 626958"/>
              <a:gd name="connsiteY43" fmla="*/ 42863 h 238125"/>
              <a:gd name="connsiteX44" fmla="*/ 603915 w 626958"/>
              <a:gd name="connsiteY44" fmla="*/ 77455 h 238125"/>
              <a:gd name="connsiteX45" fmla="*/ 582323 w 626958"/>
              <a:gd name="connsiteY45" fmla="*/ 135837 h 238125"/>
              <a:gd name="connsiteX46" fmla="*/ 493713 w 626958"/>
              <a:gd name="connsiteY46" fmla="*/ 238125 h 238125"/>
              <a:gd name="connsiteX0" fmla="*/ 25400 w 617538"/>
              <a:gd name="connsiteY0" fmla="*/ 233363 h 238125"/>
              <a:gd name="connsiteX1" fmla="*/ 26988 w 617538"/>
              <a:gd name="connsiteY1" fmla="*/ 225425 h 238125"/>
              <a:gd name="connsiteX2" fmla="*/ 30163 w 617538"/>
              <a:gd name="connsiteY2" fmla="*/ 220663 h 238125"/>
              <a:gd name="connsiteX3" fmla="*/ 28575 w 617538"/>
              <a:gd name="connsiteY3" fmla="*/ 173038 h 238125"/>
              <a:gd name="connsiteX4" fmla="*/ 19050 w 617538"/>
              <a:gd name="connsiteY4" fmla="*/ 166688 h 238125"/>
              <a:gd name="connsiteX5" fmla="*/ 14288 w 617538"/>
              <a:gd name="connsiteY5" fmla="*/ 160338 h 238125"/>
              <a:gd name="connsiteX6" fmla="*/ 9525 w 617538"/>
              <a:gd name="connsiteY6" fmla="*/ 150813 h 238125"/>
              <a:gd name="connsiteX7" fmla="*/ 4763 w 617538"/>
              <a:gd name="connsiteY7" fmla="*/ 147638 h 238125"/>
              <a:gd name="connsiteX8" fmla="*/ 3175 w 617538"/>
              <a:gd name="connsiteY8" fmla="*/ 139700 h 238125"/>
              <a:gd name="connsiteX9" fmla="*/ 1588 w 617538"/>
              <a:gd name="connsiteY9" fmla="*/ 134938 h 238125"/>
              <a:gd name="connsiteX10" fmla="*/ 0 w 617538"/>
              <a:gd name="connsiteY10" fmla="*/ 125413 h 238125"/>
              <a:gd name="connsiteX11" fmla="*/ 3175 w 617538"/>
              <a:gd name="connsiteY11" fmla="*/ 84138 h 238125"/>
              <a:gd name="connsiteX12" fmla="*/ 11113 w 617538"/>
              <a:gd name="connsiteY12" fmla="*/ 69850 h 238125"/>
              <a:gd name="connsiteX13" fmla="*/ 25400 w 617538"/>
              <a:gd name="connsiteY13" fmla="*/ 58738 h 238125"/>
              <a:gd name="connsiteX14" fmla="*/ 30163 w 617538"/>
              <a:gd name="connsiteY14" fmla="*/ 53975 h 238125"/>
              <a:gd name="connsiteX15" fmla="*/ 38100 w 617538"/>
              <a:gd name="connsiteY15" fmla="*/ 52388 h 238125"/>
              <a:gd name="connsiteX16" fmla="*/ 49213 w 617538"/>
              <a:gd name="connsiteY16" fmla="*/ 49213 h 238125"/>
              <a:gd name="connsiteX17" fmla="*/ 57150 w 617538"/>
              <a:gd name="connsiteY17" fmla="*/ 46038 h 238125"/>
              <a:gd name="connsiteX18" fmla="*/ 61913 w 617538"/>
              <a:gd name="connsiteY18" fmla="*/ 44450 h 238125"/>
              <a:gd name="connsiteX19" fmla="*/ 71438 w 617538"/>
              <a:gd name="connsiteY19" fmla="*/ 39688 h 238125"/>
              <a:gd name="connsiteX20" fmla="*/ 76200 w 617538"/>
              <a:gd name="connsiteY20" fmla="*/ 36513 h 238125"/>
              <a:gd name="connsiteX21" fmla="*/ 85725 w 617538"/>
              <a:gd name="connsiteY21" fmla="*/ 33338 h 238125"/>
              <a:gd name="connsiteX22" fmla="*/ 96838 w 617538"/>
              <a:gd name="connsiteY22" fmla="*/ 30163 h 238125"/>
              <a:gd name="connsiteX23" fmla="*/ 107950 w 617538"/>
              <a:gd name="connsiteY23" fmla="*/ 28575 h 238125"/>
              <a:gd name="connsiteX24" fmla="*/ 117475 w 617538"/>
              <a:gd name="connsiteY24" fmla="*/ 25400 h 238125"/>
              <a:gd name="connsiteX25" fmla="*/ 130175 w 617538"/>
              <a:gd name="connsiteY25" fmla="*/ 22225 h 238125"/>
              <a:gd name="connsiteX26" fmla="*/ 134938 w 617538"/>
              <a:gd name="connsiteY26" fmla="*/ 19050 h 238125"/>
              <a:gd name="connsiteX27" fmla="*/ 149225 w 617538"/>
              <a:gd name="connsiteY27" fmla="*/ 17463 h 238125"/>
              <a:gd name="connsiteX28" fmla="*/ 158750 w 617538"/>
              <a:gd name="connsiteY28" fmla="*/ 15875 h 238125"/>
              <a:gd name="connsiteX29" fmla="*/ 180975 w 617538"/>
              <a:gd name="connsiteY29" fmla="*/ 11113 h 238125"/>
              <a:gd name="connsiteX30" fmla="*/ 230188 w 617538"/>
              <a:gd name="connsiteY30" fmla="*/ 6350 h 238125"/>
              <a:gd name="connsiteX31" fmla="*/ 269875 w 617538"/>
              <a:gd name="connsiteY31" fmla="*/ 3175 h 238125"/>
              <a:gd name="connsiteX32" fmla="*/ 284163 w 617538"/>
              <a:gd name="connsiteY32" fmla="*/ 1588 h 238125"/>
              <a:gd name="connsiteX33" fmla="*/ 373063 w 617538"/>
              <a:gd name="connsiteY33" fmla="*/ 0 h 238125"/>
              <a:gd name="connsiteX34" fmla="*/ 554038 w 617538"/>
              <a:gd name="connsiteY34" fmla="*/ 1588 h 238125"/>
              <a:gd name="connsiteX35" fmla="*/ 561975 w 617538"/>
              <a:gd name="connsiteY35" fmla="*/ 3175 h 238125"/>
              <a:gd name="connsiteX36" fmla="*/ 571500 w 617538"/>
              <a:gd name="connsiteY36" fmla="*/ 6350 h 238125"/>
              <a:gd name="connsiteX37" fmla="*/ 582613 w 617538"/>
              <a:gd name="connsiteY37" fmla="*/ 11113 h 238125"/>
              <a:gd name="connsiteX38" fmla="*/ 596900 w 617538"/>
              <a:gd name="connsiteY38" fmla="*/ 19050 h 238125"/>
              <a:gd name="connsiteX39" fmla="*/ 601663 w 617538"/>
              <a:gd name="connsiteY39" fmla="*/ 22225 h 238125"/>
              <a:gd name="connsiteX40" fmla="*/ 609600 w 617538"/>
              <a:gd name="connsiteY40" fmla="*/ 25400 h 238125"/>
              <a:gd name="connsiteX41" fmla="*/ 612775 w 617538"/>
              <a:gd name="connsiteY41" fmla="*/ 30163 h 238125"/>
              <a:gd name="connsiteX42" fmla="*/ 617538 w 617538"/>
              <a:gd name="connsiteY42" fmla="*/ 33338 h 238125"/>
              <a:gd name="connsiteX43" fmla="*/ 603915 w 617538"/>
              <a:gd name="connsiteY43" fmla="*/ 77455 h 238125"/>
              <a:gd name="connsiteX44" fmla="*/ 582323 w 617538"/>
              <a:gd name="connsiteY44" fmla="*/ 135837 h 238125"/>
              <a:gd name="connsiteX45" fmla="*/ 493713 w 617538"/>
              <a:gd name="connsiteY45" fmla="*/ 238125 h 238125"/>
              <a:gd name="connsiteX0" fmla="*/ 25400 w 612979"/>
              <a:gd name="connsiteY0" fmla="*/ 233363 h 238125"/>
              <a:gd name="connsiteX1" fmla="*/ 26988 w 612979"/>
              <a:gd name="connsiteY1" fmla="*/ 225425 h 238125"/>
              <a:gd name="connsiteX2" fmla="*/ 30163 w 612979"/>
              <a:gd name="connsiteY2" fmla="*/ 220663 h 238125"/>
              <a:gd name="connsiteX3" fmla="*/ 28575 w 612979"/>
              <a:gd name="connsiteY3" fmla="*/ 173038 h 238125"/>
              <a:gd name="connsiteX4" fmla="*/ 19050 w 612979"/>
              <a:gd name="connsiteY4" fmla="*/ 166688 h 238125"/>
              <a:gd name="connsiteX5" fmla="*/ 14288 w 612979"/>
              <a:gd name="connsiteY5" fmla="*/ 160338 h 238125"/>
              <a:gd name="connsiteX6" fmla="*/ 9525 w 612979"/>
              <a:gd name="connsiteY6" fmla="*/ 150813 h 238125"/>
              <a:gd name="connsiteX7" fmla="*/ 4763 w 612979"/>
              <a:gd name="connsiteY7" fmla="*/ 147638 h 238125"/>
              <a:gd name="connsiteX8" fmla="*/ 3175 w 612979"/>
              <a:gd name="connsiteY8" fmla="*/ 139700 h 238125"/>
              <a:gd name="connsiteX9" fmla="*/ 1588 w 612979"/>
              <a:gd name="connsiteY9" fmla="*/ 134938 h 238125"/>
              <a:gd name="connsiteX10" fmla="*/ 0 w 612979"/>
              <a:gd name="connsiteY10" fmla="*/ 125413 h 238125"/>
              <a:gd name="connsiteX11" fmla="*/ 3175 w 612979"/>
              <a:gd name="connsiteY11" fmla="*/ 84138 h 238125"/>
              <a:gd name="connsiteX12" fmla="*/ 11113 w 612979"/>
              <a:gd name="connsiteY12" fmla="*/ 69850 h 238125"/>
              <a:gd name="connsiteX13" fmla="*/ 25400 w 612979"/>
              <a:gd name="connsiteY13" fmla="*/ 58738 h 238125"/>
              <a:gd name="connsiteX14" fmla="*/ 30163 w 612979"/>
              <a:gd name="connsiteY14" fmla="*/ 53975 h 238125"/>
              <a:gd name="connsiteX15" fmla="*/ 38100 w 612979"/>
              <a:gd name="connsiteY15" fmla="*/ 52388 h 238125"/>
              <a:gd name="connsiteX16" fmla="*/ 49213 w 612979"/>
              <a:gd name="connsiteY16" fmla="*/ 49213 h 238125"/>
              <a:gd name="connsiteX17" fmla="*/ 57150 w 612979"/>
              <a:gd name="connsiteY17" fmla="*/ 46038 h 238125"/>
              <a:gd name="connsiteX18" fmla="*/ 61913 w 612979"/>
              <a:gd name="connsiteY18" fmla="*/ 44450 h 238125"/>
              <a:gd name="connsiteX19" fmla="*/ 71438 w 612979"/>
              <a:gd name="connsiteY19" fmla="*/ 39688 h 238125"/>
              <a:gd name="connsiteX20" fmla="*/ 76200 w 612979"/>
              <a:gd name="connsiteY20" fmla="*/ 36513 h 238125"/>
              <a:gd name="connsiteX21" fmla="*/ 85725 w 612979"/>
              <a:gd name="connsiteY21" fmla="*/ 33338 h 238125"/>
              <a:gd name="connsiteX22" fmla="*/ 96838 w 612979"/>
              <a:gd name="connsiteY22" fmla="*/ 30163 h 238125"/>
              <a:gd name="connsiteX23" fmla="*/ 107950 w 612979"/>
              <a:gd name="connsiteY23" fmla="*/ 28575 h 238125"/>
              <a:gd name="connsiteX24" fmla="*/ 117475 w 612979"/>
              <a:gd name="connsiteY24" fmla="*/ 25400 h 238125"/>
              <a:gd name="connsiteX25" fmla="*/ 130175 w 612979"/>
              <a:gd name="connsiteY25" fmla="*/ 22225 h 238125"/>
              <a:gd name="connsiteX26" fmla="*/ 134938 w 612979"/>
              <a:gd name="connsiteY26" fmla="*/ 19050 h 238125"/>
              <a:gd name="connsiteX27" fmla="*/ 149225 w 612979"/>
              <a:gd name="connsiteY27" fmla="*/ 17463 h 238125"/>
              <a:gd name="connsiteX28" fmla="*/ 158750 w 612979"/>
              <a:gd name="connsiteY28" fmla="*/ 15875 h 238125"/>
              <a:gd name="connsiteX29" fmla="*/ 180975 w 612979"/>
              <a:gd name="connsiteY29" fmla="*/ 11113 h 238125"/>
              <a:gd name="connsiteX30" fmla="*/ 230188 w 612979"/>
              <a:gd name="connsiteY30" fmla="*/ 6350 h 238125"/>
              <a:gd name="connsiteX31" fmla="*/ 269875 w 612979"/>
              <a:gd name="connsiteY31" fmla="*/ 3175 h 238125"/>
              <a:gd name="connsiteX32" fmla="*/ 284163 w 612979"/>
              <a:gd name="connsiteY32" fmla="*/ 1588 h 238125"/>
              <a:gd name="connsiteX33" fmla="*/ 373063 w 612979"/>
              <a:gd name="connsiteY33" fmla="*/ 0 h 238125"/>
              <a:gd name="connsiteX34" fmla="*/ 554038 w 612979"/>
              <a:gd name="connsiteY34" fmla="*/ 1588 h 238125"/>
              <a:gd name="connsiteX35" fmla="*/ 561975 w 612979"/>
              <a:gd name="connsiteY35" fmla="*/ 3175 h 238125"/>
              <a:gd name="connsiteX36" fmla="*/ 571500 w 612979"/>
              <a:gd name="connsiteY36" fmla="*/ 6350 h 238125"/>
              <a:gd name="connsiteX37" fmla="*/ 582613 w 612979"/>
              <a:gd name="connsiteY37" fmla="*/ 11113 h 238125"/>
              <a:gd name="connsiteX38" fmla="*/ 596900 w 612979"/>
              <a:gd name="connsiteY38" fmla="*/ 19050 h 238125"/>
              <a:gd name="connsiteX39" fmla="*/ 601663 w 612979"/>
              <a:gd name="connsiteY39" fmla="*/ 22225 h 238125"/>
              <a:gd name="connsiteX40" fmla="*/ 609600 w 612979"/>
              <a:gd name="connsiteY40" fmla="*/ 25400 h 238125"/>
              <a:gd name="connsiteX41" fmla="*/ 612775 w 612979"/>
              <a:gd name="connsiteY41" fmla="*/ 30163 h 238125"/>
              <a:gd name="connsiteX42" fmla="*/ 603915 w 612979"/>
              <a:gd name="connsiteY42" fmla="*/ 77455 h 238125"/>
              <a:gd name="connsiteX43" fmla="*/ 582323 w 612979"/>
              <a:gd name="connsiteY43" fmla="*/ 135837 h 238125"/>
              <a:gd name="connsiteX44" fmla="*/ 493713 w 612979"/>
              <a:gd name="connsiteY44" fmla="*/ 238125 h 238125"/>
              <a:gd name="connsiteX0" fmla="*/ 25400 w 609654"/>
              <a:gd name="connsiteY0" fmla="*/ 233363 h 238125"/>
              <a:gd name="connsiteX1" fmla="*/ 26988 w 609654"/>
              <a:gd name="connsiteY1" fmla="*/ 225425 h 238125"/>
              <a:gd name="connsiteX2" fmla="*/ 30163 w 609654"/>
              <a:gd name="connsiteY2" fmla="*/ 220663 h 238125"/>
              <a:gd name="connsiteX3" fmla="*/ 28575 w 609654"/>
              <a:gd name="connsiteY3" fmla="*/ 173038 h 238125"/>
              <a:gd name="connsiteX4" fmla="*/ 19050 w 609654"/>
              <a:gd name="connsiteY4" fmla="*/ 166688 h 238125"/>
              <a:gd name="connsiteX5" fmla="*/ 14288 w 609654"/>
              <a:gd name="connsiteY5" fmla="*/ 160338 h 238125"/>
              <a:gd name="connsiteX6" fmla="*/ 9525 w 609654"/>
              <a:gd name="connsiteY6" fmla="*/ 150813 h 238125"/>
              <a:gd name="connsiteX7" fmla="*/ 4763 w 609654"/>
              <a:gd name="connsiteY7" fmla="*/ 147638 h 238125"/>
              <a:gd name="connsiteX8" fmla="*/ 3175 w 609654"/>
              <a:gd name="connsiteY8" fmla="*/ 139700 h 238125"/>
              <a:gd name="connsiteX9" fmla="*/ 1588 w 609654"/>
              <a:gd name="connsiteY9" fmla="*/ 134938 h 238125"/>
              <a:gd name="connsiteX10" fmla="*/ 0 w 609654"/>
              <a:gd name="connsiteY10" fmla="*/ 125413 h 238125"/>
              <a:gd name="connsiteX11" fmla="*/ 3175 w 609654"/>
              <a:gd name="connsiteY11" fmla="*/ 84138 h 238125"/>
              <a:gd name="connsiteX12" fmla="*/ 11113 w 609654"/>
              <a:gd name="connsiteY12" fmla="*/ 69850 h 238125"/>
              <a:gd name="connsiteX13" fmla="*/ 25400 w 609654"/>
              <a:gd name="connsiteY13" fmla="*/ 58738 h 238125"/>
              <a:gd name="connsiteX14" fmla="*/ 30163 w 609654"/>
              <a:gd name="connsiteY14" fmla="*/ 53975 h 238125"/>
              <a:gd name="connsiteX15" fmla="*/ 38100 w 609654"/>
              <a:gd name="connsiteY15" fmla="*/ 52388 h 238125"/>
              <a:gd name="connsiteX16" fmla="*/ 49213 w 609654"/>
              <a:gd name="connsiteY16" fmla="*/ 49213 h 238125"/>
              <a:gd name="connsiteX17" fmla="*/ 57150 w 609654"/>
              <a:gd name="connsiteY17" fmla="*/ 46038 h 238125"/>
              <a:gd name="connsiteX18" fmla="*/ 61913 w 609654"/>
              <a:gd name="connsiteY18" fmla="*/ 44450 h 238125"/>
              <a:gd name="connsiteX19" fmla="*/ 71438 w 609654"/>
              <a:gd name="connsiteY19" fmla="*/ 39688 h 238125"/>
              <a:gd name="connsiteX20" fmla="*/ 76200 w 609654"/>
              <a:gd name="connsiteY20" fmla="*/ 36513 h 238125"/>
              <a:gd name="connsiteX21" fmla="*/ 85725 w 609654"/>
              <a:gd name="connsiteY21" fmla="*/ 33338 h 238125"/>
              <a:gd name="connsiteX22" fmla="*/ 96838 w 609654"/>
              <a:gd name="connsiteY22" fmla="*/ 30163 h 238125"/>
              <a:gd name="connsiteX23" fmla="*/ 107950 w 609654"/>
              <a:gd name="connsiteY23" fmla="*/ 28575 h 238125"/>
              <a:gd name="connsiteX24" fmla="*/ 117475 w 609654"/>
              <a:gd name="connsiteY24" fmla="*/ 25400 h 238125"/>
              <a:gd name="connsiteX25" fmla="*/ 130175 w 609654"/>
              <a:gd name="connsiteY25" fmla="*/ 22225 h 238125"/>
              <a:gd name="connsiteX26" fmla="*/ 134938 w 609654"/>
              <a:gd name="connsiteY26" fmla="*/ 19050 h 238125"/>
              <a:gd name="connsiteX27" fmla="*/ 149225 w 609654"/>
              <a:gd name="connsiteY27" fmla="*/ 17463 h 238125"/>
              <a:gd name="connsiteX28" fmla="*/ 158750 w 609654"/>
              <a:gd name="connsiteY28" fmla="*/ 15875 h 238125"/>
              <a:gd name="connsiteX29" fmla="*/ 180975 w 609654"/>
              <a:gd name="connsiteY29" fmla="*/ 11113 h 238125"/>
              <a:gd name="connsiteX30" fmla="*/ 230188 w 609654"/>
              <a:gd name="connsiteY30" fmla="*/ 6350 h 238125"/>
              <a:gd name="connsiteX31" fmla="*/ 269875 w 609654"/>
              <a:gd name="connsiteY31" fmla="*/ 3175 h 238125"/>
              <a:gd name="connsiteX32" fmla="*/ 284163 w 609654"/>
              <a:gd name="connsiteY32" fmla="*/ 1588 h 238125"/>
              <a:gd name="connsiteX33" fmla="*/ 373063 w 609654"/>
              <a:gd name="connsiteY33" fmla="*/ 0 h 238125"/>
              <a:gd name="connsiteX34" fmla="*/ 554038 w 609654"/>
              <a:gd name="connsiteY34" fmla="*/ 1588 h 238125"/>
              <a:gd name="connsiteX35" fmla="*/ 561975 w 609654"/>
              <a:gd name="connsiteY35" fmla="*/ 3175 h 238125"/>
              <a:gd name="connsiteX36" fmla="*/ 571500 w 609654"/>
              <a:gd name="connsiteY36" fmla="*/ 6350 h 238125"/>
              <a:gd name="connsiteX37" fmla="*/ 582613 w 609654"/>
              <a:gd name="connsiteY37" fmla="*/ 11113 h 238125"/>
              <a:gd name="connsiteX38" fmla="*/ 596900 w 609654"/>
              <a:gd name="connsiteY38" fmla="*/ 19050 h 238125"/>
              <a:gd name="connsiteX39" fmla="*/ 601663 w 609654"/>
              <a:gd name="connsiteY39" fmla="*/ 22225 h 238125"/>
              <a:gd name="connsiteX40" fmla="*/ 609600 w 609654"/>
              <a:gd name="connsiteY40" fmla="*/ 25400 h 238125"/>
              <a:gd name="connsiteX41" fmla="*/ 603915 w 609654"/>
              <a:gd name="connsiteY41" fmla="*/ 77455 h 238125"/>
              <a:gd name="connsiteX42" fmla="*/ 582323 w 609654"/>
              <a:gd name="connsiteY42" fmla="*/ 135837 h 238125"/>
              <a:gd name="connsiteX43" fmla="*/ 493713 w 609654"/>
              <a:gd name="connsiteY43" fmla="*/ 238125 h 238125"/>
              <a:gd name="connsiteX0" fmla="*/ 25400 w 605089"/>
              <a:gd name="connsiteY0" fmla="*/ 233363 h 238125"/>
              <a:gd name="connsiteX1" fmla="*/ 26988 w 605089"/>
              <a:gd name="connsiteY1" fmla="*/ 225425 h 238125"/>
              <a:gd name="connsiteX2" fmla="*/ 30163 w 605089"/>
              <a:gd name="connsiteY2" fmla="*/ 220663 h 238125"/>
              <a:gd name="connsiteX3" fmla="*/ 28575 w 605089"/>
              <a:gd name="connsiteY3" fmla="*/ 173038 h 238125"/>
              <a:gd name="connsiteX4" fmla="*/ 19050 w 605089"/>
              <a:gd name="connsiteY4" fmla="*/ 166688 h 238125"/>
              <a:gd name="connsiteX5" fmla="*/ 14288 w 605089"/>
              <a:gd name="connsiteY5" fmla="*/ 160338 h 238125"/>
              <a:gd name="connsiteX6" fmla="*/ 9525 w 605089"/>
              <a:gd name="connsiteY6" fmla="*/ 150813 h 238125"/>
              <a:gd name="connsiteX7" fmla="*/ 4763 w 605089"/>
              <a:gd name="connsiteY7" fmla="*/ 147638 h 238125"/>
              <a:gd name="connsiteX8" fmla="*/ 3175 w 605089"/>
              <a:gd name="connsiteY8" fmla="*/ 139700 h 238125"/>
              <a:gd name="connsiteX9" fmla="*/ 1588 w 605089"/>
              <a:gd name="connsiteY9" fmla="*/ 134938 h 238125"/>
              <a:gd name="connsiteX10" fmla="*/ 0 w 605089"/>
              <a:gd name="connsiteY10" fmla="*/ 125413 h 238125"/>
              <a:gd name="connsiteX11" fmla="*/ 3175 w 605089"/>
              <a:gd name="connsiteY11" fmla="*/ 84138 h 238125"/>
              <a:gd name="connsiteX12" fmla="*/ 11113 w 605089"/>
              <a:gd name="connsiteY12" fmla="*/ 69850 h 238125"/>
              <a:gd name="connsiteX13" fmla="*/ 25400 w 605089"/>
              <a:gd name="connsiteY13" fmla="*/ 58738 h 238125"/>
              <a:gd name="connsiteX14" fmla="*/ 30163 w 605089"/>
              <a:gd name="connsiteY14" fmla="*/ 53975 h 238125"/>
              <a:gd name="connsiteX15" fmla="*/ 38100 w 605089"/>
              <a:gd name="connsiteY15" fmla="*/ 52388 h 238125"/>
              <a:gd name="connsiteX16" fmla="*/ 49213 w 605089"/>
              <a:gd name="connsiteY16" fmla="*/ 49213 h 238125"/>
              <a:gd name="connsiteX17" fmla="*/ 57150 w 605089"/>
              <a:gd name="connsiteY17" fmla="*/ 46038 h 238125"/>
              <a:gd name="connsiteX18" fmla="*/ 61913 w 605089"/>
              <a:gd name="connsiteY18" fmla="*/ 44450 h 238125"/>
              <a:gd name="connsiteX19" fmla="*/ 71438 w 605089"/>
              <a:gd name="connsiteY19" fmla="*/ 39688 h 238125"/>
              <a:gd name="connsiteX20" fmla="*/ 76200 w 605089"/>
              <a:gd name="connsiteY20" fmla="*/ 36513 h 238125"/>
              <a:gd name="connsiteX21" fmla="*/ 85725 w 605089"/>
              <a:gd name="connsiteY21" fmla="*/ 33338 h 238125"/>
              <a:gd name="connsiteX22" fmla="*/ 96838 w 605089"/>
              <a:gd name="connsiteY22" fmla="*/ 30163 h 238125"/>
              <a:gd name="connsiteX23" fmla="*/ 107950 w 605089"/>
              <a:gd name="connsiteY23" fmla="*/ 28575 h 238125"/>
              <a:gd name="connsiteX24" fmla="*/ 117475 w 605089"/>
              <a:gd name="connsiteY24" fmla="*/ 25400 h 238125"/>
              <a:gd name="connsiteX25" fmla="*/ 130175 w 605089"/>
              <a:gd name="connsiteY25" fmla="*/ 22225 h 238125"/>
              <a:gd name="connsiteX26" fmla="*/ 134938 w 605089"/>
              <a:gd name="connsiteY26" fmla="*/ 19050 h 238125"/>
              <a:gd name="connsiteX27" fmla="*/ 149225 w 605089"/>
              <a:gd name="connsiteY27" fmla="*/ 17463 h 238125"/>
              <a:gd name="connsiteX28" fmla="*/ 158750 w 605089"/>
              <a:gd name="connsiteY28" fmla="*/ 15875 h 238125"/>
              <a:gd name="connsiteX29" fmla="*/ 180975 w 605089"/>
              <a:gd name="connsiteY29" fmla="*/ 11113 h 238125"/>
              <a:gd name="connsiteX30" fmla="*/ 230188 w 605089"/>
              <a:gd name="connsiteY30" fmla="*/ 6350 h 238125"/>
              <a:gd name="connsiteX31" fmla="*/ 269875 w 605089"/>
              <a:gd name="connsiteY31" fmla="*/ 3175 h 238125"/>
              <a:gd name="connsiteX32" fmla="*/ 284163 w 605089"/>
              <a:gd name="connsiteY32" fmla="*/ 1588 h 238125"/>
              <a:gd name="connsiteX33" fmla="*/ 373063 w 605089"/>
              <a:gd name="connsiteY33" fmla="*/ 0 h 238125"/>
              <a:gd name="connsiteX34" fmla="*/ 554038 w 605089"/>
              <a:gd name="connsiteY34" fmla="*/ 1588 h 238125"/>
              <a:gd name="connsiteX35" fmla="*/ 561975 w 605089"/>
              <a:gd name="connsiteY35" fmla="*/ 3175 h 238125"/>
              <a:gd name="connsiteX36" fmla="*/ 571500 w 605089"/>
              <a:gd name="connsiteY36" fmla="*/ 6350 h 238125"/>
              <a:gd name="connsiteX37" fmla="*/ 582613 w 605089"/>
              <a:gd name="connsiteY37" fmla="*/ 11113 h 238125"/>
              <a:gd name="connsiteX38" fmla="*/ 596900 w 605089"/>
              <a:gd name="connsiteY38" fmla="*/ 19050 h 238125"/>
              <a:gd name="connsiteX39" fmla="*/ 601663 w 605089"/>
              <a:gd name="connsiteY39" fmla="*/ 22225 h 238125"/>
              <a:gd name="connsiteX40" fmla="*/ 603915 w 605089"/>
              <a:gd name="connsiteY40" fmla="*/ 77455 h 238125"/>
              <a:gd name="connsiteX41" fmla="*/ 582323 w 605089"/>
              <a:gd name="connsiteY41" fmla="*/ 135837 h 238125"/>
              <a:gd name="connsiteX42" fmla="*/ 493713 w 605089"/>
              <a:gd name="connsiteY42" fmla="*/ 238125 h 238125"/>
              <a:gd name="connsiteX0" fmla="*/ 25400 w 604485"/>
              <a:gd name="connsiteY0" fmla="*/ 233363 h 238125"/>
              <a:gd name="connsiteX1" fmla="*/ 26988 w 604485"/>
              <a:gd name="connsiteY1" fmla="*/ 225425 h 238125"/>
              <a:gd name="connsiteX2" fmla="*/ 30163 w 604485"/>
              <a:gd name="connsiteY2" fmla="*/ 220663 h 238125"/>
              <a:gd name="connsiteX3" fmla="*/ 28575 w 604485"/>
              <a:gd name="connsiteY3" fmla="*/ 173038 h 238125"/>
              <a:gd name="connsiteX4" fmla="*/ 19050 w 604485"/>
              <a:gd name="connsiteY4" fmla="*/ 166688 h 238125"/>
              <a:gd name="connsiteX5" fmla="*/ 14288 w 604485"/>
              <a:gd name="connsiteY5" fmla="*/ 160338 h 238125"/>
              <a:gd name="connsiteX6" fmla="*/ 9525 w 604485"/>
              <a:gd name="connsiteY6" fmla="*/ 150813 h 238125"/>
              <a:gd name="connsiteX7" fmla="*/ 4763 w 604485"/>
              <a:gd name="connsiteY7" fmla="*/ 147638 h 238125"/>
              <a:gd name="connsiteX8" fmla="*/ 3175 w 604485"/>
              <a:gd name="connsiteY8" fmla="*/ 139700 h 238125"/>
              <a:gd name="connsiteX9" fmla="*/ 1588 w 604485"/>
              <a:gd name="connsiteY9" fmla="*/ 134938 h 238125"/>
              <a:gd name="connsiteX10" fmla="*/ 0 w 604485"/>
              <a:gd name="connsiteY10" fmla="*/ 125413 h 238125"/>
              <a:gd name="connsiteX11" fmla="*/ 3175 w 604485"/>
              <a:gd name="connsiteY11" fmla="*/ 84138 h 238125"/>
              <a:gd name="connsiteX12" fmla="*/ 11113 w 604485"/>
              <a:gd name="connsiteY12" fmla="*/ 69850 h 238125"/>
              <a:gd name="connsiteX13" fmla="*/ 25400 w 604485"/>
              <a:gd name="connsiteY13" fmla="*/ 58738 h 238125"/>
              <a:gd name="connsiteX14" fmla="*/ 30163 w 604485"/>
              <a:gd name="connsiteY14" fmla="*/ 53975 h 238125"/>
              <a:gd name="connsiteX15" fmla="*/ 38100 w 604485"/>
              <a:gd name="connsiteY15" fmla="*/ 52388 h 238125"/>
              <a:gd name="connsiteX16" fmla="*/ 49213 w 604485"/>
              <a:gd name="connsiteY16" fmla="*/ 49213 h 238125"/>
              <a:gd name="connsiteX17" fmla="*/ 57150 w 604485"/>
              <a:gd name="connsiteY17" fmla="*/ 46038 h 238125"/>
              <a:gd name="connsiteX18" fmla="*/ 61913 w 604485"/>
              <a:gd name="connsiteY18" fmla="*/ 44450 h 238125"/>
              <a:gd name="connsiteX19" fmla="*/ 71438 w 604485"/>
              <a:gd name="connsiteY19" fmla="*/ 39688 h 238125"/>
              <a:gd name="connsiteX20" fmla="*/ 76200 w 604485"/>
              <a:gd name="connsiteY20" fmla="*/ 36513 h 238125"/>
              <a:gd name="connsiteX21" fmla="*/ 85725 w 604485"/>
              <a:gd name="connsiteY21" fmla="*/ 33338 h 238125"/>
              <a:gd name="connsiteX22" fmla="*/ 96838 w 604485"/>
              <a:gd name="connsiteY22" fmla="*/ 30163 h 238125"/>
              <a:gd name="connsiteX23" fmla="*/ 107950 w 604485"/>
              <a:gd name="connsiteY23" fmla="*/ 28575 h 238125"/>
              <a:gd name="connsiteX24" fmla="*/ 117475 w 604485"/>
              <a:gd name="connsiteY24" fmla="*/ 25400 h 238125"/>
              <a:gd name="connsiteX25" fmla="*/ 130175 w 604485"/>
              <a:gd name="connsiteY25" fmla="*/ 22225 h 238125"/>
              <a:gd name="connsiteX26" fmla="*/ 134938 w 604485"/>
              <a:gd name="connsiteY26" fmla="*/ 19050 h 238125"/>
              <a:gd name="connsiteX27" fmla="*/ 149225 w 604485"/>
              <a:gd name="connsiteY27" fmla="*/ 17463 h 238125"/>
              <a:gd name="connsiteX28" fmla="*/ 158750 w 604485"/>
              <a:gd name="connsiteY28" fmla="*/ 15875 h 238125"/>
              <a:gd name="connsiteX29" fmla="*/ 180975 w 604485"/>
              <a:gd name="connsiteY29" fmla="*/ 11113 h 238125"/>
              <a:gd name="connsiteX30" fmla="*/ 230188 w 604485"/>
              <a:gd name="connsiteY30" fmla="*/ 6350 h 238125"/>
              <a:gd name="connsiteX31" fmla="*/ 269875 w 604485"/>
              <a:gd name="connsiteY31" fmla="*/ 3175 h 238125"/>
              <a:gd name="connsiteX32" fmla="*/ 284163 w 604485"/>
              <a:gd name="connsiteY32" fmla="*/ 1588 h 238125"/>
              <a:gd name="connsiteX33" fmla="*/ 373063 w 604485"/>
              <a:gd name="connsiteY33" fmla="*/ 0 h 238125"/>
              <a:gd name="connsiteX34" fmla="*/ 554038 w 604485"/>
              <a:gd name="connsiteY34" fmla="*/ 1588 h 238125"/>
              <a:gd name="connsiteX35" fmla="*/ 561975 w 604485"/>
              <a:gd name="connsiteY35" fmla="*/ 3175 h 238125"/>
              <a:gd name="connsiteX36" fmla="*/ 571500 w 604485"/>
              <a:gd name="connsiteY36" fmla="*/ 6350 h 238125"/>
              <a:gd name="connsiteX37" fmla="*/ 582613 w 604485"/>
              <a:gd name="connsiteY37" fmla="*/ 11113 h 238125"/>
              <a:gd name="connsiteX38" fmla="*/ 596900 w 604485"/>
              <a:gd name="connsiteY38" fmla="*/ 19050 h 238125"/>
              <a:gd name="connsiteX39" fmla="*/ 603915 w 604485"/>
              <a:gd name="connsiteY39" fmla="*/ 77455 h 238125"/>
              <a:gd name="connsiteX40" fmla="*/ 582323 w 604485"/>
              <a:gd name="connsiteY40" fmla="*/ 135837 h 238125"/>
              <a:gd name="connsiteX41" fmla="*/ 493713 w 604485"/>
              <a:gd name="connsiteY41" fmla="*/ 238125 h 238125"/>
              <a:gd name="connsiteX0" fmla="*/ 25400 w 603915"/>
              <a:gd name="connsiteY0" fmla="*/ 233363 h 238125"/>
              <a:gd name="connsiteX1" fmla="*/ 26988 w 603915"/>
              <a:gd name="connsiteY1" fmla="*/ 225425 h 238125"/>
              <a:gd name="connsiteX2" fmla="*/ 30163 w 603915"/>
              <a:gd name="connsiteY2" fmla="*/ 220663 h 238125"/>
              <a:gd name="connsiteX3" fmla="*/ 28575 w 603915"/>
              <a:gd name="connsiteY3" fmla="*/ 173038 h 238125"/>
              <a:gd name="connsiteX4" fmla="*/ 19050 w 603915"/>
              <a:gd name="connsiteY4" fmla="*/ 166688 h 238125"/>
              <a:gd name="connsiteX5" fmla="*/ 14288 w 603915"/>
              <a:gd name="connsiteY5" fmla="*/ 160338 h 238125"/>
              <a:gd name="connsiteX6" fmla="*/ 9525 w 603915"/>
              <a:gd name="connsiteY6" fmla="*/ 150813 h 238125"/>
              <a:gd name="connsiteX7" fmla="*/ 4763 w 603915"/>
              <a:gd name="connsiteY7" fmla="*/ 147638 h 238125"/>
              <a:gd name="connsiteX8" fmla="*/ 3175 w 603915"/>
              <a:gd name="connsiteY8" fmla="*/ 139700 h 238125"/>
              <a:gd name="connsiteX9" fmla="*/ 1588 w 603915"/>
              <a:gd name="connsiteY9" fmla="*/ 134938 h 238125"/>
              <a:gd name="connsiteX10" fmla="*/ 0 w 603915"/>
              <a:gd name="connsiteY10" fmla="*/ 125413 h 238125"/>
              <a:gd name="connsiteX11" fmla="*/ 3175 w 603915"/>
              <a:gd name="connsiteY11" fmla="*/ 84138 h 238125"/>
              <a:gd name="connsiteX12" fmla="*/ 11113 w 603915"/>
              <a:gd name="connsiteY12" fmla="*/ 69850 h 238125"/>
              <a:gd name="connsiteX13" fmla="*/ 25400 w 603915"/>
              <a:gd name="connsiteY13" fmla="*/ 58738 h 238125"/>
              <a:gd name="connsiteX14" fmla="*/ 30163 w 603915"/>
              <a:gd name="connsiteY14" fmla="*/ 53975 h 238125"/>
              <a:gd name="connsiteX15" fmla="*/ 38100 w 603915"/>
              <a:gd name="connsiteY15" fmla="*/ 52388 h 238125"/>
              <a:gd name="connsiteX16" fmla="*/ 49213 w 603915"/>
              <a:gd name="connsiteY16" fmla="*/ 49213 h 238125"/>
              <a:gd name="connsiteX17" fmla="*/ 57150 w 603915"/>
              <a:gd name="connsiteY17" fmla="*/ 46038 h 238125"/>
              <a:gd name="connsiteX18" fmla="*/ 61913 w 603915"/>
              <a:gd name="connsiteY18" fmla="*/ 44450 h 238125"/>
              <a:gd name="connsiteX19" fmla="*/ 71438 w 603915"/>
              <a:gd name="connsiteY19" fmla="*/ 39688 h 238125"/>
              <a:gd name="connsiteX20" fmla="*/ 76200 w 603915"/>
              <a:gd name="connsiteY20" fmla="*/ 36513 h 238125"/>
              <a:gd name="connsiteX21" fmla="*/ 85725 w 603915"/>
              <a:gd name="connsiteY21" fmla="*/ 33338 h 238125"/>
              <a:gd name="connsiteX22" fmla="*/ 96838 w 603915"/>
              <a:gd name="connsiteY22" fmla="*/ 30163 h 238125"/>
              <a:gd name="connsiteX23" fmla="*/ 107950 w 603915"/>
              <a:gd name="connsiteY23" fmla="*/ 28575 h 238125"/>
              <a:gd name="connsiteX24" fmla="*/ 117475 w 603915"/>
              <a:gd name="connsiteY24" fmla="*/ 25400 h 238125"/>
              <a:gd name="connsiteX25" fmla="*/ 130175 w 603915"/>
              <a:gd name="connsiteY25" fmla="*/ 22225 h 238125"/>
              <a:gd name="connsiteX26" fmla="*/ 134938 w 603915"/>
              <a:gd name="connsiteY26" fmla="*/ 19050 h 238125"/>
              <a:gd name="connsiteX27" fmla="*/ 149225 w 603915"/>
              <a:gd name="connsiteY27" fmla="*/ 17463 h 238125"/>
              <a:gd name="connsiteX28" fmla="*/ 158750 w 603915"/>
              <a:gd name="connsiteY28" fmla="*/ 15875 h 238125"/>
              <a:gd name="connsiteX29" fmla="*/ 180975 w 603915"/>
              <a:gd name="connsiteY29" fmla="*/ 11113 h 238125"/>
              <a:gd name="connsiteX30" fmla="*/ 230188 w 603915"/>
              <a:gd name="connsiteY30" fmla="*/ 6350 h 238125"/>
              <a:gd name="connsiteX31" fmla="*/ 269875 w 603915"/>
              <a:gd name="connsiteY31" fmla="*/ 3175 h 238125"/>
              <a:gd name="connsiteX32" fmla="*/ 284163 w 603915"/>
              <a:gd name="connsiteY32" fmla="*/ 1588 h 238125"/>
              <a:gd name="connsiteX33" fmla="*/ 373063 w 603915"/>
              <a:gd name="connsiteY33" fmla="*/ 0 h 238125"/>
              <a:gd name="connsiteX34" fmla="*/ 554038 w 603915"/>
              <a:gd name="connsiteY34" fmla="*/ 1588 h 238125"/>
              <a:gd name="connsiteX35" fmla="*/ 561975 w 603915"/>
              <a:gd name="connsiteY35" fmla="*/ 3175 h 238125"/>
              <a:gd name="connsiteX36" fmla="*/ 571500 w 603915"/>
              <a:gd name="connsiteY36" fmla="*/ 6350 h 238125"/>
              <a:gd name="connsiteX37" fmla="*/ 582613 w 603915"/>
              <a:gd name="connsiteY37" fmla="*/ 11113 h 238125"/>
              <a:gd name="connsiteX38" fmla="*/ 603915 w 603915"/>
              <a:gd name="connsiteY38" fmla="*/ 77455 h 238125"/>
              <a:gd name="connsiteX39" fmla="*/ 582323 w 603915"/>
              <a:gd name="connsiteY39" fmla="*/ 135837 h 238125"/>
              <a:gd name="connsiteX40" fmla="*/ 493713 w 603915"/>
              <a:gd name="connsiteY40" fmla="*/ 238125 h 238125"/>
              <a:gd name="connsiteX0" fmla="*/ 25400 w 604258"/>
              <a:gd name="connsiteY0" fmla="*/ 233363 h 238125"/>
              <a:gd name="connsiteX1" fmla="*/ 26988 w 604258"/>
              <a:gd name="connsiteY1" fmla="*/ 225425 h 238125"/>
              <a:gd name="connsiteX2" fmla="*/ 30163 w 604258"/>
              <a:gd name="connsiteY2" fmla="*/ 220663 h 238125"/>
              <a:gd name="connsiteX3" fmla="*/ 28575 w 604258"/>
              <a:gd name="connsiteY3" fmla="*/ 173038 h 238125"/>
              <a:gd name="connsiteX4" fmla="*/ 19050 w 604258"/>
              <a:gd name="connsiteY4" fmla="*/ 166688 h 238125"/>
              <a:gd name="connsiteX5" fmla="*/ 14288 w 604258"/>
              <a:gd name="connsiteY5" fmla="*/ 160338 h 238125"/>
              <a:gd name="connsiteX6" fmla="*/ 9525 w 604258"/>
              <a:gd name="connsiteY6" fmla="*/ 150813 h 238125"/>
              <a:gd name="connsiteX7" fmla="*/ 4763 w 604258"/>
              <a:gd name="connsiteY7" fmla="*/ 147638 h 238125"/>
              <a:gd name="connsiteX8" fmla="*/ 3175 w 604258"/>
              <a:gd name="connsiteY8" fmla="*/ 139700 h 238125"/>
              <a:gd name="connsiteX9" fmla="*/ 1588 w 604258"/>
              <a:gd name="connsiteY9" fmla="*/ 134938 h 238125"/>
              <a:gd name="connsiteX10" fmla="*/ 0 w 604258"/>
              <a:gd name="connsiteY10" fmla="*/ 125413 h 238125"/>
              <a:gd name="connsiteX11" fmla="*/ 3175 w 604258"/>
              <a:gd name="connsiteY11" fmla="*/ 84138 h 238125"/>
              <a:gd name="connsiteX12" fmla="*/ 11113 w 604258"/>
              <a:gd name="connsiteY12" fmla="*/ 69850 h 238125"/>
              <a:gd name="connsiteX13" fmla="*/ 25400 w 604258"/>
              <a:gd name="connsiteY13" fmla="*/ 58738 h 238125"/>
              <a:gd name="connsiteX14" fmla="*/ 30163 w 604258"/>
              <a:gd name="connsiteY14" fmla="*/ 53975 h 238125"/>
              <a:gd name="connsiteX15" fmla="*/ 38100 w 604258"/>
              <a:gd name="connsiteY15" fmla="*/ 52388 h 238125"/>
              <a:gd name="connsiteX16" fmla="*/ 49213 w 604258"/>
              <a:gd name="connsiteY16" fmla="*/ 49213 h 238125"/>
              <a:gd name="connsiteX17" fmla="*/ 57150 w 604258"/>
              <a:gd name="connsiteY17" fmla="*/ 46038 h 238125"/>
              <a:gd name="connsiteX18" fmla="*/ 61913 w 604258"/>
              <a:gd name="connsiteY18" fmla="*/ 44450 h 238125"/>
              <a:gd name="connsiteX19" fmla="*/ 71438 w 604258"/>
              <a:gd name="connsiteY19" fmla="*/ 39688 h 238125"/>
              <a:gd name="connsiteX20" fmla="*/ 76200 w 604258"/>
              <a:gd name="connsiteY20" fmla="*/ 36513 h 238125"/>
              <a:gd name="connsiteX21" fmla="*/ 85725 w 604258"/>
              <a:gd name="connsiteY21" fmla="*/ 33338 h 238125"/>
              <a:gd name="connsiteX22" fmla="*/ 96838 w 604258"/>
              <a:gd name="connsiteY22" fmla="*/ 30163 h 238125"/>
              <a:gd name="connsiteX23" fmla="*/ 107950 w 604258"/>
              <a:gd name="connsiteY23" fmla="*/ 28575 h 238125"/>
              <a:gd name="connsiteX24" fmla="*/ 117475 w 604258"/>
              <a:gd name="connsiteY24" fmla="*/ 25400 h 238125"/>
              <a:gd name="connsiteX25" fmla="*/ 130175 w 604258"/>
              <a:gd name="connsiteY25" fmla="*/ 22225 h 238125"/>
              <a:gd name="connsiteX26" fmla="*/ 134938 w 604258"/>
              <a:gd name="connsiteY26" fmla="*/ 19050 h 238125"/>
              <a:gd name="connsiteX27" fmla="*/ 149225 w 604258"/>
              <a:gd name="connsiteY27" fmla="*/ 17463 h 238125"/>
              <a:gd name="connsiteX28" fmla="*/ 158750 w 604258"/>
              <a:gd name="connsiteY28" fmla="*/ 15875 h 238125"/>
              <a:gd name="connsiteX29" fmla="*/ 180975 w 604258"/>
              <a:gd name="connsiteY29" fmla="*/ 11113 h 238125"/>
              <a:gd name="connsiteX30" fmla="*/ 230188 w 604258"/>
              <a:gd name="connsiteY30" fmla="*/ 6350 h 238125"/>
              <a:gd name="connsiteX31" fmla="*/ 269875 w 604258"/>
              <a:gd name="connsiteY31" fmla="*/ 3175 h 238125"/>
              <a:gd name="connsiteX32" fmla="*/ 284163 w 604258"/>
              <a:gd name="connsiteY32" fmla="*/ 1588 h 238125"/>
              <a:gd name="connsiteX33" fmla="*/ 373063 w 604258"/>
              <a:gd name="connsiteY33" fmla="*/ 0 h 238125"/>
              <a:gd name="connsiteX34" fmla="*/ 554038 w 604258"/>
              <a:gd name="connsiteY34" fmla="*/ 1588 h 238125"/>
              <a:gd name="connsiteX35" fmla="*/ 561975 w 604258"/>
              <a:gd name="connsiteY35" fmla="*/ 3175 h 238125"/>
              <a:gd name="connsiteX36" fmla="*/ 571500 w 604258"/>
              <a:gd name="connsiteY36" fmla="*/ 6350 h 238125"/>
              <a:gd name="connsiteX37" fmla="*/ 603915 w 604258"/>
              <a:gd name="connsiteY37" fmla="*/ 77455 h 238125"/>
              <a:gd name="connsiteX38" fmla="*/ 582323 w 604258"/>
              <a:gd name="connsiteY38" fmla="*/ 135837 h 238125"/>
              <a:gd name="connsiteX39" fmla="*/ 493713 w 604258"/>
              <a:gd name="connsiteY39" fmla="*/ 238125 h 238125"/>
              <a:gd name="connsiteX0" fmla="*/ 25400 w 604768"/>
              <a:gd name="connsiteY0" fmla="*/ 236239 h 241001"/>
              <a:gd name="connsiteX1" fmla="*/ 26988 w 604768"/>
              <a:gd name="connsiteY1" fmla="*/ 228301 h 241001"/>
              <a:gd name="connsiteX2" fmla="*/ 30163 w 604768"/>
              <a:gd name="connsiteY2" fmla="*/ 223539 h 241001"/>
              <a:gd name="connsiteX3" fmla="*/ 28575 w 604768"/>
              <a:gd name="connsiteY3" fmla="*/ 175914 h 241001"/>
              <a:gd name="connsiteX4" fmla="*/ 19050 w 604768"/>
              <a:gd name="connsiteY4" fmla="*/ 169564 h 241001"/>
              <a:gd name="connsiteX5" fmla="*/ 14288 w 604768"/>
              <a:gd name="connsiteY5" fmla="*/ 163214 h 241001"/>
              <a:gd name="connsiteX6" fmla="*/ 9525 w 604768"/>
              <a:gd name="connsiteY6" fmla="*/ 153689 h 241001"/>
              <a:gd name="connsiteX7" fmla="*/ 4763 w 604768"/>
              <a:gd name="connsiteY7" fmla="*/ 150514 h 241001"/>
              <a:gd name="connsiteX8" fmla="*/ 3175 w 604768"/>
              <a:gd name="connsiteY8" fmla="*/ 142576 h 241001"/>
              <a:gd name="connsiteX9" fmla="*/ 1588 w 604768"/>
              <a:gd name="connsiteY9" fmla="*/ 137814 h 241001"/>
              <a:gd name="connsiteX10" fmla="*/ 0 w 604768"/>
              <a:gd name="connsiteY10" fmla="*/ 128289 h 241001"/>
              <a:gd name="connsiteX11" fmla="*/ 3175 w 604768"/>
              <a:gd name="connsiteY11" fmla="*/ 87014 h 241001"/>
              <a:gd name="connsiteX12" fmla="*/ 11113 w 604768"/>
              <a:gd name="connsiteY12" fmla="*/ 72726 h 241001"/>
              <a:gd name="connsiteX13" fmla="*/ 25400 w 604768"/>
              <a:gd name="connsiteY13" fmla="*/ 61614 h 241001"/>
              <a:gd name="connsiteX14" fmla="*/ 30163 w 604768"/>
              <a:gd name="connsiteY14" fmla="*/ 56851 h 241001"/>
              <a:gd name="connsiteX15" fmla="*/ 38100 w 604768"/>
              <a:gd name="connsiteY15" fmla="*/ 55264 h 241001"/>
              <a:gd name="connsiteX16" fmla="*/ 49213 w 604768"/>
              <a:gd name="connsiteY16" fmla="*/ 52089 h 241001"/>
              <a:gd name="connsiteX17" fmla="*/ 57150 w 604768"/>
              <a:gd name="connsiteY17" fmla="*/ 48914 h 241001"/>
              <a:gd name="connsiteX18" fmla="*/ 61913 w 604768"/>
              <a:gd name="connsiteY18" fmla="*/ 47326 h 241001"/>
              <a:gd name="connsiteX19" fmla="*/ 71438 w 604768"/>
              <a:gd name="connsiteY19" fmla="*/ 42564 h 241001"/>
              <a:gd name="connsiteX20" fmla="*/ 76200 w 604768"/>
              <a:gd name="connsiteY20" fmla="*/ 39389 h 241001"/>
              <a:gd name="connsiteX21" fmla="*/ 85725 w 604768"/>
              <a:gd name="connsiteY21" fmla="*/ 36214 h 241001"/>
              <a:gd name="connsiteX22" fmla="*/ 96838 w 604768"/>
              <a:gd name="connsiteY22" fmla="*/ 33039 h 241001"/>
              <a:gd name="connsiteX23" fmla="*/ 107950 w 604768"/>
              <a:gd name="connsiteY23" fmla="*/ 31451 h 241001"/>
              <a:gd name="connsiteX24" fmla="*/ 117475 w 604768"/>
              <a:gd name="connsiteY24" fmla="*/ 28276 h 241001"/>
              <a:gd name="connsiteX25" fmla="*/ 130175 w 604768"/>
              <a:gd name="connsiteY25" fmla="*/ 25101 h 241001"/>
              <a:gd name="connsiteX26" fmla="*/ 134938 w 604768"/>
              <a:gd name="connsiteY26" fmla="*/ 21926 h 241001"/>
              <a:gd name="connsiteX27" fmla="*/ 149225 w 604768"/>
              <a:gd name="connsiteY27" fmla="*/ 20339 h 241001"/>
              <a:gd name="connsiteX28" fmla="*/ 158750 w 604768"/>
              <a:gd name="connsiteY28" fmla="*/ 18751 h 241001"/>
              <a:gd name="connsiteX29" fmla="*/ 180975 w 604768"/>
              <a:gd name="connsiteY29" fmla="*/ 13989 h 241001"/>
              <a:gd name="connsiteX30" fmla="*/ 230188 w 604768"/>
              <a:gd name="connsiteY30" fmla="*/ 9226 h 241001"/>
              <a:gd name="connsiteX31" fmla="*/ 269875 w 604768"/>
              <a:gd name="connsiteY31" fmla="*/ 6051 h 241001"/>
              <a:gd name="connsiteX32" fmla="*/ 284163 w 604768"/>
              <a:gd name="connsiteY32" fmla="*/ 4464 h 241001"/>
              <a:gd name="connsiteX33" fmla="*/ 373063 w 604768"/>
              <a:gd name="connsiteY33" fmla="*/ 2876 h 241001"/>
              <a:gd name="connsiteX34" fmla="*/ 554038 w 604768"/>
              <a:gd name="connsiteY34" fmla="*/ 4464 h 241001"/>
              <a:gd name="connsiteX35" fmla="*/ 561975 w 604768"/>
              <a:gd name="connsiteY35" fmla="*/ 6051 h 241001"/>
              <a:gd name="connsiteX36" fmla="*/ 603915 w 604768"/>
              <a:gd name="connsiteY36" fmla="*/ 80331 h 241001"/>
              <a:gd name="connsiteX37" fmla="*/ 582323 w 604768"/>
              <a:gd name="connsiteY37" fmla="*/ 138713 h 241001"/>
              <a:gd name="connsiteX38" fmla="*/ 493713 w 604768"/>
              <a:gd name="connsiteY38" fmla="*/ 241001 h 241001"/>
              <a:gd name="connsiteX0" fmla="*/ 25400 w 605246"/>
              <a:gd name="connsiteY0" fmla="*/ 237823 h 242585"/>
              <a:gd name="connsiteX1" fmla="*/ 26988 w 605246"/>
              <a:gd name="connsiteY1" fmla="*/ 229885 h 242585"/>
              <a:gd name="connsiteX2" fmla="*/ 30163 w 605246"/>
              <a:gd name="connsiteY2" fmla="*/ 225123 h 242585"/>
              <a:gd name="connsiteX3" fmla="*/ 28575 w 605246"/>
              <a:gd name="connsiteY3" fmla="*/ 177498 h 242585"/>
              <a:gd name="connsiteX4" fmla="*/ 19050 w 605246"/>
              <a:gd name="connsiteY4" fmla="*/ 171148 h 242585"/>
              <a:gd name="connsiteX5" fmla="*/ 14288 w 605246"/>
              <a:gd name="connsiteY5" fmla="*/ 164798 h 242585"/>
              <a:gd name="connsiteX6" fmla="*/ 9525 w 605246"/>
              <a:gd name="connsiteY6" fmla="*/ 155273 h 242585"/>
              <a:gd name="connsiteX7" fmla="*/ 4763 w 605246"/>
              <a:gd name="connsiteY7" fmla="*/ 152098 h 242585"/>
              <a:gd name="connsiteX8" fmla="*/ 3175 w 605246"/>
              <a:gd name="connsiteY8" fmla="*/ 144160 h 242585"/>
              <a:gd name="connsiteX9" fmla="*/ 1588 w 605246"/>
              <a:gd name="connsiteY9" fmla="*/ 139398 h 242585"/>
              <a:gd name="connsiteX10" fmla="*/ 0 w 605246"/>
              <a:gd name="connsiteY10" fmla="*/ 129873 h 242585"/>
              <a:gd name="connsiteX11" fmla="*/ 3175 w 605246"/>
              <a:gd name="connsiteY11" fmla="*/ 88598 h 242585"/>
              <a:gd name="connsiteX12" fmla="*/ 11113 w 605246"/>
              <a:gd name="connsiteY12" fmla="*/ 74310 h 242585"/>
              <a:gd name="connsiteX13" fmla="*/ 25400 w 605246"/>
              <a:gd name="connsiteY13" fmla="*/ 63198 h 242585"/>
              <a:gd name="connsiteX14" fmla="*/ 30163 w 605246"/>
              <a:gd name="connsiteY14" fmla="*/ 58435 h 242585"/>
              <a:gd name="connsiteX15" fmla="*/ 38100 w 605246"/>
              <a:gd name="connsiteY15" fmla="*/ 56848 h 242585"/>
              <a:gd name="connsiteX16" fmla="*/ 49213 w 605246"/>
              <a:gd name="connsiteY16" fmla="*/ 53673 h 242585"/>
              <a:gd name="connsiteX17" fmla="*/ 57150 w 605246"/>
              <a:gd name="connsiteY17" fmla="*/ 50498 h 242585"/>
              <a:gd name="connsiteX18" fmla="*/ 61913 w 605246"/>
              <a:gd name="connsiteY18" fmla="*/ 48910 h 242585"/>
              <a:gd name="connsiteX19" fmla="*/ 71438 w 605246"/>
              <a:gd name="connsiteY19" fmla="*/ 44148 h 242585"/>
              <a:gd name="connsiteX20" fmla="*/ 76200 w 605246"/>
              <a:gd name="connsiteY20" fmla="*/ 40973 h 242585"/>
              <a:gd name="connsiteX21" fmla="*/ 85725 w 605246"/>
              <a:gd name="connsiteY21" fmla="*/ 37798 h 242585"/>
              <a:gd name="connsiteX22" fmla="*/ 96838 w 605246"/>
              <a:gd name="connsiteY22" fmla="*/ 34623 h 242585"/>
              <a:gd name="connsiteX23" fmla="*/ 107950 w 605246"/>
              <a:gd name="connsiteY23" fmla="*/ 33035 h 242585"/>
              <a:gd name="connsiteX24" fmla="*/ 117475 w 605246"/>
              <a:gd name="connsiteY24" fmla="*/ 29860 h 242585"/>
              <a:gd name="connsiteX25" fmla="*/ 130175 w 605246"/>
              <a:gd name="connsiteY25" fmla="*/ 26685 h 242585"/>
              <a:gd name="connsiteX26" fmla="*/ 134938 w 605246"/>
              <a:gd name="connsiteY26" fmla="*/ 23510 h 242585"/>
              <a:gd name="connsiteX27" fmla="*/ 149225 w 605246"/>
              <a:gd name="connsiteY27" fmla="*/ 21923 h 242585"/>
              <a:gd name="connsiteX28" fmla="*/ 158750 w 605246"/>
              <a:gd name="connsiteY28" fmla="*/ 20335 h 242585"/>
              <a:gd name="connsiteX29" fmla="*/ 180975 w 605246"/>
              <a:gd name="connsiteY29" fmla="*/ 15573 h 242585"/>
              <a:gd name="connsiteX30" fmla="*/ 230188 w 605246"/>
              <a:gd name="connsiteY30" fmla="*/ 10810 h 242585"/>
              <a:gd name="connsiteX31" fmla="*/ 269875 w 605246"/>
              <a:gd name="connsiteY31" fmla="*/ 7635 h 242585"/>
              <a:gd name="connsiteX32" fmla="*/ 284163 w 605246"/>
              <a:gd name="connsiteY32" fmla="*/ 6048 h 242585"/>
              <a:gd name="connsiteX33" fmla="*/ 373063 w 605246"/>
              <a:gd name="connsiteY33" fmla="*/ 4460 h 242585"/>
              <a:gd name="connsiteX34" fmla="*/ 554038 w 605246"/>
              <a:gd name="connsiteY34" fmla="*/ 6048 h 242585"/>
              <a:gd name="connsiteX35" fmla="*/ 603915 w 605246"/>
              <a:gd name="connsiteY35" fmla="*/ 81915 h 242585"/>
              <a:gd name="connsiteX36" fmla="*/ 582323 w 605246"/>
              <a:gd name="connsiteY36" fmla="*/ 140297 h 242585"/>
              <a:gd name="connsiteX37" fmla="*/ 493713 w 605246"/>
              <a:gd name="connsiteY37" fmla="*/ 242585 h 242585"/>
              <a:gd name="connsiteX0" fmla="*/ 25400 w 618108"/>
              <a:gd name="connsiteY0" fmla="*/ 238783 h 243545"/>
              <a:gd name="connsiteX1" fmla="*/ 26988 w 618108"/>
              <a:gd name="connsiteY1" fmla="*/ 230845 h 243545"/>
              <a:gd name="connsiteX2" fmla="*/ 30163 w 618108"/>
              <a:gd name="connsiteY2" fmla="*/ 226083 h 243545"/>
              <a:gd name="connsiteX3" fmla="*/ 28575 w 618108"/>
              <a:gd name="connsiteY3" fmla="*/ 178458 h 243545"/>
              <a:gd name="connsiteX4" fmla="*/ 19050 w 618108"/>
              <a:gd name="connsiteY4" fmla="*/ 172108 h 243545"/>
              <a:gd name="connsiteX5" fmla="*/ 14288 w 618108"/>
              <a:gd name="connsiteY5" fmla="*/ 165758 h 243545"/>
              <a:gd name="connsiteX6" fmla="*/ 9525 w 618108"/>
              <a:gd name="connsiteY6" fmla="*/ 156233 h 243545"/>
              <a:gd name="connsiteX7" fmla="*/ 4763 w 618108"/>
              <a:gd name="connsiteY7" fmla="*/ 153058 h 243545"/>
              <a:gd name="connsiteX8" fmla="*/ 3175 w 618108"/>
              <a:gd name="connsiteY8" fmla="*/ 145120 h 243545"/>
              <a:gd name="connsiteX9" fmla="*/ 1588 w 618108"/>
              <a:gd name="connsiteY9" fmla="*/ 140358 h 243545"/>
              <a:gd name="connsiteX10" fmla="*/ 0 w 618108"/>
              <a:gd name="connsiteY10" fmla="*/ 130833 h 243545"/>
              <a:gd name="connsiteX11" fmla="*/ 3175 w 618108"/>
              <a:gd name="connsiteY11" fmla="*/ 89558 h 243545"/>
              <a:gd name="connsiteX12" fmla="*/ 11113 w 618108"/>
              <a:gd name="connsiteY12" fmla="*/ 75270 h 243545"/>
              <a:gd name="connsiteX13" fmla="*/ 25400 w 618108"/>
              <a:gd name="connsiteY13" fmla="*/ 64158 h 243545"/>
              <a:gd name="connsiteX14" fmla="*/ 30163 w 618108"/>
              <a:gd name="connsiteY14" fmla="*/ 59395 h 243545"/>
              <a:gd name="connsiteX15" fmla="*/ 38100 w 618108"/>
              <a:gd name="connsiteY15" fmla="*/ 57808 h 243545"/>
              <a:gd name="connsiteX16" fmla="*/ 49213 w 618108"/>
              <a:gd name="connsiteY16" fmla="*/ 54633 h 243545"/>
              <a:gd name="connsiteX17" fmla="*/ 57150 w 618108"/>
              <a:gd name="connsiteY17" fmla="*/ 51458 h 243545"/>
              <a:gd name="connsiteX18" fmla="*/ 61913 w 618108"/>
              <a:gd name="connsiteY18" fmla="*/ 49870 h 243545"/>
              <a:gd name="connsiteX19" fmla="*/ 71438 w 618108"/>
              <a:gd name="connsiteY19" fmla="*/ 45108 h 243545"/>
              <a:gd name="connsiteX20" fmla="*/ 76200 w 618108"/>
              <a:gd name="connsiteY20" fmla="*/ 41933 h 243545"/>
              <a:gd name="connsiteX21" fmla="*/ 85725 w 618108"/>
              <a:gd name="connsiteY21" fmla="*/ 38758 h 243545"/>
              <a:gd name="connsiteX22" fmla="*/ 96838 w 618108"/>
              <a:gd name="connsiteY22" fmla="*/ 35583 h 243545"/>
              <a:gd name="connsiteX23" fmla="*/ 107950 w 618108"/>
              <a:gd name="connsiteY23" fmla="*/ 33995 h 243545"/>
              <a:gd name="connsiteX24" fmla="*/ 117475 w 618108"/>
              <a:gd name="connsiteY24" fmla="*/ 30820 h 243545"/>
              <a:gd name="connsiteX25" fmla="*/ 130175 w 618108"/>
              <a:gd name="connsiteY25" fmla="*/ 27645 h 243545"/>
              <a:gd name="connsiteX26" fmla="*/ 134938 w 618108"/>
              <a:gd name="connsiteY26" fmla="*/ 24470 h 243545"/>
              <a:gd name="connsiteX27" fmla="*/ 149225 w 618108"/>
              <a:gd name="connsiteY27" fmla="*/ 22883 h 243545"/>
              <a:gd name="connsiteX28" fmla="*/ 158750 w 618108"/>
              <a:gd name="connsiteY28" fmla="*/ 21295 h 243545"/>
              <a:gd name="connsiteX29" fmla="*/ 180975 w 618108"/>
              <a:gd name="connsiteY29" fmla="*/ 16533 h 243545"/>
              <a:gd name="connsiteX30" fmla="*/ 230188 w 618108"/>
              <a:gd name="connsiteY30" fmla="*/ 11770 h 243545"/>
              <a:gd name="connsiteX31" fmla="*/ 269875 w 618108"/>
              <a:gd name="connsiteY31" fmla="*/ 8595 h 243545"/>
              <a:gd name="connsiteX32" fmla="*/ 284163 w 618108"/>
              <a:gd name="connsiteY32" fmla="*/ 7008 h 243545"/>
              <a:gd name="connsiteX33" fmla="*/ 373063 w 618108"/>
              <a:gd name="connsiteY33" fmla="*/ 5420 h 243545"/>
              <a:gd name="connsiteX34" fmla="*/ 603915 w 618108"/>
              <a:gd name="connsiteY34" fmla="*/ 82875 h 243545"/>
              <a:gd name="connsiteX35" fmla="*/ 582323 w 618108"/>
              <a:gd name="connsiteY35" fmla="*/ 141257 h 243545"/>
              <a:gd name="connsiteX36" fmla="*/ 493713 w 618108"/>
              <a:gd name="connsiteY36" fmla="*/ 243545 h 243545"/>
              <a:gd name="connsiteX0" fmla="*/ 25400 w 583075"/>
              <a:gd name="connsiteY0" fmla="*/ 235967 h 240729"/>
              <a:gd name="connsiteX1" fmla="*/ 26988 w 583075"/>
              <a:gd name="connsiteY1" fmla="*/ 228029 h 240729"/>
              <a:gd name="connsiteX2" fmla="*/ 30163 w 583075"/>
              <a:gd name="connsiteY2" fmla="*/ 223267 h 240729"/>
              <a:gd name="connsiteX3" fmla="*/ 28575 w 583075"/>
              <a:gd name="connsiteY3" fmla="*/ 175642 h 240729"/>
              <a:gd name="connsiteX4" fmla="*/ 19050 w 583075"/>
              <a:gd name="connsiteY4" fmla="*/ 169292 h 240729"/>
              <a:gd name="connsiteX5" fmla="*/ 14288 w 583075"/>
              <a:gd name="connsiteY5" fmla="*/ 162942 h 240729"/>
              <a:gd name="connsiteX6" fmla="*/ 9525 w 583075"/>
              <a:gd name="connsiteY6" fmla="*/ 153417 h 240729"/>
              <a:gd name="connsiteX7" fmla="*/ 4763 w 583075"/>
              <a:gd name="connsiteY7" fmla="*/ 150242 h 240729"/>
              <a:gd name="connsiteX8" fmla="*/ 3175 w 583075"/>
              <a:gd name="connsiteY8" fmla="*/ 142304 h 240729"/>
              <a:gd name="connsiteX9" fmla="*/ 1588 w 583075"/>
              <a:gd name="connsiteY9" fmla="*/ 137542 h 240729"/>
              <a:gd name="connsiteX10" fmla="*/ 0 w 583075"/>
              <a:gd name="connsiteY10" fmla="*/ 128017 h 240729"/>
              <a:gd name="connsiteX11" fmla="*/ 3175 w 583075"/>
              <a:gd name="connsiteY11" fmla="*/ 86742 h 240729"/>
              <a:gd name="connsiteX12" fmla="*/ 11113 w 583075"/>
              <a:gd name="connsiteY12" fmla="*/ 72454 h 240729"/>
              <a:gd name="connsiteX13" fmla="*/ 25400 w 583075"/>
              <a:gd name="connsiteY13" fmla="*/ 61342 h 240729"/>
              <a:gd name="connsiteX14" fmla="*/ 30163 w 583075"/>
              <a:gd name="connsiteY14" fmla="*/ 56579 h 240729"/>
              <a:gd name="connsiteX15" fmla="*/ 38100 w 583075"/>
              <a:gd name="connsiteY15" fmla="*/ 54992 h 240729"/>
              <a:gd name="connsiteX16" fmla="*/ 49213 w 583075"/>
              <a:gd name="connsiteY16" fmla="*/ 51817 h 240729"/>
              <a:gd name="connsiteX17" fmla="*/ 57150 w 583075"/>
              <a:gd name="connsiteY17" fmla="*/ 48642 h 240729"/>
              <a:gd name="connsiteX18" fmla="*/ 61913 w 583075"/>
              <a:gd name="connsiteY18" fmla="*/ 47054 h 240729"/>
              <a:gd name="connsiteX19" fmla="*/ 71438 w 583075"/>
              <a:gd name="connsiteY19" fmla="*/ 42292 h 240729"/>
              <a:gd name="connsiteX20" fmla="*/ 76200 w 583075"/>
              <a:gd name="connsiteY20" fmla="*/ 39117 h 240729"/>
              <a:gd name="connsiteX21" fmla="*/ 85725 w 583075"/>
              <a:gd name="connsiteY21" fmla="*/ 35942 h 240729"/>
              <a:gd name="connsiteX22" fmla="*/ 96838 w 583075"/>
              <a:gd name="connsiteY22" fmla="*/ 32767 h 240729"/>
              <a:gd name="connsiteX23" fmla="*/ 107950 w 583075"/>
              <a:gd name="connsiteY23" fmla="*/ 31179 h 240729"/>
              <a:gd name="connsiteX24" fmla="*/ 117475 w 583075"/>
              <a:gd name="connsiteY24" fmla="*/ 28004 h 240729"/>
              <a:gd name="connsiteX25" fmla="*/ 130175 w 583075"/>
              <a:gd name="connsiteY25" fmla="*/ 24829 h 240729"/>
              <a:gd name="connsiteX26" fmla="*/ 134938 w 583075"/>
              <a:gd name="connsiteY26" fmla="*/ 21654 h 240729"/>
              <a:gd name="connsiteX27" fmla="*/ 149225 w 583075"/>
              <a:gd name="connsiteY27" fmla="*/ 20067 h 240729"/>
              <a:gd name="connsiteX28" fmla="*/ 158750 w 583075"/>
              <a:gd name="connsiteY28" fmla="*/ 18479 h 240729"/>
              <a:gd name="connsiteX29" fmla="*/ 180975 w 583075"/>
              <a:gd name="connsiteY29" fmla="*/ 13717 h 240729"/>
              <a:gd name="connsiteX30" fmla="*/ 230188 w 583075"/>
              <a:gd name="connsiteY30" fmla="*/ 8954 h 240729"/>
              <a:gd name="connsiteX31" fmla="*/ 269875 w 583075"/>
              <a:gd name="connsiteY31" fmla="*/ 5779 h 240729"/>
              <a:gd name="connsiteX32" fmla="*/ 284163 w 583075"/>
              <a:gd name="connsiteY32" fmla="*/ 4192 h 240729"/>
              <a:gd name="connsiteX33" fmla="*/ 373063 w 583075"/>
              <a:gd name="connsiteY33" fmla="*/ 2604 h 240729"/>
              <a:gd name="connsiteX34" fmla="*/ 527073 w 583075"/>
              <a:gd name="connsiteY34" fmla="*/ 41924 h 240729"/>
              <a:gd name="connsiteX35" fmla="*/ 582323 w 583075"/>
              <a:gd name="connsiteY35" fmla="*/ 138441 h 240729"/>
              <a:gd name="connsiteX36" fmla="*/ 493713 w 583075"/>
              <a:gd name="connsiteY36" fmla="*/ 240729 h 240729"/>
              <a:gd name="connsiteX0" fmla="*/ 25400 w 583075"/>
              <a:gd name="connsiteY0" fmla="*/ 235564 h 240326"/>
              <a:gd name="connsiteX1" fmla="*/ 26988 w 583075"/>
              <a:gd name="connsiteY1" fmla="*/ 227626 h 240326"/>
              <a:gd name="connsiteX2" fmla="*/ 30163 w 583075"/>
              <a:gd name="connsiteY2" fmla="*/ 222864 h 240326"/>
              <a:gd name="connsiteX3" fmla="*/ 28575 w 583075"/>
              <a:gd name="connsiteY3" fmla="*/ 175239 h 240326"/>
              <a:gd name="connsiteX4" fmla="*/ 19050 w 583075"/>
              <a:gd name="connsiteY4" fmla="*/ 168889 h 240326"/>
              <a:gd name="connsiteX5" fmla="*/ 14288 w 583075"/>
              <a:gd name="connsiteY5" fmla="*/ 162539 h 240326"/>
              <a:gd name="connsiteX6" fmla="*/ 9525 w 583075"/>
              <a:gd name="connsiteY6" fmla="*/ 153014 h 240326"/>
              <a:gd name="connsiteX7" fmla="*/ 4763 w 583075"/>
              <a:gd name="connsiteY7" fmla="*/ 149839 h 240326"/>
              <a:gd name="connsiteX8" fmla="*/ 3175 w 583075"/>
              <a:gd name="connsiteY8" fmla="*/ 141901 h 240326"/>
              <a:gd name="connsiteX9" fmla="*/ 1588 w 583075"/>
              <a:gd name="connsiteY9" fmla="*/ 137139 h 240326"/>
              <a:gd name="connsiteX10" fmla="*/ 0 w 583075"/>
              <a:gd name="connsiteY10" fmla="*/ 127614 h 240326"/>
              <a:gd name="connsiteX11" fmla="*/ 3175 w 583075"/>
              <a:gd name="connsiteY11" fmla="*/ 86339 h 240326"/>
              <a:gd name="connsiteX12" fmla="*/ 11113 w 583075"/>
              <a:gd name="connsiteY12" fmla="*/ 72051 h 240326"/>
              <a:gd name="connsiteX13" fmla="*/ 25400 w 583075"/>
              <a:gd name="connsiteY13" fmla="*/ 60939 h 240326"/>
              <a:gd name="connsiteX14" fmla="*/ 30163 w 583075"/>
              <a:gd name="connsiteY14" fmla="*/ 56176 h 240326"/>
              <a:gd name="connsiteX15" fmla="*/ 38100 w 583075"/>
              <a:gd name="connsiteY15" fmla="*/ 54589 h 240326"/>
              <a:gd name="connsiteX16" fmla="*/ 49213 w 583075"/>
              <a:gd name="connsiteY16" fmla="*/ 51414 h 240326"/>
              <a:gd name="connsiteX17" fmla="*/ 57150 w 583075"/>
              <a:gd name="connsiteY17" fmla="*/ 48239 h 240326"/>
              <a:gd name="connsiteX18" fmla="*/ 61913 w 583075"/>
              <a:gd name="connsiteY18" fmla="*/ 46651 h 240326"/>
              <a:gd name="connsiteX19" fmla="*/ 71438 w 583075"/>
              <a:gd name="connsiteY19" fmla="*/ 41889 h 240326"/>
              <a:gd name="connsiteX20" fmla="*/ 76200 w 583075"/>
              <a:gd name="connsiteY20" fmla="*/ 38714 h 240326"/>
              <a:gd name="connsiteX21" fmla="*/ 85725 w 583075"/>
              <a:gd name="connsiteY21" fmla="*/ 35539 h 240326"/>
              <a:gd name="connsiteX22" fmla="*/ 96838 w 583075"/>
              <a:gd name="connsiteY22" fmla="*/ 32364 h 240326"/>
              <a:gd name="connsiteX23" fmla="*/ 107950 w 583075"/>
              <a:gd name="connsiteY23" fmla="*/ 30776 h 240326"/>
              <a:gd name="connsiteX24" fmla="*/ 117475 w 583075"/>
              <a:gd name="connsiteY24" fmla="*/ 27601 h 240326"/>
              <a:gd name="connsiteX25" fmla="*/ 130175 w 583075"/>
              <a:gd name="connsiteY25" fmla="*/ 24426 h 240326"/>
              <a:gd name="connsiteX26" fmla="*/ 134938 w 583075"/>
              <a:gd name="connsiteY26" fmla="*/ 21251 h 240326"/>
              <a:gd name="connsiteX27" fmla="*/ 149225 w 583075"/>
              <a:gd name="connsiteY27" fmla="*/ 19664 h 240326"/>
              <a:gd name="connsiteX28" fmla="*/ 158750 w 583075"/>
              <a:gd name="connsiteY28" fmla="*/ 18076 h 240326"/>
              <a:gd name="connsiteX29" fmla="*/ 180975 w 583075"/>
              <a:gd name="connsiteY29" fmla="*/ 13314 h 240326"/>
              <a:gd name="connsiteX30" fmla="*/ 230188 w 583075"/>
              <a:gd name="connsiteY30" fmla="*/ 8551 h 240326"/>
              <a:gd name="connsiteX31" fmla="*/ 269875 w 583075"/>
              <a:gd name="connsiteY31" fmla="*/ 5376 h 240326"/>
              <a:gd name="connsiteX32" fmla="*/ 373063 w 583075"/>
              <a:gd name="connsiteY32" fmla="*/ 2201 h 240326"/>
              <a:gd name="connsiteX33" fmla="*/ 527073 w 583075"/>
              <a:gd name="connsiteY33" fmla="*/ 41521 h 240326"/>
              <a:gd name="connsiteX34" fmla="*/ 582323 w 583075"/>
              <a:gd name="connsiteY34" fmla="*/ 138038 h 240326"/>
              <a:gd name="connsiteX35" fmla="*/ 493713 w 583075"/>
              <a:gd name="connsiteY35" fmla="*/ 240326 h 240326"/>
              <a:gd name="connsiteX0" fmla="*/ 25400 w 583075"/>
              <a:gd name="connsiteY0" fmla="*/ 234995 h 239757"/>
              <a:gd name="connsiteX1" fmla="*/ 26988 w 583075"/>
              <a:gd name="connsiteY1" fmla="*/ 227057 h 239757"/>
              <a:gd name="connsiteX2" fmla="*/ 30163 w 583075"/>
              <a:gd name="connsiteY2" fmla="*/ 222295 h 239757"/>
              <a:gd name="connsiteX3" fmla="*/ 28575 w 583075"/>
              <a:gd name="connsiteY3" fmla="*/ 174670 h 239757"/>
              <a:gd name="connsiteX4" fmla="*/ 19050 w 583075"/>
              <a:gd name="connsiteY4" fmla="*/ 168320 h 239757"/>
              <a:gd name="connsiteX5" fmla="*/ 14288 w 583075"/>
              <a:gd name="connsiteY5" fmla="*/ 161970 h 239757"/>
              <a:gd name="connsiteX6" fmla="*/ 9525 w 583075"/>
              <a:gd name="connsiteY6" fmla="*/ 152445 h 239757"/>
              <a:gd name="connsiteX7" fmla="*/ 4763 w 583075"/>
              <a:gd name="connsiteY7" fmla="*/ 149270 h 239757"/>
              <a:gd name="connsiteX8" fmla="*/ 3175 w 583075"/>
              <a:gd name="connsiteY8" fmla="*/ 141332 h 239757"/>
              <a:gd name="connsiteX9" fmla="*/ 1588 w 583075"/>
              <a:gd name="connsiteY9" fmla="*/ 136570 h 239757"/>
              <a:gd name="connsiteX10" fmla="*/ 0 w 583075"/>
              <a:gd name="connsiteY10" fmla="*/ 127045 h 239757"/>
              <a:gd name="connsiteX11" fmla="*/ 3175 w 583075"/>
              <a:gd name="connsiteY11" fmla="*/ 85770 h 239757"/>
              <a:gd name="connsiteX12" fmla="*/ 11113 w 583075"/>
              <a:gd name="connsiteY12" fmla="*/ 71482 h 239757"/>
              <a:gd name="connsiteX13" fmla="*/ 25400 w 583075"/>
              <a:gd name="connsiteY13" fmla="*/ 60370 h 239757"/>
              <a:gd name="connsiteX14" fmla="*/ 30163 w 583075"/>
              <a:gd name="connsiteY14" fmla="*/ 55607 h 239757"/>
              <a:gd name="connsiteX15" fmla="*/ 38100 w 583075"/>
              <a:gd name="connsiteY15" fmla="*/ 54020 h 239757"/>
              <a:gd name="connsiteX16" fmla="*/ 49213 w 583075"/>
              <a:gd name="connsiteY16" fmla="*/ 50845 h 239757"/>
              <a:gd name="connsiteX17" fmla="*/ 57150 w 583075"/>
              <a:gd name="connsiteY17" fmla="*/ 47670 h 239757"/>
              <a:gd name="connsiteX18" fmla="*/ 61913 w 583075"/>
              <a:gd name="connsiteY18" fmla="*/ 46082 h 239757"/>
              <a:gd name="connsiteX19" fmla="*/ 71438 w 583075"/>
              <a:gd name="connsiteY19" fmla="*/ 41320 h 239757"/>
              <a:gd name="connsiteX20" fmla="*/ 76200 w 583075"/>
              <a:gd name="connsiteY20" fmla="*/ 38145 h 239757"/>
              <a:gd name="connsiteX21" fmla="*/ 85725 w 583075"/>
              <a:gd name="connsiteY21" fmla="*/ 34970 h 239757"/>
              <a:gd name="connsiteX22" fmla="*/ 96838 w 583075"/>
              <a:gd name="connsiteY22" fmla="*/ 31795 h 239757"/>
              <a:gd name="connsiteX23" fmla="*/ 107950 w 583075"/>
              <a:gd name="connsiteY23" fmla="*/ 30207 h 239757"/>
              <a:gd name="connsiteX24" fmla="*/ 117475 w 583075"/>
              <a:gd name="connsiteY24" fmla="*/ 27032 h 239757"/>
              <a:gd name="connsiteX25" fmla="*/ 130175 w 583075"/>
              <a:gd name="connsiteY25" fmla="*/ 23857 h 239757"/>
              <a:gd name="connsiteX26" fmla="*/ 134938 w 583075"/>
              <a:gd name="connsiteY26" fmla="*/ 20682 h 239757"/>
              <a:gd name="connsiteX27" fmla="*/ 149225 w 583075"/>
              <a:gd name="connsiteY27" fmla="*/ 19095 h 239757"/>
              <a:gd name="connsiteX28" fmla="*/ 158750 w 583075"/>
              <a:gd name="connsiteY28" fmla="*/ 17507 h 239757"/>
              <a:gd name="connsiteX29" fmla="*/ 180975 w 583075"/>
              <a:gd name="connsiteY29" fmla="*/ 12745 h 239757"/>
              <a:gd name="connsiteX30" fmla="*/ 230188 w 583075"/>
              <a:gd name="connsiteY30" fmla="*/ 7982 h 239757"/>
              <a:gd name="connsiteX31" fmla="*/ 373063 w 583075"/>
              <a:gd name="connsiteY31" fmla="*/ 1632 h 239757"/>
              <a:gd name="connsiteX32" fmla="*/ 527073 w 583075"/>
              <a:gd name="connsiteY32" fmla="*/ 40952 h 239757"/>
              <a:gd name="connsiteX33" fmla="*/ 582323 w 583075"/>
              <a:gd name="connsiteY33" fmla="*/ 137469 h 239757"/>
              <a:gd name="connsiteX34" fmla="*/ 493713 w 583075"/>
              <a:gd name="connsiteY34" fmla="*/ 239757 h 239757"/>
              <a:gd name="connsiteX0" fmla="*/ 25400 w 583075"/>
              <a:gd name="connsiteY0" fmla="*/ 234369 h 239131"/>
              <a:gd name="connsiteX1" fmla="*/ 26988 w 583075"/>
              <a:gd name="connsiteY1" fmla="*/ 226431 h 239131"/>
              <a:gd name="connsiteX2" fmla="*/ 30163 w 583075"/>
              <a:gd name="connsiteY2" fmla="*/ 221669 h 239131"/>
              <a:gd name="connsiteX3" fmla="*/ 28575 w 583075"/>
              <a:gd name="connsiteY3" fmla="*/ 174044 h 239131"/>
              <a:gd name="connsiteX4" fmla="*/ 19050 w 583075"/>
              <a:gd name="connsiteY4" fmla="*/ 167694 h 239131"/>
              <a:gd name="connsiteX5" fmla="*/ 14288 w 583075"/>
              <a:gd name="connsiteY5" fmla="*/ 161344 h 239131"/>
              <a:gd name="connsiteX6" fmla="*/ 9525 w 583075"/>
              <a:gd name="connsiteY6" fmla="*/ 151819 h 239131"/>
              <a:gd name="connsiteX7" fmla="*/ 4763 w 583075"/>
              <a:gd name="connsiteY7" fmla="*/ 148644 h 239131"/>
              <a:gd name="connsiteX8" fmla="*/ 3175 w 583075"/>
              <a:gd name="connsiteY8" fmla="*/ 140706 h 239131"/>
              <a:gd name="connsiteX9" fmla="*/ 1588 w 583075"/>
              <a:gd name="connsiteY9" fmla="*/ 135944 h 239131"/>
              <a:gd name="connsiteX10" fmla="*/ 0 w 583075"/>
              <a:gd name="connsiteY10" fmla="*/ 126419 h 239131"/>
              <a:gd name="connsiteX11" fmla="*/ 3175 w 583075"/>
              <a:gd name="connsiteY11" fmla="*/ 85144 h 239131"/>
              <a:gd name="connsiteX12" fmla="*/ 11113 w 583075"/>
              <a:gd name="connsiteY12" fmla="*/ 70856 h 239131"/>
              <a:gd name="connsiteX13" fmla="*/ 25400 w 583075"/>
              <a:gd name="connsiteY13" fmla="*/ 59744 h 239131"/>
              <a:gd name="connsiteX14" fmla="*/ 30163 w 583075"/>
              <a:gd name="connsiteY14" fmla="*/ 54981 h 239131"/>
              <a:gd name="connsiteX15" fmla="*/ 38100 w 583075"/>
              <a:gd name="connsiteY15" fmla="*/ 53394 h 239131"/>
              <a:gd name="connsiteX16" fmla="*/ 49213 w 583075"/>
              <a:gd name="connsiteY16" fmla="*/ 50219 h 239131"/>
              <a:gd name="connsiteX17" fmla="*/ 57150 w 583075"/>
              <a:gd name="connsiteY17" fmla="*/ 47044 h 239131"/>
              <a:gd name="connsiteX18" fmla="*/ 61913 w 583075"/>
              <a:gd name="connsiteY18" fmla="*/ 45456 h 239131"/>
              <a:gd name="connsiteX19" fmla="*/ 71438 w 583075"/>
              <a:gd name="connsiteY19" fmla="*/ 40694 h 239131"/>
              <a:gd name="connsiteX20" fmla="*/ 76200 w 583075"/>
              <a:gd name="connsiteY20" fmla="*/ 37519 h 239131"/>
              <a:gd name="connsiteX21" fmla="*/ 85725 w 583075"/>
              <a:gd name="connsiteY21" fmla="*/ 34344 h 239131"/>
              <a:gd name="connsiteX22" fmla="*/ 96838 w 583075"/>
              <a:gd name="connsiteY22" fmla="*/ 31169 h 239131"/>
              <a:gd name="connsiteX23" fmla="*/ 107950 w 583075"/>
              <a:gd name="connsiteY23" fmla="*/ 29581 h 239131"/>
              <a:gd name="connsiteX24" fmla="*/ 117475 w 583075"/>
              <a:gd name="connsiteY24" fmla="*/ 26406 h 239131"/>
              <a:gd name="connsiteX25" fmla="*/ 130175 w 583075"/>
              <a:gd name="connsiteY25" fmla="*/ 23231 h 239131"/>
              <a:gd name="connsiteX26" fmla="*/ 134938 w 583075"/>
              <a:gd name="connsiteY26" fmla="*/ 20056 h 239131"/>
              <a:gd name="connsiteX27" fmla="*/ 149225 w 583075"/>
              <a:gd name="connsiteY27" fmla="*/ 18469 h 239131"/>
              <a:gd name="connsiteX28" fmla="*/ 158750 w 583075"/>
              <a:gd name="connsiteY28" fmla="*/ 16881 h 239131"/>
              <a:gd name="connsiteX29" fmla="*/ 180975 w 583075"/>
              <a:gd name="connsiteY29" fmla="*/ 12119 h 239131"/>
              <a:gd name="connsiteX30" fmla="*/ 373063 w 583075"/>
              <a:gd name="connsiteY30" fmla="*/ 1006 h 239131"/>
              <a:gd name="connsiteX31" fmla="*/ 527073 w 583075"/>
              <a:gd name="connsiteY31" fmla="*/ 40326 h 239131"/>
              <a:gd name="connsiteX32" fmla="*/ 582323 w 583075"/>
              <a:gd name="connsiteY32" fmla="*/ 136843 h 239131"/>
              <a:gd name="connsiteX33" fmla="*/ 493713 w 583075"/>
              <a:gd name="connsiteY33" fmla="*/ 239131 h 239131"/>
              <a:gd name="connsiteX0" fmla="*/ 25400 w 583075"/>
              <a:gd name="connsiteY0" fmla="*/ 233948 h 238710"/>
              <a:gd name="connsiteX1" fmla="*/ 26988 w 583075"/>
              <a:gd name="connsiteY1" fmla="*/ 226010 h 238710"/>
              <a:gd name="connsiteX2" fmla="*/ 30163 w 583075"/>
              <a:gd name="connsiteY2" fmla="*/ 221248 h 238710"/>
              <a:gd name="connsiteX3" fmla="*/ 28575 w 583075"/>
              <a:gd name="connsiteY3" fmla="*/ 173623 h 238710"/>
              <a:gd name="connsiteX4" fmla="*/ 19050 w 583075"/>
              <a:gd name="connsiteY4" fmla="*/ 167273 h 238710"/>
              <a:gd name="connsiteX5" fmla="*/ 14288 w 583075"/>
              <a:gd name="connsiteY5" fmla="*/ 160923 h 238710"/>
              <a:gd name="connsiteX6" fmla="*/ 9525 w 583075"/>
              <a:gd name="connsiteY6" fmla="*/ 151398 h 238710"/>
              <a:gd name="connsiteX7" fmla="*/ 4763 w 583075"/>
              <a:gd name="connsiteY7" fmla="*/ 148223 h 238710"/>
              <a:gd name="connsiteX8" fmla="*/ 3175 w 583075"/>
              <a:gd name="connsiteY8" fmla="*/ 140285 h 238710"/>
              <a:gd name="connsiteX9" fmla="*/ 1588 w 583075"/>
              <a:gd name="connsiteY9" fmla="*/ 135523 h 238710"/>
              <a:gd name="connsiteX10" fmla="*/ 0 w 583075"/>
              <a:gd name="connsiteY10" fmla="*/ 125998 h 238710"/>
              <a:gd name="connsiteX11" fmla="*/ 3175 w 583075"/>
              <a:gd name="connsiteY11" fmla="*/ 84723 h 238710"/>
              <a:gd name="connsiteX12" fmla="*/ 11113 w 583075"/>
              <a:gd name="connsiteY12" fmla="*/ 70435 h 238710"/>
              <a:gd name="connsiteX13" fmla="*/ 25400 w 583075"/>
              <a:gd name="connsiteY13" fmla="*/ 59323 h 238710"/>
              <a:gd name="connsiteX14" fmla="*/ 30163 w 583075"/>
              <a:gd name="connsiteY14" fmla="*/ 54560 h 238710"/>
              <a:gd name="connsiteX15" fmla="*/ 38100 w 583075"/>
              <a:gd name="connsiteY15" fmla="*/ 52973 h 238710"/>
              <a:gd name="connsiteX16" fmla="*/ 49213 w 583075"/>
              <a:gd name="connsiteY16" fmla="*/ 49798 h 238710"/>
              <a:gd name="connsiteX17" fmla="*/ 57150 w 583075"/>
              <a:gd name="connsiteY17" fmla="*/ 46623 h 238710"/>
              <a:gd name="connsiteX18" fmla="*/ 61913 w 583075"/>
              <a:gd name="connsiteY18" fmla="*/ 45035 h 238710"/>
              <a:gd name="connsiteX19" fmla="*/ 71438 w 583075"/>
              <a:gd name="connsiteY19" fmla="*/ 40273 h 238710"/>
              <a:gd name="connsiteX20" fmla="*/ 76200 w 583075"/>
              <a:gd name="connsiteY20" fmla="*/ 37098 h 238710"/>
              <a:gd name="connsiteX21" fmla="*/ 85725 w 583075"/>
              <a:gd name="connsiteY21" fmla="*/ 33923 h 238710"/>
              <a:gd name="connsiteX22" fmla="*/ 96838 w 583075"/>
              <a:gd name="connsiteY22" fmla="*/ 30748 h 238710"/>
              <a:gd name="connsiteX23" fmla="*/ 107950 w 583075"/>
              <a:gd name="connsiteY23" fmla="*/ 29160 h 238710"/>
              <a:gd name="connsiteX24" fmla="*/ 117475 w 583075"/>
              <a:gd name="connsiteY24" fmla="*/ 25985 h 238710"/>
              <a:gd name="connsiteX25" fmla="*/ 130175 w 583075"/>
              <a:gd name="connsiteY25" fmla="*/ 22810 h 238710"/>
              <a:gd name="connsiteX26" fmla="*/ 134938 w 583075"/>
              <a:gd name="connsiteY26" fmla="*/ 19635 h 238710"/>
              <a:gd name="connsiteX27" fmla="*/ 149225 w 583075"/>
              <a:gd name="connsiteY27" fmla="*/ 18048 h 238710"/>
              <a:gd name="connsiteX28" fmla="*/ 158750 w 583075"/>
              <a:gd name="connsiteY28" fmla="*/ 16460 h 238710"/>
              <a:gd name="connsiteX29" fmla="*/ 373063 w 583075"/>
              <a:gd name="connsiteY29" fmla="*/ 585 h 238710"/>
              <a:gd name="connsiteX30" fmla="*/ 527073 w 583075"/>
              <a:gd name="connsiteY30" fmla="*/ 39905 h 238710"/>
              <a:gd name="connsiteX31" fmla="*/ 582323 w 583075"/>
              <a:gd name="connsiteY31" fmla="*/ 136422 h 238710"/>
              <a:gd name="connsiteX32" fmla="*/ 493713 w 583075"/>
              <a:gd name="connsiteY32" fmla="*/ 238710 h 238710"/>
              <a:gd name="connsiteX0" fmla="*/ 25400 w 583075"/>
              <a:gd name="connsiteY0" fmla="*/ 233849 h 238611"/>
              <a:gd name="connsiteX1" fmla="*/ 26988 w 583075"/>
              <a:gd name="connsiteY1" fmla="*/ 225911 h 238611"/>
              <a:gd name="connsiteX2" fmla="*/ 30163 w 583075"/>
              <a:gd name="connsiteY2" fmla="*/ 221149 h 238611"/>
              <a:gd name="connsiteX3" fmla="*/ 28575 w 583075"/>
              <a:gd name="connsiteY3" fmla="*/ 173524 h 238611"/>
              <a:gd name="connsiteX4" fmla="*/ 19050 w 583075"/>
              <a:gd name="connsiteY4" fmla="*/ 167174 h 238611"/>
              <a:gd name="connsiteX5" fmla="*/ 14288 w 583075"/>
              <a:gd name="connsiteY5" fmla="*/ 160824 h 238611"/>
              <a:gd name="connsiteX6" fmla="*/ 9525 w 583075"/>
              <a:gd name="connsiteY6" fmla="*/ 151299 h 238611"/>
              <a:gd name="connsiteX7" fmla="*/ 4763 w 583075"/>
              <a:gd name="connsiteY7" fmla="*/ 148124 h 238611"/>
              <a:gd name="connsiteX8" fmla="*/ 3175 w 583075"/>
              <a:gd name="connsiteY8" fmla="*/ 140186 h 238611"/>
              <a:gd name="connsiteX9" fmla="*/ 1588 w 583075"/>
              <a:gd name="connsiteY9" fmla="*/ 135424 h 238611"/>
              <a:gd name="connsiteX10" fmla="*/ 0 w 583075"/>
              <a:gd name="connsiteY10" fmla="*/ 125899 h 238611"/>
              <a:gd name="connsiteX11" fmla="*/ 3175 w 583075"/>
              <a:gd name="connsiteY11" fmla="*/ 84624 h 238611"/>
              <a:gd name="connsiteX12" fmla="*/ 11113 w 583075"/>
              <a:gd name="connsiteY12" fmla="*/ 70336 h 238611"/>
              <a:gd name="connsiteX13" fmla="*/ 25400 w 583075"/>
              <a:gd name="connsiteY13" fmla="*/ 59224 h 238611"/>
              <a:gd name="connsiteX14" fmla="*/ 30163 w 583075"/>
              <a:gd name="connsiteY14" fmla="*/ 54461 h 238611"/>
              <a:gd name="connsiteX15" fmla="*/ 38100 w 583075"/>
              <a:gd name="connsiteY15" fmla="*/ 52874 h 238611"/>
              <a:gd name="connsiteX16" fmla="*/ 49213 w 583075"/>
              <a:gd name="connsiteY16" fmla="*/ 49699 h 238611"/>
              <a:gd name="connsiteX17" fmla="*/ 57150 w 583075"/>
              <a:gd name="connsiteY17" fmla="*/ 46524 h 238611"/>
              <a:gd name="connsiteX18" fmla="*/ 61913 w 583075"/>
              <a:gd name="connsiteY18" fmla="*/ 44936 h 238611"/>
              <a:gd name="connsiteX19" fmla="*/ 71438 w 583075"/>
              <a:gd name="connsiteY19" fmla="*/ 40174 h 238611"/>
              <a:gd name="connsiteX20" fmla="*/ 76200 w 583075"/>
              <a:gd name="connsiteY20" fmla="*/ 36999 h 238611"/>
              <a:gd name="connsiteX21" fmla="*/ 85725 w 583075"/>
              <a:gd name="connsiteY21" fmla="*/ 33824 h 238611"/>
              <a:gd name="connsiteX22" fmla="*/ 96838 w 583075"/>
              <a:gd name="connsiteY22" fmla="*/ 30649 h 238611"/>
              <a:gd name="connsiteX23" fmla="*/ 107950 w 583075"/>
              <a:gd name="connsiteY23" fmla="*/ 29061 h 238611"/>
              <a:gd name="connsiteX24" fmla="*/ 117475 w 583075"/>
              <a:gd name="connsiteY24" fmla="*/ 25886 h 238611"/>
              <a:gd name="connsiteX25" fmla="*/ 130175 w 583075"/>
              <a:gd name="connsiteY25" fmla="*/ 22711 h 238611"/>
              <a:gd name="connsiteX26" fmla="*/ 134938 w 583075"/>
              <a:gd name="connsiteY26" fmla="*/ 19536 h 238611"/>
              <a:gd name="connsiteX27" fmla="*/ 149225 w 583075"/>
              <a:gd name="connsiteY27" fmla="*/ 17949 h 238611"/>
              <a:gd name="connsiteX28" fmla="*/ 373063 w 583075"/>
              <a:gd name="connsiteY28" fmla="*/ 486 h 238611"/>
              <a:gd name="connsiteX29" fmla="*/ 527073 w 583075"/>
              <a:gd name="connsiteY29" fmla="*/ 39806 h 238611"/>
              <a:gd name="connsiteX30" fmla="*/ 582323 w 583075"/>
              <a:gd name="connsiteY30" fmla="*/ 136323 h 238611"/>
              <a:gd name="connsiteX31" fmla="*/ 493713 w 583075"/>
              <a:gd name="connsiteY31" fmla="*/ 238611 h 238611"/>
              <a:gd name="connsiteX0" fmla="*/ 25400 w 583075"/>
              <a:gd name="connsiteY0" fmla="*/ 233769 h 238531"/>
              <a:gd name="connsiteX1" fmla="*/ 26988 w 583075"/>
              <a:gd name="connsiteY1" fmla="*/ 225831 h 238531"/>
              <a:gd name="connsiteX2" fmla="*/ 30163 w 583075"/>
              <a:gd name="connsiteY2" fmla="*/ 221069 h 238531"/>
              <a:gd name="connsiteX3" fmla="*/ 28575 w 583075"/>
              <a:gd name="connsiteY3" fmla="*/ 173444 h 238531"/>
              <a:gd name="connsiteX4" fmla="*/ 19050 w 583075"/>
              <a:gd name="connsiteY4" fmla="*/ 167094 h 238531"/>
              <a:gd name="connsiteX5" fmla="*/ 14288 w 583075"/>
              <a:gd name="connsiteY5" fmla="*/ 160744 h 238531"/>
              <a:gd name="connsiteX6" fmla="*/ 9525 w 583075"/>
              <a:gd name="connsiteY6" fmla="*/ 151219 h 238531"/>
              <a:gd name="connsiteX7" fmla="*/ 4763 w 583075"/>
              <a:gd name="connsiteY7" fmla="*/ 148044 h 238531"/>
              <a:gd name="connsiteX8" fmla="*/ 3175 w 583075"/>
              <a:gd name="connsiteY8" fmla="*/ 140106 h 238531"/>
              <a:gd name="connsiteX9" fmla="*/ 1588 w 583075"/>
              <a:gd name="connsiteY9" fmla="*/ 135344 h 238531"/>
              <a:gd name="connsiteX10" fmla="*/ 0 w 583075"/>
              <a:gd name="connsiteY10" fmla="*/ 125819 h 238531"/>
              <a:gd name="connsiteX11" fmla="*/ 3175 w 583075"/>
              <a:gd name="connsiteY11" fmla="*/ 84544 h 238531"/>
              <a:gd name="connsiteX12" fmla="*/ 11113 w 583075"/>
              <a:gd name="connsiteY12" fmla="*/ 70256 h 238531"/>
              <a:gd name="connsiteX13" fmla="*/ 25400 w 583075"/>
              <a:gd name="connsiteY13" fmla="*/ 59144 h 238531"/>
              <a:gd name="connsiteX14" fmla="*/ 30163 w 583075"/>
              <a:gd name="connsiteY14" fmla="*/ 54381 h 238531"/>
              <a:gd name="connsiteX15" fmla="*/ 38100 w 583075"/>
              <a:gd name="connsiteY15" fmla="*/ 52794 h 238531"/>
              <a:gd name="connsiteX16" fmla="*/ 49213 w 583075"/>
              <a:gd name="connsiteY16" fmla="*/ 49619 h 238531"/>
              <a:gd name="connsiteX17" fmla="*/ 57150 w 583075"/>
              <a:gd name="connsiteY17" fmla="*/ 46444 h 238531"/>
              <a:gd name="connsiteX18" fmla="*/ 61913 w 583075"/>
              <a:gd name="connsiteY18" fmla="*/ 44856 h 238531"/>
              <a:gd name="connsiteX19" fmla="*/ 71438 w 583075"/>
              <a:gd name="connsiteY19" fmla="*/ 40094 h 238531"/>
              <a:gd name="connsiteX20" fmla="*/ 76200 w 583075"/>
              <a:gd name="connsiteY20" fmla="*/ 36919 h 238531"/>
              <a:gd name="connsiteX21" fmla="*/ 85725 w 583075"/>
              <a:gd name="connsiteY21" fmla="*/ 33744 h 238531"/>
              <a:gd name="connsiteX22" fmla="*/ 96838 w 583075"/>
              <a:gd name="connsiteY22" fmla="*/ 30569 h 238531"/>
              <a:gd name="connsiteX23" fmla="*/ 107950 w 583075"/>
              <a:gd name="connsiteY23" fmla="*/ 28981 h 238531"/>
              <a:gd name="connsiteX24" fmla="*/ 117475 w 583075"/>
              <a:gd name="connsiteY24" fmla="*/ 25806 h 238531"/>
              <a:gd name="connsiteX25" fmla="*/ 130175 w 583075"/>
              <a:gd name="connsiteY25" fmla="*/ 22631 h 238531"/>
              <a:gd name="connsiteX26" fmla="*/ 134938 w 583075"/>
              <a:gd name="connsiteY26" fmla="*/ 19456 h 238531"/>
              <a:gd name="connsiteX27" fmla="*/ 373063 w 583075"/>
              <a:gd name="connsiteY27" fmla="*/ 406 h 238531"/>
              <a:gd name="connsiteX28" fmla="*/ 527073 w 583075"/>
              <a:gd name="connsiteY28" fmla="*/ 39726 h 238531"/>
              <a:gd name="connsiteX29" fmla="*/ 582323 w 583075"/>
              <a:gd name="connsiteY29" fmla="*/ 136243 h 238531"/>
              <a:gd name="connsiteX30" fmla="*/ 493713 w 583075"/>
              <a:gd name="connsiteY30" fmla="*/ 238531 h 238531"/>
              <a:gd name="connsiteX0" fmla="*/ 25400 w 583075"/>
              <a:gd name="connsiteY0" fmla="*/ 233630 h 238392"/>
              <a:gd name="connsiteX1" fmla="*/ 26988 w 583075"/>
              <a:gd name="connsiteY1" fmla="*/ 225692 h 238392"/>
              <a:gd name="connsiteX2" fmla="*/ 30163 w 583075"/>
              <a:gd name="connsiteY2" fmla="*/ 220930 h 238392"/>
              <a:gd name="connsiteX3" fmla="*/ 28575 w 583075"/>
              <a:gd name="connsiteY3" fmla="*/ 173305 h 238392"/>
              <a:gd name="connsiteX4" fmla="*/ 19050 w 583075"/>
              <a:gd name="connsiteY4" fmla="*/ 166955 h 238392"/>
              <a:gd name="connsiteX5" fmla="*/ 14288 w 583075"/>
              <a:gd name="connsiteY5" fmla="*/ 160605 h 238392"/>
              <a:gd name="connsiteX6" fmla="*/ 9525 w 583075"/>
              <a:gd name="connsiteY6" fmla="*/ 151080 h 238392"/>
              <a:gd name="connsiteX7" fmla="*/ 4763 w 583075"/>
              <a:gd name="connsiteY7" fmla="*/ 147905 h 238392"/>
              <a:gd name="connsiteX8" fmla="*/ 3175 w 583075"/>
              <a:gd name="connsiteY8" fmla="*/ 139967 h 238392"/>
              <a:gd name="connsiteX9" fmla="*/ 1588 w 583075"/>
              <a:gd name="connsiteY9" fmla="*/ 135205 h 238392"/>
              <a:gd name="connsiteX10" fmla="*/ 0 w 583075"/>
              <a:gd name="connsiteY10" fmla="*/ 125680 h 238392"/>
              <a:gd name="connsiteX11" fmla="*/ 3175 w 583075"/>
              <a:gd name="connsiteY11" fmla="*/ 84405 h 238392"/>
              <a:gd name="connsiteX12" fmla="*/ 11113 w 583075"/>
              <a:gd name="connsiteY12" fmla="*/ 70117 h 238392"/>
              <a:gd name="connsiteX13" fmla="*/ 25400 w 583075"/>
              <a:gd name="connsiteY13" fmla="*/ 59005 h 238392"/>
              <a:gd name="connsiteX14" fmla="*/ 30163 w 583075"/>
              <a:gd name="connsiteY14" fmla="*/ 54242 h 238392"/>
              <a:gd name="connsiteX15" fmla="*/ 38100 w 583075"/>
              <a:gd name="connsiteY15" fmla="*/ 52655 h 238392"/>
              <a:gd name="connsiteX16" fmla="*/ 49213 w 583075"/>
              <a:gd name="connsiteY16" fmla="*/ 49480 h 238392"/>
              <a:gd name="connsiteX17" fmla="*/ 57150 w 583075"/>
              <a:gd name="connsiteY17" fmla="*/ 46305 h 238392"/>
              <a:gd name="connsiteX18" fmla="*/ 61913 w 583075"/>
              <a:gd name="connsiteY18" fmla="*/ 44717 h 238392"/>
              <a:gd name="connsiteX19" fmla="*/ 71438 w 583075"/>
              <a:gd name="connsiteY19" fmla="*/ 39955 h 238392"/>
              <a:gd name="connsiteX20" fmla="*/ 76200 w 583075"/>
              <a:gd name="connsiteY20" fmla="*/ 36780 h 238392"/>
              <a:gd name="connsiteX21" fmla="*/ 85725 w 583075"/>
              <a:gd name="connsiteY21" fmla="*/ 33605 h 238392"/>
              <a:gd name="connsiteX22" fmla="*/ 96838 w 583075"/>
              <a:gd name="connsiteY22" fmla="*/ 30430 h 238392"/>
              <a:gd name="connsiteX23" fmla="*/ 107950 w 583075"/>
              <a:gd name="connsiteY23" fmla="*/ 28842 h 238392"/>
              <a:gd name="connsiteX24" fmla="*/ 117475 w 583075"/>
              <a:gd name="connsiteY24" fmla="*/ 25667 h 238392"/>
              <a:gd name="connsiteX25" fmla="*/ 130175 w 583075"/>
              <a:gd name="connsiteY25" fmla="*/ 22492 h 238392"/>
              <a:gd name="connsiteX26" fmla="*/ 373063 w 583075"/>
              <a:gd name="connsiteY26" fmla="*/ 267 h 238392"/>
              <a:gd name="connsiteX27" fmla="*/ 527073 w 583075"/>
              <a:gd name="connsiteY27" fmla="*/ 39587 h 238392"/>
              <a:gd name="connsiteX28" fmla="*/ 582323 w 583075"/>
              <a:gd name="connsiteY28" fmla="*/ 136104 h 238392"/>
              <a:gd name="connsiteX29" fmla="*/ 493713 w 583075"/>
              <a:gd name="connsiteY29" fmla="*/ 238392 h 238392"/>
              <a:gd name="connsiteX0" fmla="*/ 25400 w 583075"/>
              <a:gd name="connsiteY0" fmla="*/ 233528 h 238290"/>
              <a:gd name="connsiteX1" fmla="*/ 26988 w 583075"/>
              <a:gd name="connsiteY1" fmla="*/ 225590 h 238290"/>
              <a:gd name="connsiteX2" fmla="*/ 30163 w 583075"/>
              <a:gd name="connsiteY2" fmla="*/ 220828 h 238290"/>
              <a:gd name="connsiteX3" fmla="*/ 28575 w 583075"/>
              <a:gd name="connsiteY3" fmla="*/ 173203 h 238290"/>
              <a:gd name="connsiteX4" fmla="*/ 19050 w 583075"/>
              <a:gd name="connsiteY4" fmla="*/ 166853 h 238290"/>
              <a:gd name="connsiteX5" fmla="*/ 14288 w 583075"/>
              <a:gd name="connsiteY5" fmla="*/ 160503 h 238290"/>
              <a:gd name="connsiteX6" fmla="*/ 9525 w 583075"/>
              <a:gd name="connsiteY6" fmla="*/ 150978 h 238290"/>
              <a:gd name="connsiteX7" fmla="*/ 4763 w 583075"/>
              <a:gd name="connsiteY7" fmla="*/ 147803 h 238290"/>
              <a:gd name="connsiteX8" fmla="*/ 3175 w 583075"/>
              <a:gd name="connsiteY8" fmla="*/ 139865 h 238290"/>
              <a:gd name="connsiteX9" fmla="*/ 1588 w 583075"/>
              <a:gd name="connsiteY9" fmla="*/ 135103 h 238290"/>
              <a:gd name="connsiteX10" fmla="*/ 0 w 583075"/>
              <a:gd name="connsiteY10" fmla="*/ 125578 h 238290"/>
              <a:gd name="connsiteX11" fmla="*/ 3175 w 583075"/>
              <a:gd name="connsiteY11" fmla="*/ 84303 h 238290"/>
              <a:gd name="connsiteX12" fmla="*/ 11113 w 583075"/>
              <a:gd name="connsiteY12" fmla="*/ 70015 h 238290"/>
              <a:gd name="connsiteX13" fmla="*/ 25400 w 583075"/>
              <a:gd name="connsiteY13" fmla="*/ 58903 h 238290"/>
              <a:gd name="connsiteX14" fmla="*/ 30163 w 583075"/>
              <a:gd name="connsiteY14" fmla="*/ 54140 h 238290"/>
              <a:gd name="connsiteX15" fmla="*/ 38100 w 583075"/>
              <a:gd name="connsiteY15" fmla="*/ 52553 h 238290"/>
              <a:gd name="connsiteX16" fmla="*/ 49213 w 583075"/>
              <a:gd name="connsiteY16" fmla="*/ 49378 h 238290"/>
              <a:gd name="connsiteX17" fmla="*/ 57150 w 583075"/>
              <a:gd name="connsiteY17" fmla="*/ 46203 h 238290"/>
              <a:gd name="connsiteX18" fmla="*/ 61913 w 583075"/>
              <a:gd name="connsiteY18" fmla="*/ 44615 h 238290"/>
              <a:gd name="connsiteX19" fmla="*/ 71438 w 583075"/>
              <a:gd name="connsiteY19" fmla="*/ 39853 h 238290"/>
              <a:gd name="connsiteX20" fmla="*/ 76200 w 583075"/>
              <a:gd name="connsiteY20" fmla="*/ 36678 h 238290"/>
              <a:gd name="connsiteX21" fmla="*/ 85725 w 583075"/>
              <a:gd name="connsiteY21" fmla="*/ 33503 h 238290"/>
              <a:gd name="connsiteX22" fmla="*/ 96838 w 583075"/>
              <a:gd name="connsiteY22" fmla="*/ 30328 h 238290"/>
              <a:gd name="connsiteX23" fmla="*/ 107950 w 583075"/>
              <a:gd name="connsiteY23" fmla="*/ 28740 h 238290"/>
              <a:gd name="connsiteX24" fmla="*/ 117475 w 583075"/>
              <a:gd name="connsiteY24" fmla="*/ 25565 h 238290"/>
              <a:gd name="connsiteX25" fmla="*/ 373063 w 583075"/>
              <a:gd name="connsiteY25" fmla="*/ 165 h 238290"/>
              <a:gd name="connsiteX26" fmla="*/ 527073 w 583075"/>
              <a:gd name="connsiteY26" fmla="*/ 39485 h 238290"/>
              <a:gd name="connsiteX27" fmla="*/ 582323 w 583075"/>
              <a:gd name="connsiteY27" fmla="*/ 136002 h 238290"/>
              <a:gd name="connsiteX28" fmla="*/ 493713 w 583075"/>
              <a:gd name="connsiteY28" fmla="*/ 238290 h 238290"/>
              <a:gd name="connsiteX0" fmla="*/ 25400 w 583075"/>
              <a:gd name="connsiteY0" fmla="*/ 233454 h 238216"/>
              <a:gd name="connsiteX1" fmla="*/ 26988 w 583075"/>
              <a:gd name="connsiteY1" fmla="*/ 225516 h 238216"/>
              <a:gd name="connsiteX2" fmla="*/ 30163 w 583075"/>
              <a:gd name="connsiteY2" fmla="*/ 220754 h 238216"/>
              <a:gd name="connsiteX3" fmla="*/ 28575 w 583075"/>
              <a:gd name="connsiteY3" fmla="*/ 173129 h 238216"/>
              <a:gd name="connsiteX4" fmla="*/ 19050 w 583075"/>
              <a:gd name="connsiteY4" fmla="*/ 166779 h 238216"/>
              <a:gd name="connsiteX5" fmla="*/ 14288 w 583075"/>
              <a:gd name="connsiteY5" fmla="*/ 160429 h 238216"/>
              <a:gd name="connsiteX6" fmla="*/ 9525 w 583075"/>
              <a:gd name="connsiteY6" fmla="*/ 150904 h 238216"/>
              <a:gd name="connsiteX7" fmla="*/ 4763 w 583075"/>
              <a:gd name="connsiteY7" fmla="*/ 147729 h 238216"/>
              <a:gd name="connsiteX8" fmla="*/ 3175 w 583075"/>
              <a:gd name="connsiteY8" fmla="*/ 139791 h 238216"/>
              <a:gd name="connsiteX9" fmla="*/ 1588 w 583075"/>
              <a:gd name="connsiteY9" fmla="*/ 135029 h 238216"/>
              <a:gd name="connsiteX10" fmla="*/ 0 w 583075"/>
              <a:gd name="connsiteY10" fmla="*/ 125504 h 238216"/>
              <a:gd name="connsiteX11" fmla="*/ 3175 w 583075"/>
              <a:gd name="connsiteY11" fmla="*/ 84229 h 238216"/>
              <a:gd name="connsiteX12" fmla="*/ 11113 w 583075"/>
              <a:gd name="connsiteY12" fmla="*/ 69941 h 238216"/>
              <a:gd name="connsiteX13" fmla="*/ 25400 w 583075"/>
              <a:gd name="connsiteY13" fmla="*/ 58829 h 238216"/>
              <a:gd name="connsiteX14" fmla="*/ 30163 w 583075"/>
              <a:gd name="connsiteY14" fmla="*/ 54066 h 238216"/>
              <a:gd name="connsiteX15" fmla="*/ 38100 w 583075"/>
              <a:gd name="connsiteY15" fmla="*/ 52479 h 238216"/>
              <a:gd name="connsiteX16" fmla="*/ 49213 w 583075"/>
              <a:gd name="connsiteY16" fmla="*/ 49304 h 238216"/>
              <a:gd name="connsiteX17" fmla="*/ 57150 w 583075"/>
              <a:gd name="connsiteY17" fmla="*/ 46129 h 238216"/>
              <a:gd name="connsiteX18" fmla="*/ 61913 w 583075"/>
              <a:gd name="connsiteY18" fmla="*/ 44541 h 238216"/>
              <a:gd name="connsiteX19" fmla="*/ 71438 w 583075"/>
              <a:gd name="connsiteY19" fmla="*/ 39779 h 238216"/>
              <a:gd name="connsiteX20" fmla="*/ 76200 w 583075"/>
              <a:gd name="connsiteY20" fmla="*/ 36604 h 238216"/>
              <a:gd name="connsiteX21" fmla="*/ 85725 w 583075"/>
              <a:gd name="connsiteY21" fmla="*/ 33429 h 238216"/>
              <a:gd name="connsiteX22" fmla="*/ 96838 w 583075"/>
              <a:gd name="connsiteY22" fmla="*/ 30254 h 238216"/>
              <a:gd name="connsiteX23" fmla="*/ 107950 w 583075"/>
              <a:gd name="connsiteY23" fmla="*/ 28666 h 238216"/>
              <a:gd name="connsiteX24" fmla="*/ 373063 w 583075"/>
              <a:gd name="connsiteY24" fmla="*/ 91 h 238216"/>
              <a:gd name="connsiteX25" fmla="*/ 527073 w 583075"/>
              <a:gd name="connsiteY25" fmla="*/ 39411 h 238216"/>
              <a:gd name="connsiteX26" fmla="*/ 582323 w 583075"/>
              <a:gd name="connsiteY26" fmla="*/ 135928 h 238216"/>
              <a:gd name="connsiteX27" fmla="*/ 493713 w 583075"/>
              <a:gd name="connsiteY27" fmla="*/ 238216 h 238216"/>
              <a:gd name="connsiteX0" fmla="*/ 25400 w 583075"/>
              <a:gd name="connsiteY0" fmla="*/ 233428 h 238190"/>
              <a:gd name="connsiteX1" fmla="*/ 26988 w 583075"/>
              <a:gd name="connsiteY1" fmla="*/ 225490 h 238190"/>
              <a:gd name="connsiteX2" fmla="*/ 30163 w 583075"/>
              <a:gd name="connsiteY2" fmla="*/ 220728 h 238190"/>
              <a:gd name="connsiteX3" fmla="*/ 28575 w 583075"/>
              <a:gd name="connsiteY3" fmla="*/ 173103 h 238190"/>
              <a:gd name="connsiteX4" fmla="*/ 19050 w 583075"/>
              <a:gd name="connsiteY4" fmla="*/ 166753 h 238190"/>
              <a:gd name="connsiteX5" fmla="*/ 14288 w 583075"/>
              <a:gd name="connsiteY5" fmla="*/ 160403 h 238190"/>
              <a:gd name="connsiteX6" fmla="*/ 9525 w 583075"/>
              <a:gd name="connsiteY6" fmla="*/ 150878 h 238190"/>
              <a:gd name="connsiteX7" fmla="*/ 4763 w 583075"/>
              <a:gd name="connsiteY7" fmla="*/ 147703 h 238190"/>
              <a:gd name="connsiteX8" fmla="*/ 3175 w 583075"/>
              <a:gd name="connsiteY8" fmla="*/ 139765 h 238190"/>
              <a:gd name="connsiteX9" fmla="*/ 1588 w 583075"/>
              <a:gd name="connsiteY9" fmla="*/ 135003 h 238190"/>
              <a:gd name="connsiteX10" fmla="*/ 0 w 583075"/>
              <a:gd name="connsiteY10" fmla="*/ 125478 h 238190"/>
              <a:gd name="connsiteX11" fmla="*/ 3175 w 583075"/>
              <a:gd name="connsiteY11" fmla="*/ 84203 h 238190"/>
              <a:gd name="connsiteX12" fmla="*/ 11113 w 583075"/>
              <a:gd name="connsiteY12" fmla="*/ 69915 h 238190"/>
              <a:gd name="connsiteX13" fmla="*/ 25400 w 583075"/>
              <a:gd name="connsiteY13" fmla="*/ 58803 h 238190"/>
              <a:gd name="connsiteX14" fmla="*/ 30163 w 583075"/>
              <a:gd name="connsiteY14" fmla="*/ 54040 h 238190"/>
              <a:gd name="connsiteX15" fmla="*/ 38100 w 583075"/>
              <a:gd name="connsiteY15" fmla="*/ 52453 h 238190"/>
              <a:gd name="connsiteX16" fmla="*/ 49213 w 583075"/>
              <a:gd name="connsiteY16" fmla="*/ 49278 h 238190"/>
              <a:gd name="connsiteX17" fmla="*/ 57150 w 583075"/>
              <a:gd name="connsiteY17" fmla="*/ 46103 h 238190"/>
              <a:gd name="connsiteX18" fmla="*/ 61913 w 583075"/>
              <a:gd name="connsiteY18" fmla="*/ 44515 h 238190"/>
              <a:gd name="connsiteX19" fmla="*/ 71438 w 583075"/>
              <a:gd name="connsiteY19" fmla="*/ 39753 h 238190"/>
              <a:gd name="connsiteX20" fmla="*/ 76200 w 583075"/>
              <a:gd name="connsiteY20" fmla="*/ 36578 h 238190"/>
              <a:gd name="connsiteX21" fmla="*/ 85725 w 583075"/>
              <a:gd name="connsiteY21" fmla="*/ 33403 h 238190"/>
              <a:gd name="connsiteX22" fmla="*/ 96838 w 583075"/>
              <a:gd name="connsiteY22" fmla="*/ 30228 h 238190"/>
              <a:gd name="connsiteX23" fmla="*/ 373063 w 583075"/>
              <a:gd name="connsiteY23" fmla="*/ 65 h 238190"/>
              <a:gd name="connsiteX24" fmla="*/ 527073 w 583075"/>
              <a:gd name="connsiteY24" fmla="*/ 39385 h 238190"/>
              <a:gd name="connsiteX25" fmla="*/ 582323 w 583075"/>
              <a:gd name="connsiteY25" fmla="*/ 135902 h 238190"/>
              <a:gd name="connsiteX26" fmla="*/ 493713 w 583075"/>
              <a:gd name="connsiteY26" fmla="*/ 238190 h 238190"/>
              <a:gd name="connsiteX0" fmla="*/ 25400 w 583075"/>
              <a:gd name="connsiteY0" fmla="*/ 233389 h 238151"/>
              <a:gd name="connsiteX1" fmla="*/ 26988 w 583075"/>
              <a:gd name="connsiteY1" fmla="*/ 225451 h 238151"/>
              <a:gd name="connsiteX2" fmla="*/ 30163 w 583075"/>
              <a:gd name="connsiteY2" fmla="*/ 220689 h 238151"/>
              <a:gd name="connsiteX3" fmla="*/ 28575 w 583075"/>
              <a:gd name="connsiteY3" fmla="*/ 173064 h 238151"/>
              <a:gd name="connsiteX4" fmla="*/ 19050 w 583075"/>
              <a:gd name="connsiteY4" fmla="*/ 166714 h 238151"/>
              <a:gd name="connsiteX5" fmla="*/ 14288 w 583075"/>
              <a:gd name="connsiteY5" fmla="*/ 160364 h 238151"/>
              <a:gd name="connsiteX6" fmla="*/ 9525 w 583075"/>
              <a:gd name="connsiteY6" fmla="*/ 150839 h 238151"/>
              <a:gd name="connsiteX7" fmla="*/ 4763 w 583075"/>
              <a:gd name="connsiteY7" fmla="*/ 147664 h 238151"/>
              <a:gd name="connsiteX8" fmla="*/ 3175 w 583075"/>
              <a:gd name="connsiteY8" fmla="*/ 139726 h 238151"/>
              <a:gd name="connsiteX9" fmla="*/ 1588 w 583075"/>
              <a:gd name="connsiteY9" fmla="*/ 134964 h 238151"/>
              <a:gd name="connsiteX10" fmla="*/ 0 w 583075"/>
              <a:gd name="connsiteY10" fmla="*/ 125439 h 238151"/>
              <a:gd name="connsiteX11" fmla="*/ 3175 w 583075"/>
              <a:gd name="connsiteY11" fmla="*/ 84164 h 238151"/>
              <a:gd name="connsiteX12" fmla="*/ 11113 w 583075"/>
              <a:gd name="connsiteY12" fmla="*/ 69876 h 238151"/>
              <a:gd name="connsiteX13" fmla="*/ 25400 w 583075"/>
              <a:gd name="connsiteY13" fmla="*/ 58764 h 238151"/>
              <a:gd name="connsiteX14" fmla="*/ 30163 w 583075"/>
              <a:gd name="connsiteY14" fmla="*/ 54001 h 238151"/>
              <a:gd name="connsiteX15" fmla="*/ 38100 w 583075"/>
              <a:gd name="connsiteY15" fmla="*/ 52414 h 238151"/>
              <a:gd name="connsiteX16" fmla="*/ 49213 w 583075"/>
              <a:gd name="connsiteY16" fmla="*/ 49239 h 238151"/>
              <a:gd name="connsiteX17" fmla="*/ 57150 w 583075"/>
              <a:gd name="connsiteY17" fmla="*/ 46064 h 238151"/>
              <a:gd name="connsiteX18" fmla="*/ 61913 w 583075"/>
              <a:gd name="connsiteY18" fmla="*/ 44476 h 238151"/>
              <a:gd name="connsiteX19" fmla="*/ 71438 w 583075"/>
              <a:gd name="connsiteY19" fmla="*/ 39714 h 238151"/>
              <a:gd name="connsiteX20" fmla="*/ 76200 w 583075"/>
              <a:gd name="connsiteY20" fmla="*/ 36539 h 238151"/>
              <a:gd name="connsiteX21" fmla="*/ 85725 w 583075"/>
              <a:gd name="connsiteY21" fmla="*/ 33364 h 238151"/>
              <a:gd name="connsiteX22" fmla="*/ 373063 w 583075"/>
              <a:gd name="connsiteY22" fmla="*/ 26 h 238151"/>
              <a:gd name="connsiteX23" fmla="*/ 527073 w 583075"/>
              <a:gd name="connsiteY23" fmla="*/ 39346 h 238151"/>
              <a:gd name="connsiteX24" fmla="*/ 582323 w 583075"/>
              <a:gd name="connsiteY24" fmla="*/ 135863 h 238151"/>
              <a:gd name="connsiteX25" fmla="*/ 493713 w 583075"/>
              <a:gd name="connsiteY25" fmla="*/ 238151 h 238151"/>
              <a:gd name="connsiteX0" fmla="*/ 25400 w 583075"/>
              <a:gd name="connsiteY0" fmla="*/ 233369 h 238131"/>
              <a:gd name="connsiteX1" fmla="*/ 26988 w 583075"/>
              <a:gd name="connsiteY1" fmla="*/ 225431 h 238131"/>
              <a:gd name="connsiteX2" fmla="*/ 30163 w 583075"/>
              <a:gd name="connsiteY2" fmla="*/ 220669 h 238131"/>
              <a:gd name="connsiteX3" fmla="*/ 28575 w 583075"/>
              <a:gd name="connsiteY3" fmla="*/ 173044 h 238131"/>
              <a:gd name="connsiteX4" fmla="*/ 19050 w 583075"/>
              <a:gd name="connsiteY4" fmla="*/ 166694 h 238131"/>
              <a:gd name="connsiteX5" fmla="*/ 14288 w 583075"/>
              <a:gd name="connsiteY5" fmla="*/ 160344 h 238131"/>
              <a:gd name="connsiteX6" fmla="*/ 9525 w 583075"/>
              <a:gd name="connsiteY6" fmla="*/ 150819 h 238131"/>
              <a:gd name="connsiteX7" fmla="*/ 4763 w 583075"/>
              <a:gd name="connsiteY7" fmla="*/ 147644 h 238131"/>
              <a:gd name="connsiteX8" fmla="*/ 3175 w 583075"/>
              <a:gd name="connsiteY8" fmla="*/ 139706 h 238131"/>
              <a:gd name="connsiteX9" fmla="*/ 1588 w 583075"/>
              <a:gd name="connsiteY9" fmla="*/ 134944 h 238131"/>
              <a:gd name="connsiteX10" fmla="*/ 0 w 583075"/>
              <a:gd name="connsiteY10" fmla="*/ 125419 h 238131"/>
              <a:gd name="connsiteX11" fmla="*/ 3175 w 583075"/>
              <a:gd name="connsiteY11" fmla="*/ 84144 h 238131"/>
              <a:gd name="connsiteX12" fmla="*/ 11113 w 583075"/>
              <a:gd name="connsiteY12" fmla="*/ 69856 h 238131"/>
              <a:gd name="connsiteX13" fmla="*/ 25400 w 583075"/>
              <a:gd name="connsiteY13" fmla="*/ 58744 h 238131"/>
              <a:gd name="connsiteX14" fmla="*/ 30163 w 583075"/>
              <a:gd name="connsiteY14" fmla="*/ 53981 h 238131"/>
              <a:gd name="connsiteX15" fmla="*/ 38100 w 583075"/>
              <a:gd name="connsiteY15" fmla="*/ 52394 h 238131"/>
              <a:gd name="connsiteX16" fmla="*/ 49213 w 583075"/>
              <a:gd name="connsiteY16" fmla="*/ 49219 h 238131"/>
              <a:gd name="connsiteX17" fmla="*/ 57150 w 583075"/>
              <a:gd name="connsiteY17" fmla="*/ 46044 h 238131"/>
              <a:gd name="connsiteX18" fmla="*/ 61913 w 583075"/>
              <a:gd name="connsiteY18" fmla="*/ 44456 h 238131"/>
              <a:gd name="connsiteX19" fmla="*/ 71438 w 583075"/>
              <a:gd name="connsiteY19" fmla="*/ 39694 h 238131"/>
              <a:gd name="connsiteX20" fmla="*/ 76200 w 583075"/>
              <a:gd name="connsiteY20" fmla="*/ 36519 h 238131"/>
              <a:gd name="connsiteX21" fmla="*/ 373063 w 583075"/>
              <a:gd name="connsiteY21" fmla="*/ 6 h 238131"/>
              <a:gd name="connsiteX22" fmla="*/ 527073 w 583075"/>
              <a:gd name="connsiteY22" fmla="*/ 39326 h 238131"/>
              <a:gd name="connsiteX23" fmla="*/ 582323 w 583075"/>
              <a:gd name="connsiteY23" fmla="*/ 135843 h 238131"/>
              <a:gd name="connsiteX24" fmla="*/ 493713 w 583075"/>
              <a:gd name="connsiteY24" fmla="*/ 238131 h 238131"/>
              <a:gd name="connsiteX0" fmla="*/ 25400 w 583075"/>
              <a:gd name="connsiteY0" fmla="*/ 233364 h 238126"/>
              <a:gd name="connsiteX1" fmla="*/ 26988 w 583075"/>
              <a:gd name="connsiteY1" fmla="*/ 225426 h 238126"/>
              <a:gd name="connsiteX2" fmla="*/ 30163 w 583075"/>
              <a:gd name="connsiteY2" fmla="*/ 220664 h 238126"/>
              <a:gd name="connsiteX3" fmla="*/ 28575 w 583075"/>
              <a:gd name="connsiteY3" fmla="*/ 173039 h 238126"/>
              <a:gd name="connsiteX4" fmla="*/ 19050 w 583075"/>
              <a:gd name="connsiteY4" fmla="*/ 166689 h 238126"/>
              <a:gd name="connsiteX5" fmla="*/ 14288 w 583075"/>
              <a:gd name="connsiteY5" fmla="*/ 160339 h 238126"/>
              <a:gd name="connsiteX6" fmla="*/ 9525 w 583075"/>
              <a:gd name="connsiteY6" fmla="*/ 150814 h 238126"/>
              <a:gd name="connsiteX7" fmla="*/ 4763 w 583075"/>
              <a:gd name="connsiteY7" fmla="*/ 147639 h 238126"/>
              <a:gd name="connsiteX8" fmla="*/ 3175 w 583075"/>
              <a:gd name="connsiteY8" fmla="*/ 139701 h 238126"/>
              <a:gd name="connsiteX9" fmla="*/ 1588 w 583075"/>
              <a:gd name="connsiteY9" fmla="*/ 134939 h 238126"/>
              <a:gd name="connsiteX10" fmla="*/ 0 w 583075"/>
              <a:gd name="connsiteY10" fmla="*/ 125414 h 238126"/>
              <a:gd name="connsiteX11" fmla="*/ 3175 w 583075"/>
              <a:gd name="connsiteY11" fmla="*/ 84139 h 238126"/>
              <a:gd name="connsiteX12" fmla="*/ 11113 w 583075"/>
              <a:gd name="connsiteY12" fmla="*/ 69851 h 238126"/>
              <a:gd name="connsiteX13" fmla="*/ 25400 w 583075"/>
              <a:gd name="connsiteY13" fmla="*/ 58739 h 238126"/>
              <a:gd name="connsiteX14" fmla="*/ 30163 w 583075"/>
              <a:gd name="connsiteY14" fmla="*/ 53976 h 238126"/>
              <a:gd name="connsiteX15" fmla="*/ 38100 w 583075"/>
              <a:gd name="connsiteY15" fmla="*/ 52389 h 238126"/>
              <a:gd name="connsiteX16" fmla="*/ 49213 w 583075"/>
              <a:gd name="connsiteY16" fmla="*/ 49214 h 238126"/>
              <a:gd name="connsiteX17" fmla="*/ 57150 w 583075"/>
              <a:gd name="connsiteY17" fmla="*/ 46039 h 238126"/>
              <a:gd name="connsiteX18" fmla="*/ 61913 w 583075"/>
              <a:gd name="connsiteY18" fmla="*/ 44451 h 238126"/>
              <a:gd name="connsiteX19" fmla="*/ 71438 w 583075"/>
              <a:gd name="connsiteY19" fmla="*/ 39689 h 238126"/>
              <a:gd name="connsiteX20" fmla="*/ 373063 w 583075"/>
              <a:gd name="connsiteY20" fmla="*/ 1 h 238126"/>
              <a:gd name="connsiteX21" fmla="*/ 527073 w 583075"/>
              <a:gd name="connsiteY21" fmla="*/ 39321 h 238126"/>
              <a:gd name="connsiteX22" fmla="*/ 582323 w 583075"/>
              <a:gd name="connsiteY22" fmla="*/ 135838 h 238126"/>
              <a:gd name="connsiteX23" fmla="*/ 493713 w 583075"/>
              <a:gd name="connsiteY23" fmla="*/ 238126 h 238126"/>
              <a:gd name="connsiteX0" fmla="*/ 25400 w 583075"/>
              <a:gd name="connsiteY0" fmla="*/ 233392 h 238154"/>
              <a:gd name="connsiteX1" fmla="*/ 26988 w 583075"/>
              <a:gd name="connsiteY1" fmla="*/ 225454 h 238154"/>
              <a:gd name="connsiteX2" fmla="*/ 30163 w 583075"/>
              <a:gd name="connsiteY2" fmla="*/ 220692 h 238154"/>
              <a:gd name="connsiteX3" fmla="*/ 28575 w 583075"/>
              <a:gd name="connsiteY3" fmla="*/ 173067 h 238154"/>
              <a:gd name="connsiteX4" fmla="*/ 19050 w 583075"/>
              <a:gd name="connsiteY4" fmla="*/ 166717 h 238154"/>
              <a:gd name="connsiteX5" fmla="*/ 14288 w 583075"/>
              <a:gd name="connsiteY5" fmla="*/ 160367 h 238154"/>
              <a:gd name="connsiteX6" fmla="*/ 9525 w 583075"/>
              <a:gd name="connsiteY6" fmla="*/ 150842 h 238154"/>
              <a:gd name="connsiteX7" fmla="*/ 4763 w 583075"/>
              <a:gd name="connsiteY7" fmla="*/ 147667 h 238154"/>
              <a:gd name="connsiteX8" fmla="*/ 3175 w 583075"/>
              <a:gd name="connsiteY8" fmla="*/ 139729 h 238154"/>
              <a:gd name="connsiteX9" fmla="*/ 1588 w 583075"/>
              <a:gd name="connsiteY9" fmla="*/ 134967 h 238154"/>
              <a:gd name="connsiteX10" fmla="*/ 0 w 583075"/>
              <a:gd name="connsiteY10" fmla="*/ 125442 h 238154"/>
              <a:gd name="connsiteX11" fmla="*/ 3175 w 583075"/>
              <a:gd name="connsiteY11" fmla="*/ 84167 h 238154"/>
              <a:gd name="connsiteX12" fmla="*/ 11113 w 583075"/>
              <a:gd name="connsiteY12" fmla="*/ 69879 h 238154"/>
              <a:gd name="connsiteX13" fmla="*/ 25400 w 583075"/>
              <a:gd name="connsiteY13" fmla="*/ 58767 h 238154"/>
              <a:gd name="connsiteX14" fmla="*/ 30163 w 583075"/>
              <a:gd name="connsiteY14" fmla="*/ 54004 h 238154"/>
              <a:gd name="connsiteX15" fmla="*/ 38100 w 583075"/>
              <a:gd name="connsiteY15" fmla="*/ 52417 h 238154"/>
              <a:gd name="connsiteX16" fmla="*/ 49213 w 583075"/>
              <a:gd name="connsiteY16" fmla="*/ 49242 h 238154"/>
              <a:gd name="connsiteX17" fmla="*/ 57150 w 583075"/>
              <a:gd name="connsiteY17" fmla="*/ 46067 h 238154"/>
              <a:gd name="connsiteX18" fmla="*/ 61913 w 583075"/>
              <a:gd name="connsiteY18" fmla="*/ 44479 h 238154"/>
              <a:gd name="connsiteX19" fmla="*/ 373063 w 583075"/>
              <a:gd name="connsiteY19" fmla="*/ 29 h 238154"/>
              <a:gd name="connsiteX20" fmla="*/ 527073 w 583075"/>
              <a:gd name="connsiteY20" fmla="*/ 39349 h 238154"/>
              <a:gd name="connsiteX21" fmla="*/ 582323 w 583075"/>
              <a:gd name="connsiteY21" fmla="*/ 135866 h 238154"/>
              <a:gd name="connsiteX22" fmla="*/ 493713 w 583075"/>
              <a:gd name="connsiteY22" fmla="*/ 238154 h 238154"/>
              <a:gd name="connsiteX0" fmla="*/ 25400 w 583075"/>
              <a:gd name="connsiteY0" fmla="*/ 233413 h 238175"/>
              <a:gd name="connsiteX1" fmla="*/ 26988 w 583075"/>
              <a:gd name="connsiteY1" fmla="*/ 225475 h 238175"/>
              <a:gd name="connsiteX2" fmla="*/ 30163 w 583075"/>
              <a:gd name="connsiteY2" fmla="*/ 220713 h 238175"/>
              <a:gd name="connsiteX3" fmla="*/ 28575 w 583075"/>
              <a:gd name="connsiteY3" fmla="*/ 173088 h 238175"/>
              <a:gd name="connsiteX4" fmla="*/ 19050 w 583075"/>
              <a:gd name="connsiteY4" fmla="*/ 166738 h 238175"/>
              <a:gd name="connsiteX5" fmla="*/ 14288 w 583075"/>
              <a:gd name="connsiteY5" fmla="*/ 160388 h 238175"/>
              <a:gd name="connsiteX6" fmla="*/ 9525 w 583075"/>
              <a:gd name="connsiteY6" fmla="*/ 150863 h 238175"/>
              <a:gd name="connsiteX7" fmla="*/ 4763 w 583075"/>
              <a:gd name="connsiteY7" fmla="*/ 147688 h 238175"/>
              <a:gd name="connsiteX8" fmla="*/ 3175 w 583075"/>
              <a:gd name="connsiteY8" fmla="*/ 139750 h 238175"/>
              <a:gd name="connsiteX9" fmla="*/ 1588 w 583075"/>
              <a:gd name="connsiteY9" fmla="*/ 134988 h 238175"/>
              <a:gd name="connsiteX10" fmla="*/ 0 w 583075"/>
              <a:gd name="connsiteY10" fmla="*/ 125463 h 238175"/>
              <a:gd name="connsiteX11" fmla="*/ 3175 w 583075"/>
              <a:gd name="connsiteY11" fmla="*/ 84188 h 238175"/>
              <a:gd name="connsiteX12" fmla="*/ 11113 w 583075"/>
              <a:gd name="connsiteY12" fmla="*/ 69900 h 238175"/>
              <a:gd name="connsiteX13" fmla="*/ 25400 w 583075"/>
              <a:gd name="connsiteY13" fmla="*/ 58788 h 238175"/>
              <a:gd name="connsiteX14" fmla="*/ 30163 w 583075"/>
              <a:gd name="connsiteY14" fmla="*/ 54025 h 238175"/>
              <a:gd name="connsiteX15" fmla="*/ 38100 w 583075"/>
              <a:gd name="connsiteY15" fmla="*/ 52438 h 238175"/>
              <a:gd name="connsiteX16" fmla="*/ 49213 w 583075"/>
              <a:gd name="connsiteY16" fmla="*/ 49263 h 238175"/>
              <a:gd name="connsiteX17" fmla="*/ 57150 w 583075"/>
              <a:gd name="connsiteY17" fmla="*/ 46088 h 238175"/>
              <a:gd name="connsiteX18" fmla="*/ 373063 w 583075"/>
              <a:gd name="connsiteY18" fmla="*/ 50 h 238175"/>
              <a:gd name="connsiteX19" fmla="*/ 527073 w 583075"/>
              <a:gd name="connsiteY19" fmla="*/ 39370 h 238175"/>
              <a:gd name="connsiteX20" fmla="*/ 582323 w 583075"/>
              <a:gd name="connsiteY20" fmla="*/ 135887 h 238175"/>
              <a:gd name="connsiteX21" fmla="*/ 493713 w 583075"/>
              <a:gd name="connsiteY21" fmla="*/ 238175 h 238175"/>
              <a:gd name="connsiteX0" fmla="*/ 25400 w 583075"/>
              <a:gd name="connsiteY0" fmla="*/ 233413 h 238175"/>
              <a:gd name="connsiteX1" fmla="*/ 26988 w 583075"/>
              <a:gd name="connsiteY1" fmla="*/ 225475 h 238175"/>
              <a:gd name="connsiteX2" fmla="*/ 30163 w 583075"/>
              <a:gd name="connsiteY2" fmla="*/ 220713 h 238175"/>
              <a:gd name="connsiteX3" fmla="*/ 28575 w 583075"/>
              <a:gd name="connsiteY3" fmla="*/ 173088 h 238175"/>
              <a:gd name="connsiteX4" fmla="*/ 19050 w 583075"/>
              <a:gd name="connsiteY4" fmla="*/ 166738 h 238175"/>
              <a:gd name="connsiteX5" fmla="*/ 14288 w 583075"/>
              <a:gd name="connsiteY5" fmla="*/ 160388 h 238175"/>
              <a:gd name="connsiteX6" fmla="*/ 9525 w 583075"/>
              <a:gd name="connsiteY6" fmla="*/ 150863 h 238175"/>
              <a:gd name="connsiteX7" fmla="*/ 4763 w 583075"/>
              <a:gd name="connsiteY7" fmla="*/ 147688 h 238175"/>
              <a:gd name="connsiteX8" fmla="*/ 3175 w 583075"/>
              <a:gd name="connsiteY8" fmla="*/ 139750 h 238175"/>
              <a:gd name="connsiteX9" fmla="*/ 1588 w 583075"/>
              <a:gd name="connsiteY9" fmla="*/ 134988 h 238175"/>
              <a:gd name="connsiteX10" fmla="*/ 0 w 583075"/>
              <a:gd name="connsiteY10" fmla="*/ 125463 h 238175"/>
              <a:gd name="connsiteX11" fmla="*/ 3175 w 583075"/>
              <a:gd name="connsiteY11" fmla="*/ 84188 h 238175"/>
              <a:gd name="connsiteX12" fmla="*/ 11113 w 583075"/>
              <a:gd name="connsiteY12" fmla="*/ 69900 h 238175"/>
              <a:gd name="connsiteX13" fmla="*/ 25400 w 583075"/>
              <a:gd name="connsiteY13" fmla="*/ 58788 h 238175"/>
              <a:gd name="connsiteX14" fmla="*/ 30163 w 583075"/>
              <a:gd name="connsiteY14" fmla="*/ 54025 h 238175"/>
              <a:gd name="connsiteX15" fmla="*/ 38100 w 583075"/>
              <a:gd name="connsiteY15" fmla="*/ 52438 h 238175"/>
              <a:gd name="connsiteX16" fmla="*/ 57150 w 583075"/>
              <a:gd name="connsiteY16" fmla="*/ 46088 h 238175"/>
              <a:gd name="connsiteX17" fmla="*/ 373063 w 583075"/>
              <a:gd name="connsiteY17" fmla="*/ 50 h 238175"/>
              <a:gd name="connsiteX18" fmla="*/ 527073 w 583075"/>
              <a:gd name="connsiteY18" fmla="*/ 39370 h 238175"/>
              <a:gd name="connsiteX19" fmla="*/ 582323 w 583075"/>
              <a:gd name="connsiteY19" fmla="*/ 135887 h 238175"/>
              <a:gd name="connsiteX20" fmla="*/ 493713 w 583075"/>
              <a:gd name="connsiteY20" fmla="*/ 238175 h 238175"/>
              <a:gd name="connsiteX0" fmla="*/ 25400 w 583075"/>
              <a:gd name="connsiteY0" fmla="*/ 233534 h 238296"/>
              <a:gd name="connsiteX1" fmla="*/ 26988 w 583075"/>
              <a:gd name="connsiteY1" fmla="*/ 225596 h 238296"/>
              <a:gd name="connsiteX2" fmla="*/ 30163 w 583075"/>
              <a:gd name="connsiteY2" fmla="*/ 220834 h 238296"/>
              <a:gd name="connsiteX3" fmla="*/ 28575 w 583075"/>
              <a:gd name="connsiteY3" fmla="*/ 173209 h 238296"/>
              <a:gd name="connsiteX4" fmla="*/ 19050 w 583075"/>
              <a:gd name="connsiteY4" fmla="*/ 166859 h 238296"/>
              <a:gd name="connsiteX5" fmla="*/ 14288 w 583075"/>
              <a:gd name="connsiteY5" fmla="*/ 160509 h 238296"/>
              <a:gd name="connsiteX6" fmla="*/ 9525 w 583075"/>
              <a:gd name="connsiteY6" fmla="*/ 150984 h 238296"/>
              <a:gd name="connsiteX7" fmla="*/ 4763 w 583075"/>
              <a:gd name="connsiteY7" fmla="*/ 147809 h 238296"/>
              <a:gd name="connsiteX8" fmla="*/ 3175 w 583075"/>
              <a:gd name="connsiteY8" fmla="*/ 139871 h 238296"/>
              <a:gd name="connsiteX9" fmla="*/ 1588 w 583075"/>
              <a:gd name="connsiteY9" fmla="*/ 135109 h 238296"/>
              <a:gd name="connsiteX10" fmla="*/ 0 w 583075"/>
              <a:gd name="connsiteY10" fmla="*/ 125584 h 238296"/>
              <a:gd name="connsiteX11" fmla="*/ 3175 w 583075"/>
              <a:gd name="connsiteY11" fmla="*/ 84309 h 238296"/>
              <a:gd name="connsiteX12" fmla="*/ 11113 w 583075"/>
              <a:gd name="connsiteY12" fmla="*/ 70021 h 238296"/>
              <a:gd name="connsiteX13" fmla="*/ 25400 w 583075"/>
              <a:gd name="connsiteY13" fmla="*/ 58909 h 238296"/>
              <a:gd name="connsiteX14" fmla="*/ 30163 w 583075"/>
              <a:gd name="connsiteY14" fmla="*/ 54146 h 238296"/>
              <a:gd name="connsiteX15" fmla="*/ 38100 w 583075"/>
              <a:gd name="connsiteY15" fmla="*/ 52559 h 238296"/>
              <a:gd name="connsiteX16" fmla="*/ 373063 w 583075"/>
              <a:gd name="connsiteY16" fmla="*/ 171 h 238296"/>
              <a:gd name="connsiteX17" fmla="*/ 527073 w 583075"/>
              <a:gd name="connsiteY17" fmla="*/ 39491 h 238296"/>
              <a:gd name="connsiteX18" fmla="*/ 582323 w 583075"/>
              <a:gd name="connsiteY18" fmla="*/ 136008 h 238296"/>
              <a:gd name="connsiteX19" fmla="*/ 493713 w 583075"/>
              <a:gd name="connsiteY19" fmla="*/ 238296 h 238296"/>
              <a:gd name="connsiteX0" fmla="*/ 25400 w 583075"/>
              <a:gd name="connsiteY0" fmla="*/ 233573 h 238335"/>
              <a:gd name="connsiteX1" fmla="*/ 26988 w 583075"/>
              <a:gd name="connsiteY1" fmla="*/ 225635 h 238335"/>
              <a:gd name="connsiteX2" fmla="*/ 30163 w 583075"/>
              <a:gd name="connsiteY2" fmla="*/ 220873 h 238335"/>
              <a:gd name="connsiteX3" fmla="*/ 28575 w 583075"/>
              <a:gd name="connsiteY3" fmla="*/ 173248 h 238335"/>
              <a:gd name="connsiteX4" fmla="*/ 19050 w 583075"/>
              <a:gd name="connsiteY4" fmla="*/ 166898 h 238335"/>
              <a:gd name="connsiteX5" fmla="*/ 14288 w 583075"/>
              <a:gd name="connsiteY5" fmla="*/ 160548 h 238335"/>
              <a:gd name="connsiteX6" fmla="*/ 9525 w 583075"/>
              <a:gd name="connsiteY6" fmla="*/ 151023 h 238335"/>
              <a:gd name="connsiteX7" fmla="*/ 4763 w 583075"/>
              <a:gd name="connsiteY7" fmla="*/ 147848 h 238335"/>
              <a:gd name="connsiteX8" fmla="*/ 3175 w 583075"/>
              <a:gd name="connsiteY8" fmla="*/ 139910 h 238335"/>
              <a:gd name="connsiteX9" fmla="*/ 1588 w 583075"/>
              <a:gd name="connsiteY9" fmla="*/ 135148 h 238335"/>
              <a:gd name="connsiteX10" fmla="*/ 0 w 583075"/>
              <a:gd name="connsiteY10" fmla="*/ 125623 h 238335"/>
              <a:gd name="connsiteX11" fmla="*/ 3175 w 583075"/>
              <a:gd name="connsiteY11" fmla="*/ 84348 h 238335"/>
              <a:gd name="connsiteX12" fmla="*/ 11113 w 583075"/>
              <a:gd name="connsiteY12" fmla="*/ 70060 h 238335"/>
              <a:gd name="connsiteX13" fmla="*/ 25400 w 583075"/>
              <a:gd name="connsiteY13" fmla="*/ 58948 h 238335"/>
              <a:gd name="connsiteX14" fmla="*/ 30163 w 583075"/>
              <a:gd name="connsiteY14" fmla="*/ 54185 h 238335"/>
              <a:gd name="connsiteX15" fmla="*/ 373063 w 583075"/>
              <a:gd name="connsiteY15" fmla="*/ 210 h 238335"/>
              <a:gd name="connsiteX16" fmla="*/ 527073 w 583075"/>
              <a:gd name="connsiteY16" fmla="*/ 39530 h 238335"/>
              <a:gd name="connsiteX17" fmla="*/ 582323 w 583075"/>
              <a:gd name="connsiteY17" fmla="*/ 136047 h 238335"/>
              <a:gd name="connsiteX18" fmla="*/ 493713 w 583075"/>
              <a:gd name="connsiteY18" fmla="*/ 238335 h 238335"/>
              <a:gd name="connsiteX0" fmla="*/ 26711 w 584386"/>
              <a:gd name="connsiteY0" fmla="*/ 233573 h 238335"/>
              <a:gd name="connsiteX1" fmla="*/ 28299 w 584386"/>
              <a:gd name="connsiteY1" fmla="*/ 225635 h 238335"/>
              <a:gd name="connsiteX2" fmla="*/ 31474 w 584386"/>
              <a:gd name="connsiteY2" fmla="*/ 220873 h 238335"/>
              <a:gd name="connsiteX3" fmla="*/ 29886 w 584386"/>
              <a:gd name="connsiteY3" fmla="*/ 173248 h 238335"/>
              <a:gd name="connsiteX4" fmla="*/ 20361 w 584386"/>
              <a:gd name="connsiteY4" fmla="*/ 166898 h 238335"/>
              <a:gd name="connsiteX5" fmla="*/ 15599 w 584386"/>
              <a:gd name="connsiteY5" fmla="*/ 160548 h 238335"/>
              <a:gd name="connsiteX6" fmla="*/ 10836 w 584386"/>
              <a:gd name="connsiteY6" fmla="*/ 151023 h 238335"/>
              <a:gd name="connsiteX7" fmla="*/ 6074 w 584386"/>
              <a:gd name="connsiteY7" fmla="*/ 147848 h 238335"/>
              <a:gd name="connsiteX8" fmla="*/ 4486 w 584386"/>
              <a:gd name="connsiteY8" fmla="*/ 139910 h 238335"/>
              <a:gd name="connsiteX9" fmla="*/ 2899 w 584386"/>
              <a:gd name="connsiteY9" fmla="*/ 135148 h 238335"/>
              <a:gd name="connsiteX10" fmla="*/ 1311 w 584386"/>
              <a:gd name="connsiteY10" fmla="*/ 125623 h 238335"/>
              <a:gd name="connsiteX11" fmla="*/ 4486 w 584386"/>
              <a:gd name="connsiteY11" fmla="*/ 84348 h 238335"/>
              <a:gd name="connsiteX12" fmla="*/ 12424 w 584386"/>
              <a:gd name="connsiteY12" fmla="*/ 70060 h 238335"/>
              <a:gd name="connsiteX13" fmla="*/ 31474 w 584386"/>
              <a:gd name="connsiteY13" fmla="*/ 54185 h 238335"/>
              <a:gd name="connsiteX14" fmla="*/ 374374 w 584386"/>
              <a:gd name="connsiteY14" fmla="*/ 210 h 238335"/>
              <a:gd name="connsiteX15" fmla="*/ 528384 w 584386"/>
              <a:gd name="connsiteY15" fmla="*/ 39530 h 238335"/>
              <a:gd name="connsiteX16" fmla="*/ 583634 w 584386"/>
              <a:gd name="connsiteY16" fmla="*/ 136047 h 238335"/>
              <a:gd name="connsiteX17" fmla="*/ 495024 w 584386"/>
              <a:gd name="connsiteY17" fmla="*/ 238335 h 238335"/>
              <a:gd name="connsiteX0" fmla="*/ 43506 w 601181"/>
              <a:gd name="connsiteY0" fmla="*/ 234109 h 238871"/>
              <a:gd name="connsiteX1" fmla="*/ 45094 w 601181"/>
              <a:gd name="connsiteY1" fmla="*/ 226171 h 238871"/>
              <a:gd name="connsiteX2" fmla="*/ 48269 w 601181"/>
              <a:gd name="connsiteY2" fmla="*/ 221409 h 238871"/>
              <a:gd name="connsiteX3" fmla="*/ 46681 w 601181"/>
              <a:gd name="connsiteY3" fmla="*/ 173784 h 238871"/>
              <a:gd name="connsiteX4" fmla="*/ 37156 w 601181"/>
              <a:gd name="connsiteY4" fmla="*/ 167434 h 238871"/>
              <a:gd name="connsiteX5" fmla="*/ 32394 w 601181"/>
              <a:gd name="connsiteY5" fmla="*/ 161084 h 238871"/>
              <a:gd name="connsiteX6" fmla="*/ 27631 w 601181"/>
              <a:gd name="connsiteY6" fmla="*/ 151559 h 238871"/>
              <a:gd name="connsiteX7" fmla="*/ 22869 w 601181"/>
              <a:gd name="connsiteY7" fmla="*/ 148384 h 238871"/>
              <a:gd name="connsiteX8" fmla="*/ 21281 w 601181"/>
              <a:gd name="connsiteY8" fmla="*/ 140446 h 238871"/>
              <a:gd name="connsiteX9" fmla="*/ 19694 w 601181"/>
              <a:gd name="connsiteY9" fmla="*/ 135684 h 238871"/>
              <a:gd name="connsiteX10" fmla="*/ 18106 w 601181"/>
              <a:gd name="connsiteY10" fmla="*/ 126159 h 238871"/>
              <a:gd name="connsiteX11" fmla="*/ 21281 w 601181"/>
              <a:gd name="connsiteY11" fmla="*/ 84884 h 238871"/>
              <a:gd name="connsiteX12" fmla="*/ 29219 w 601181"/>
              <a:gd name="connsiteY12" fmla="*/ 70596 h 238871"/>
              <a:gd name="connsiteX13" fmla="*/ 391169 w 601181"/>
              <a:gd name="connsiteY13" fmla="*/ 746 h 238871"/>
              <a:gd name="connsiteX14" fmla="*/ 545179 w 601181"/>
              <a:gd name="connsiteY14" fmla="*/ 40066 h 238871"/>
              <a:gd name="connsiteX15" fmla="*/ 600429 w 601181"/>
              <a:gd name="connsiteY15" fmla="*/ 136583 h 238871"/>
              <a:gd name="connsiteX16" fmla="*/ 511819 w 601181"/>
              <a:gd name="connsiteY16" fmla="*/ 238871 h 238871"/>
              <a:gd name="connsiteX0" fmla="*/ 50463 w 608138"/>
              <a:gd name="connsiteY0" fmla="*/ 234746 h 239508"/>
              <a:gd name="connsiteX1" fmla="*/ 52051 w 608138"/>
              <a:gd name="connsiteY1" fmla="*/ 226808 h 239508"/>
              <a:gd name="connsiteX2" fmla="*/ 55226 w 608138"/>
              <a:gd name="connsiteY2" fmla="*/ 222046 h 239508"/>
              <a:gd name="connsiteX3" fmla="*/ 53638 w 608138"/>
              <a:gd name="connsiteY3" fmla="*/ 174421 h 239508"/>
              <a:gd name="connsiteX4" fmla="*/ 44113 w 608138"/>
              <a:gd name="connsiteY4" fmla="*/ 168071 h 239508"/>
              <a:gd name="connsiteX5" fmla="*/ 39351 w 608138"/>
              <a:gd name="connsiteY5" fmla="*/ 161721 h 239508"/>
              <a:gd name="connsiteX6" fmla="*/ 34588 w 608138"/>
              <a:gd name="connsiteY6" fmla="*/ 152196 h 239508"/>
              <a:gd name="connsiteX7" fmla="*/ 29826 w 608138"/>
              <a:gd name="connsiteY7" fmla="*/ 149021 h 239508"/>
              <a:gd name="connsiteX8" fmla="*/ 28238 w 608138"/>
              <a:gd name="connsiteY8" fmla="*/ 141083 h 239508"/>
              <a:gd name="connsiteX9" fmla="*/ 26651 w 608138"/>
              <a:gd name="connsiteY9" fmla="*/ 136321 h 239508"/>
              <a:gd name="connsiteX10" fmla="*/ 25063 w 608138"/>
              <a:gd name="connsiteY10" fmla="*/ 126796 h 239508"/>
              <a:gd name="connsiteX11" fmla="*/ 28238 w 608138"/>
              <a:gd name="connsiteY11" fmla="*/ 85521 h 239508"/>
              <a:gd name="connsiteX12" fmla="*/ 398126 w 608138"/>
              <a:gd name="connsiteY12" fmla="*/ 1383 h 239508"/>
              <a:gd name="connsiteX13" fmla="*/ 552136 w 608138"/>
              <a:gd name="connsiteY13" fmla="*/ 40703 h 239508"/>
              <a:gd name="connsiteX14" fmla="*/ 607386 w 608138"/>
              <a:gd name="connsiteY14" fmla="*/ 137220 h 239508"/>
              <a:gd name="connsiteX15" fmla="*/ 518776 w 608138"/>
              <a:gd name="connsiteY15" fmla="*/ 239508 h 239508"/>
              <a:gd name="connsiteX0" fmla="*/ 25400 w 583075"/>
              <a:gd name="connsiteY0" fmla="*/ 237015 h 241777"/>
              <a:gd name="connsiteX1" fmla="*/ 26988 w 583075"/>
              <a:gd name="connsiteY1" fmla="*/ 229077 h 241777"/>
              <a:gd name="connsiteX2" fmla="*/ 30163 w 583075"/>
              <a:gd name="connsiteY2" fmla="*/ 224315 h 241777"/>
              <a:gd name="connsiteX3" fmla="*/ 28575 w 583075"/>
              <a:gd name="connsiteY3" fmla="*/ 176690 h 241777"/>
              <a:gd name="connsiteX4" fmla="*/ 19050 w 583075"/>
              <a:gd name="connsiteY4" fmla="*/ 170340 h 241777"/>
              <a:gd name="connsiteX5" fmla="*/ 14288 w 583075"/>
              <a:gd name="connsiteY5" fmla="*/ 163990 h 241777"/>
              <a:gd name="connsiteX6" fmla="*/ 9525 w 583075"/>
              <a:gd name="connsiteY6" fmla="*/ 154465 h 241777"/>
              <a:gd name="connsiteX7" fmla="*/ 4763 w 583075"/>
              <a:gd name="connsiteY7" fmla="*/ 151290 h 241777"/>
              <a:gd name="connsiteX8" fmla="*/ 3175 w 583075"/>
              <a:gd name="connsiteY8" fmla="*/ 143352 h 241777"/>
              <a:gd name="connsiteX9" fmla="*/ 1588 w 583075"/>
              <a:gd name="connsiteY9" fmla="*/ 138590 h 241777"/>
              <a:gd name="connsiteX10" fmla="*/ 0 w 583075"/>
              <a:gd name="connsiteY10" fmla="*/ 129065 h 241777"/>
              <a:gd name="connsiteX11" fmla="*/ 373063 w 583075"/>
              <a:gd name="connsiteY11" fmla="*/ 3652 h 241777"/>
              <a:gd name="connsiteX12" fmla="*/ 527073 w 583075"/>
              <a:gd name="connsiteY12" fmla="*/ 42972 h 241777"/>
              <a:gd name="connsiteX13" fmla="*/ 582323 w 583075"/>
              <a:gd name="connsiteY13" fmla="*/ 139489 h 241777"/>
              <a:gd name="connsiteX14" fmla="*/ 493713 w 583075"/>
              <a:gd name="connsiteY14" fmla="*/ 241777 h 241777"/>
              <a:gd name="connsiteX0" fmla="*/ 28481 w 586156"/>
              <a:gd name="connsiteY0" fmla="*/ 233966 h 238728"/>
              <a:gd name="connsiteX1" fmla="*/ 30069 w 586156"/>
              <a:gd name="connsiteY1" fmla="*/ 226028 h 238728"/>
              <a:gd name="connsiteX2" fmla="*/ 33244 w 586156"/>
              <a:gd name="connsiteY2" fmla="*/ 221266 h 238728"/>
              <a:gd name="connsiteX3" fmla="*/ 31656 w 586156"/>
              <a:gd name="connsiteY3" fmla="*/ 173641 h 238728"/>
              <a:gd name="connsiteX4" fmla="*/ 22131 w 586156"/>
              <a:gd name="connsiteY4" fmla="*/ 167291 h 238728"/>
              <a:gd name="connsiteX5" fmla="*/ 17369 w 586156"/>
              <a:gd name="connsiteY5" fmla="*/ 160941 h 238728"/>
              <a:gd name="connsiteX6" fmla="*/ 12606 w 586156"/>
              <a:gd name="connsiteY6" fmla="*/ 151416 h 238728"/>
              <a:gd name="connsiteX7" fmla="*/ 7844 w 586156"/>
              <a:gd name="connsiteY7" fmla="*/ 148241 h 238728"/>
              <a:gd name="connsiteX8" fmla="*/ 6256 w 586156"/>
              <a:gd name="connsiteY8" fmla="*/ 140303 h 238728"/>
              <a:gd name="connsiteX9" fmla="*/ 4669 w 586156"/>
              <a:gd name="connsiteY9" fmla="*/ 135541 h 238728"/>
              <a:gd name="connsiteX10" fmla="*/ 73355 w 586156"/>
              <a:gd name="connsiteY10" fmla="*/ 25139 h 238728"/>
              <a:gd name="connsiteX11" fmla="*/ 376144 w 586156"/>
              <a:gd name="connsiteY11" fmla="*/ 603 h 238728"/>
              <a:gd name="connsiteX12" fmla="*/ 530154 w 586156"/>
              <a:gd name="connsiteY12" fmla="*/ 39923 h 238728"/>
              <a:gd name="connsiteX13" fmla="*/ 585404 w 586156"/>
              <a:gd name="connsiteY13" fmla="*/ 136440 h 238728"/>
              <a:gd name="connsiteX14" fmla="*/ 496794 w 586156"/>
              <a:gd name="connsiteY14" fmla="*/ 238728 h 238728"/>
              <a:gd name="connsiteX0" fmla="*/ 63309 w 620984"/>
              <a:gd name="connsiteY0" fmla="*/ 233966 h 238728"/>
              <a:gd name="connsiteX1" fmla="*/ 64897 w 620984"/>
              <a:gd name="connsiteY1" fmla="*/ 226028 h 238728"/>
              <a:gd name="connsiteX2" fmla="*/ 68072 w 620984"/>
              <a:gd name="connsiteY2" fmla="*/ 221266 h 238728"/>
              <a:gd name="connsiteX3" fmla="*/ 66484 w 620984"/>
              <a:gd name="connsiteY3" fmla="*/ 173641 h 238728"/>
              <a:gd name="connsiteX4" fmla="*/ 56959 w 620984"/>
              <a:gd name="connsiteY4" fmla="*/ 167291 h 238728"/>
              <a:gd name="connsiteX5" fmla="*/ 52197 w 620984"/>
              <a:gd name="connsiteY5" fmla="*/ 160941 h 238728"/>
              <a:gd name="connsiteX6" fmla="*/ 47434 w 620984"/>
              <a:gd name="connsiteY6" fmla="*/ 151416 h 238728"/>
              <a:gd name="connsiteX7" fmla="*/ 42672 w 620984"/>
              <a:gd name="connsiteY7" fmla="*/ 148241 h 238728"/>
              <a:gd name="connsiteX8" fmla="*/ 41084 w 620984"/>
              <a:gd name="connsiteY8" fmla="*/ 140303 h 238728"/>
              <a:gd name="connsiteX9" fmla="*/ 1823 w 620984"/>
              <a:gd name="connsiteY9" fmla="*/ 108400 h 238728"/>
              <a:gd name="connsiteX10" fmla="*/ 108183 w 620984"/>
              <a:gd name="connsiteY10" fmla="*/ 25139 h 238728"/>
              <a:gd name="connsiteX11" fmla="*/ 410972 w 620984"/>
              <a:gd name="connsiteY11" fmla="*/ 603 h 238728"/>
              <a:gd name="connsiteX12" fmla="*/ 564982 w 620984"/>
              <a:gd name="connsiteY12" fmla="*/ 39923 h 238728"/>
              <a:gd name="connsiteX13" fmla="*/ 620232 w 620984"/>
              <a:gd name="connsiteY13" fmla="*/ 136440 h 238728"/>
              <a:gd name="connsiteX14" fmla="*/ 531622 w 620984"/>
              <a:gd name="connsiteY14" fmla="*/ 238728 h 238728"/>
              <a:gd name="connsiteX0" fmla="*/ 63212 w 620887"/>
              <a:gd name="connsiteY0" fmla="*/ 233966 h 238728"/>
              <a:gd name="connsiteX1" fmla="*/ 64800 w 620887"/>
              <a:gd name="connsiteY1" fmla="*/ 226028 h 238728"/>
              <a:gd name="connsiteX2" fmla="*/ 67975 w 620887"/>
              <a:gd name="connsiteY2" fmla="*/ 221266 h 238728"/>
              <a:gd name="connsiteX3" fmla="*/ 66387 w 620887"/>
              <a:gd name="connsiteY3" fmla="*/ 173641 h 238728"/>
              <a:gd name="connsiteX4" fmla="*/ 56862 w 620887"/>
              <a:gd name="connsiteY4" fmla="*/ 167291 h 238728"/>
              <a:gd name="connsiteX5" fmla="*/ 52100 w 620887"/>
              <a:gd name="connsiteY5" fmla="*/ 160941 h 238728"/>
              <a:gd name="connsiteX6" fmla="*/ 47337 w 620887"/>
              <a:gd name="connsiteY6" fmla="*/ 151416 h 238728"/>
              <a:gd name="connsiteX7" fmla="*/ 42575 w 620887"/>
              <a:gd name="connsiteY7" fmla="*/ 148241 h 238728"/>
              <a:gd name="connsiteX8" fmla="*/ 1726 w 620887"/>
              <a:gd name="connsiteY8" fmla="*/ 108400 h 238728"/>
              <a:gd name="connsiteX9" fmla="*/ 108086 w 620887"/>
              <a:gd name="connsiteY9" fmla="*/ 25139 h 238728"/>
              <a:gd name="connsiteX10" fmla="*/ 410875 w 620887"/>
              <a:gd name="connsiteY10" fmla="*/ 603 h 238728"/>
              <a:gd name="connsiteX11" fmla="*/ 564885 w 620887"/>
              <a:gd name="connsiteY11" fmla="*/ 39923 h 238728"/>
              <a:gd name="connsiteX12" fmla="*/ 620135 w 620887"/>
              <a:gd name="connsiteY12" fmla="*/ 136440 h 238728"/>
              <a:gd name="connsiteX13" fmla="*/ 531525 w 620887"/>
              <a:gd name="connsiteY13" fmla="*/ 238728 h 238728"/>
              <a:gd name="connsiteX0" fmla="*/ 62899 w 620574"/>
              <a:gd name="connsiteY0" fmla="*/ 233966 h 238728"/>
              <a:gd name="connsiteX1" fmla="*/ 64487 w 620574"/>
              <a:gd name="connsiteY1" fmla="*/ 226028 h 238728"/>
              <a:gd name="connsiteX2" fmla="*/ 67662 w 620574"/>
              <a:gd name="connsiteY2" fmla="*/ 221266 h 238728"/>
              <a:gd name="connsiteX3" fmla="*/ 66074 w 620574"/>
              <a:gd name="connsiteY3" fmla="*/ 173641 h 238728"/>
              <a:gd name="connsiteX4" fmla="*/ 56549 w 620574"/>
              <a:gd name="connsiteY4" fmla="*/ 167291 h 238728"/>
              <a:gd name="connsiteX5" fmla="*/ 51787 w 620574"/>
              <a:gd name="connsiteY5" fmla="*/ 160941 h 238728"/>
              <a:gd name="connsiteX6" fmla="*/ 47024 w 620574"/>
              <a:gd name="connsiteY6" fmla="*/ 151416 h 238728"/>
              <a:gd name="connsiteX7" fmla="*/ 1413 w 620574"/>
              <a:gd name="connsiteY7" fmla="*/ 108400 h 238728"/>
              <a:gd name="connsiteX8" fmla="*/ 107773 w 620574"/>
              <a:gd name="connsiteY8" fmla="*/ 25139 h 238728"/>
              <a:gd name="connsiteX9" fmla="*/ 410562 w 620574"/>
              <a:gd name="connsiteY9" fmla="*/ 603 h 238728"/>
              <a:gd name="connsiteX10" fmla="*/ 564572 w 620574"/>
              <a:gd name="connsiteY10" fmla="*/ 39923 h 238728"/>
              <a:gd name="connsiteX11" fmla="*/ 619822 w 620574"/>
              <a:gd name="connsiteY11" fmla="*/ 136440 h 238728"/>
              <a:gd name="connsiteX12" fmla="*/ 531212 w 620574"/>
              <a:gd name="connsiteY12" fmla="*/ 238728 h 238728"/>
              <a:gd name="connsiteX0" fmla="*/ 62631 w 620306"/>
              <a:gd name="connsiteY0" fmla="*/ 233966 h 238728"/>
              <a:gd name="connsiteX1" fmla="*/ 64219 w 620306"/>
              <a:gd name="connsiteY1" fmla="*/ 226028 h 238728"/>
              <a:gd name="connsiteX2" fmla="*/ 67394 w 620306"/>
              <a:gd name="connsiteY2" fmla="*/ 221266 h 238728"/>
              <a:gd name="connsiteX3" fmla="*/ 65806 w 620306"/>
              <a:gd name="connsiteY3" fmla="*/ 173641 h 238728"/>
              <a:gd name="connsiteX4" fmla="*/ 56281 w 620306"/>
              <a:gd name="connsiteY4" fmla="*/ 167291 h 238728"/>
              <a:gd name="connsiteX5" fmla="*/ 51519 w 620306"/>
              <a:gd name="connsiteY5" fmla="*/ 160941 h 238728"/>
              <a:gd name="connsiteX6" fmla="*/ 1145 w 620306"/>
              <a:gd name="connsiteY6" fmla="*/ 108400 h 238728"/>
              <a:gd name="connsiteX7" fmla="*/ 107505 w 620306"/>
              <a:gd name="connsiteY7" fmla="*/ 25139 h 238728"/>
              <a:gd name="connsiteX8" fmla="*/ 410294 w 620306"/>
              <a:gd name="connsiteY8" fmla="*/ 603 h 238728"/>
              <a:gd name="connsiteX9" fmla="*/ 564304 w 620306"/>
              <a:gd name="connsiteY9" fmla="*/ 39923 h 238728"/>
              <a:gd name="connsiteX10" fmla="*/ 619554 w 620306"/>
              <a:gd name="connsiteY10" fmla="*/ 136440 h 238728"/>
              <a:gd name="connsiteX11" fmla="*/ 530944 w 620306"/>
              <a:gd name="connsiteY11" fmla="*/ 238728 h 238728"/>
              <a:gd name="connsiteX0" fmla="*/ 62414 w 620089"/>
              <a:gd name="connsiteY0" fmla="*/ 233966 h 238728"/>
              <a:gd name="connsiteX1" fmla="*/ 64002 w 620089"/>
              <a:gd name="connsiteY1" fmla="*/ 226028 h 238728"/>
              <a:gd name="connsiteX2" fmla="*/ 67177 w 620089"/>
              <a:gd name="connsiteY2" fmla="*/ 221266 h 238728"/>
              <a:gd name="connsiteX3" fmla="*/ 65589 w 620089"/>
              <a:gd name="connsiteY3" fmla="*/ 173641 h 238728"/>
              <a:gd name="connsiteX4" fmla="*/ 56064 w 620089"/>
              <a:gd name="connsiteY4" fmla="*/ 167291 h 238728"/>
              <a:gd name="connsiteX5" fmla="*/ 928 w 620089"/>
              <a:gd name="connsiteY5" fmla="*/ 108400 h 238728"/>
              <a:gd name="connsiteX6" fmla="*/ 107288 w 620089"/>
              <a:gd name="connsiteY6" fmla="*/ 25139 h 238728"/>
              <a:gd name="connsiteX7" fmla="*/ 410077 w 620089"/>
              <a:gd name="connsiteY7" fmla="*/ 603 h 238728"/>
              <a:gd name="connsiteX8" fmla="*/ 564087 w 620089"/>
              <a:gd name="connsiteY8" fmla="*/ 39923 h 238728"/>
              <a:gd name="connsiteX9" fmla="*/ 619337 w 620089"/>
              <a:gd name="connsiteY9" fmla="*/ 136440 h 238728"/>
              <a:gd name="connsiteX10" fmla="*/ 530727 w 620089"/>
              <a:gd name="connsiteY10" fmla="*/ 238728 h 238728"/>
              <a:gd name="connsiteX0" fmla="*/ 62040 w 619715"/>
              <a:gd name="connsiteY0" fmla="*/ 233966 h 238728"/>
              <a:gd name="connsiteX1" fmla="*/ 63628 w 619715"/>
              <a:gd name="connsiteY1" fmla="*/ 226028 h 238728"/>
              <a:gd name="connsiteX2" fmla="*/ 66803 w 619715"/>
              <a:gd name="connsiteY2" fmla="*/ 221266 h 238728"/>
              <a:gd name="connsiteX3" fmla="*/ 65215 w 619715"/>
              <a:gd name="connsiteY3" fmla="*/ 173641 h 238728"/>
              <a:gd name="connsiteX4" fmla="*/ 554 w 619715"/>
              <a:gd name="connsiteY4" fmla="*/ 108400 h 238728"/>
              <a:gd name="connsiteX5" fmla="*/ 106914 w 619715"/>
              <a:gd name="connsiteY5" fmla="*/ 25139 h 238728"/>
              <a:gd name="connsiteX6" fmla="*/ 409703 w 619715"/>
              <a:gd name="connsiteY6" fmla="*/ 603 h 238728"/>
              <a:gd name="connsiteX7" fmla="*/ 563713 w 619715"/>
              <a:gd name="connsiteY7" fmla="*/ 39923 h 238728"/>
              <a:gd name="connsiteX8" fmla="*/ 618963 w 619715"/>
              <a:gd name="connsiteY8" fmla="*/ 136440 h 238728"/>
              <a:gd name="connsiteX9" fmla="*/ 530353 w 619715"/>
              <a:gd name="connsiteY9" fmla="*/ 238728 h 238728"/>
              <a:gd name="connsiteX0" fmla="*/ 64369 w 622044"/>
              <a:gd name="connsiteY0" fmla="*/ 233966 h 238728"/>
              <a:gd name="connsiteX1" fmla="*/ 65957 w 622044"/>
              <a:gd name="connsiteY1" fmla="*/ 226028 h 238728"/>
              <a:gd name="connsiteX2" fmla="*/ 69132 w 622044"/>
              <a:gd name="connsiteY2" fmla="*/ 221266 h 238728"/>
              <a:gd name="connsiteX3" fmla="*/ 33527 w 622044"/>
              <a:gd name="connsiteY3" fmla="*/ 170975 h 238728"/>
              <a:gd name="connsiteX4" fmla="*/ 2883 w 622044"/>
              <a:gd name="connsiteY4" fmla="*/ 108400 h 238728"/>
              <a:gd name="connsiteX5" fmla="*/ 109243 w 622044"/>
              <a:gd name="connsiteY5" fmla="*/ 25139 h 238728"/>
              <a:gd name="connsiteX6" fmla="*/ 412032 w 622044"/>
              <a:gd name="connsiteY6" fmla="*/ 603 h 238728"/>
              <a:gd name="connsiteX7" fmla="*/ 566042 w 622044"/>
              <a:gd name="connsiteY7" fmla="*/ 39923 h 238728"/>
              <a:gd name="connsiteX8" fmla="*/ 621292 w 622044"/>
              <a:gd name="connsiteY8" fmla="*/ 136440 h 238728"/>
              <a:gd name="connsiteX9" fmla="*/ 532682 w 622044"/>
              <a:gd name="connsiteY9" fmla="*/ 238728 h 238728"/>
              <a:gd name="connsiteX0" fmla="*/ 64337 w 622012"/>
              <a:gd name="connsiteY0" fmla="*/ 233966 h 238728"/>
              <a:gd name="connsiteX1" fmla="*/ 65925 w 622012"/>
              <a:gd name="connsiteY1" fmla="*/ 226028 h 238728"/>
              <a:gd name="connsiteX2" fmla="*/ 33495 w 622012"/>
              <a:gd name="connsiteY2" fmla="*/ 170975 h 238728"/>
              <a:gd name="connsiteX3" fmla="*/ 2851 w 622012"/>
              <a:gd name="connsiteY3" fmla="*/ 108400 h 238728"/>
              <a:gd name="connsiteX4" fmla="*/ 109211 w 622012"/>
              <a:gd name="connsiteY4" fmla="*/ 25139 h 238728"/>
              <a:gd name="connsiteX5" fmla="*/ 412000 w 622012"/>
              <a:gd name="connsiteY5" fmla="*/ 603 h 238728"/>
              <a:gd name="connsiteX6" fmla="*/ 566010 w 622012"/>
              <a:gd name="connsiteY6" fmla="*/ 39923 h 238728"/>
              <a:gd name="connsiteX7" fmla="*/ 621260 w 622012"/>
              <a:gd name="connsiteY7" fmla="*/ 136440 h 238728"/>
              <a:gd name="connsiteX8" fmla="*/ 532650 w 622012"/>
              <a:gd name="connsiteY8" fmla="*/ 238728 h 238728"/>
              <a:gd name="connsiteX0" fmla="*/ 64320 w 621995"/>
              <a:gd name="connsiteY0" fmla="*/ 233966 h 238728"/>
              <a:gd name="connsiteX1" fmla="*/ 33478 w 621995"/>
              <a:gd name="connsiteY1" fmla="*/ 170975 h 238728"/>
              <a:gd name="connsiteX2" fmla="*/ 2834 w 621995"/>
              <a:gd name="connsiteY2" fmla="*/ 108400 h 238728"/>
              <a:gd name="connsiteX3" fmla="*/ 109194 w 621995"/>
              <a:gd name="connsiteY3" fmla="*/ 25139 h 238728"/>
              <a:gd name="connsiteX4" fmla="*/ 411983 w 621995"/>
              <a:gd name="connsiteY4" fmla="*/ 603 h 238728"/>
              <a:gd name="connsiteX5" fmla="*/ 565993 w 621995"/>
              <a:gd name="connsiteY5" fmla="*/ 39923 h 238728"/>
              <a:gd name="connsiteX6" fmla="*/ 621243 w 621995"/>
              <a:gd name="connsiteY6" fmla="*/ 136440 h 238728"/>
              <a:gd name="connsiteX7" fmla="*/ 532633 w 621995"/>
              <a:gd name="connsiteY7" fmla="*/ 238728 h 238728"/>
              <a:gd name="connsiteX0" fmla="*/ 67790 w 625465"/>
              <a:gd name="connsiteY0" fmla="*/ 233966 h 238728"/>
              <a:gd name="connsiteX1" fmla="*/ 18254 w 625465"/>
              <a:gd name="connsiteY1" fmla="*/ 159005 h 238728"/>
              <a:gd name="connsiteX2" fmla="*/ 6304 w 625465"/>
              <a:gd name="connsiteY2" fmla="*/ 108400 h 238728"/>
              <a:gd name="connsiteX3" fmla="*/ 112664 w 625465"/>
              <a:gd name="connsiteY3" fmla="*/ 25139 h 238728"/>
              <a:gd name="connsiteX4" fmla="*/ 415453 w 625465"/>
              <a:gd name="connsiteY4" fmla="*/ 603 h 238728"/>
              <a:gd name="connsiteX5" fmla="*/ 569463 w 625465"/>
              <a:gd name="connsiteY5" fmla="*/ 39923 h 238728"/>
              <a:gd name="connsiteX6" fmla="*/ 624713 w 625465"/>
              <a:gd name="connsiteY6" fmla="*/ 136440 h 238728"/>
              <a:gd name="connsiteX7" fmla="*/ 536103 w 625465"/>
              <a:gd name="connsiteY7" fmla="*/ 238728 h 238728"/>
              <a:gd name="connsiteX0" fmla="*/ 58122 w 615797"/>
              <a:gd name="connsiteY0" fmla="*/ 233966 h 238728"/>
              <a:gd name="connsiteX1" fmla="*/ 8586 w 615797"/>
              <a:gd name="connsiteY1" fmla="*/ 159005 h 238728"/>
              <a:gd name="connsiteX2" fmla="*/ 9539 w 615797"/>
              <a:gd name="connsiteY2" fmla="*/ 88494 h 238728"/>
              <a:gd name="connsiteX3" fmla="*/ 102996 w 615797"/>
              <a:gd name="connsiteY3" fmla="*/ 25139 h 238728"/>
              <a:gd name="connsiteX4" fmla="*/ 405785 w 615797"/>
              <a:gd name="connsiteY4" fmla="*/ 603 h 238728"/>
              <a:gd name="connsiteX5" fmla="*/ 559795 w 615797"/>
              <a:gd name="connsiteY5" fmla="*/ 39923 h 238728"/>
              <a:gd name="connsiteX6" fmla="*/ 615045 w 615797"/>
              <a:gd name="connsiteY6" fmla="*/ 136440 h 238728"/>
              <a:gd name="connsiteX7" fmla="*/ 526435 w 615797"/>
              <a:gd name="connsiteY7" fmla="*/ 238728 h 238728"/>
              <a:gd name="connsiteX0" fmla="*/ 58082 w 615757"/>
              <a:gd name="connsiteY0" fmla="*/ 235254 h 240016"/>
              <a:gd name="connsiteX1" fmla="*/ 8546 w 615757"/>
              <a:gd name="connsiteY1" fmla="*/ 160293 h 240016"/>
              <a:gd name="connsiteX2" fmla="*/ 9499 w 615757"/>
              <a:gd name="connsiteY2" fmla="*/ 89782 h 240016"/>
              <a:gd name="connsiteX3" fmla="*/ 102383 w 615757"/>
              <a:gd name="connsiteY3" fmla="*/ 20023 h 240016"/>
              <a:gd name="connsiteX4" fmla="*/ 405745 w 615757"/>
              <a:gd name="connsiteY4" fmla="*/ 1891 h 240016"/>
              <a:gd name="connsiteX5" fmla="*/ 559755 w 615757"/>
              <a:gd name="connsiteY5" fmla="*/ 41211 h 240016"/>
              <a:gd name="connsiteX6" fmla="*/ 615005 w 615757"/>
              <a:gd name="connsiteY6" fmla="*/ 137728 h 240016"/>
              <a:gd name="connsiteX7" fmla="*/ 526395 w 615757"/>
              <a:gd name="connsiteY7" fmla="*/ 240016 h 240016"/>
              <a:gd name="connsiteX0" fmla="*/ 58082 w 603466"/>
              <a:gd name="connsiteY0" fmla="*/ 235254 h 240016"/>
              <a:gd name="connsiteX1" fmla="*/ 8546 w 603466"/>
              <a:gd name="connsiteY1" fmla="*/ 160293 h 240016"/>
              <a:gd name="connsiteX2" fmla="*/ 9499 w 603466"/>
              <a:gd name="connsiteY2" fmla="*/ 89782 h 240016"/>
              <a:gd name="connsiteX3" fmla="*/ 102383 w 603466"/>
              <a:gd name="connsiteY3" fmla="*/ 20023 h 240016"/>
              <a:gd name="connsiteX4" fmla="*/ 405745 w 603466"/>
              <a:gd name="connsiteY4" fmla="*/ 1891 h 240016"/>
              <a:gd name="connsiteX5" fmla="*/ 559755 w 603466"/>
              <a:gd name="connsiteY5" fmla="*/ 41211 h 240016"/>
              <a:gd name="connsiteX6" fmla="*/ 602351 w 603466"/>
              <a:gd name="connsiteY6" fmla="*/ 127612 h 240016"/>
              <a:gd name="connsiteX7" fmla="*/ 526395 w 603466"/>
              <a:gd name="connsiteY7" fmla="*/ 240016 h 240016"/>
              <a:gd name="connsiteX0" fmla="*/ 58082 w 602351"/>
              <a:gd name="connsiteY0" fmla="*/ 234667 h 239429"/>
              <a:gd name="connsiteX1" fmla="*/ 8546 w 602351"/>
              <a:gd name="connsiteY1" fmla="*/ 159706 h 239429"/>
              <a:gd name="connsiteX2" fmla="*/ 9499 w 602351"/>
              <a:gd name="connsiteY2" fmla="*/ 89195 h 239429"/>
              <a:gd name="connsiteX3" fmla="*/ 102383 w 602351"/>
              <a:gd name="connsiteY3" fmla="*/ 19436 h 239429"/>
              <a:gd name="connsiteX4" fmla="*/ 405745 w 602351"/>
              <a:gd name="connsiteY4" fmla="*/ 1304 h 239429"/>
              <a:gd name="connsiteX5" fmla="*/ 525261 w 602351"/>
              <a:gd name="connsiteY5" fmla="*/ 32622 h 239429"/>
              <a:gd name="connsiteX6" fmla="*/ 602351 w 602351"/>
              <a:gd name="connsiteY6" fmla="*/ 127025 h 239429"/>
              <a:gd name="connsiteX7" fmla="*/ 526395 w 602351"/>
              <a:gd name="connsiteY7" fmla="*/ 239429 h 239429"/>
              <a:gd name="connsiteX0" fmla="*/ 58082 w 603527"/>
              <a:gd name="connsiteY0" fmla="*/ 234544 h 239306"/>
              <a:gd name="connsiteX1" fmla="*/ 8546 w 603527"/>
              <a:gd name="connsiteY1" fmla="*/ 159583 h 239306"/>
              <a:gd name="connsiteX2" fmla="*/ 9499 w 603527"/>
              <a:gd name="connsiteY2" fmla="*/ 89072 h 239306"/>
              <a:gd name="connsiteX3" fmla="*/ 102383 w 603527"/>
              <a:gd name="connsiteY3" fmla="*/ 19313 h 239306"/>
              <a:gd name="connsiteX4" fmla="*/ 405745 w 603527"/>
              <a:gd name="connsiteY4" fmla="*/ 1181 h 239306"/>
              <a:gd name="connsiteX5" fmla="*/ 560357 w 603527"/>
              <a:gd name="connsiteY5" fmla="*/ 30826 h 239306"/>
              <a:gd name="connsiteX6" fmla="*/ 602351 w 603527"/>
              <a:gd name="connsiteY6" fmla="*/ 126902 h 239306"/>
              <a:gd name="connsiteX7" fmla="*/ 526395 w 603527"/>
              <a:gd name="connsiteY7" fmla="*/ 239306 h 239306"/>
              <a:gd name="connsiteX0" fmla="*/ 58082 w 603565"/>
              <a:gd name="connsiteY0" fmla="*/ 235235 h 239997"/>
              <a:gd name="connsiteX1" fmla="*/ 8546 w 603565"/>
              <a:gd name="connsiteY1" fmla="*/ 160274 h 239997"/>
              <a:gd name="connsiteX2" fmla="*/ 9499 w 603565"/>
              <a:gd name="connsiteY2" fmla="*/ 89763 h 239997"/>
              <a:gd name="connsiteX3" fmla="*/ 102383 w 603565"/>
              <a:gd name="connsiteY3" fmla="*/ 20004 h 239997"/>
              <a:gd name="connsiteX4" fmla="*/ 401264 w 603565"/>
              <a:gd name="connsiteY4" fmla="*/ 1013 h 239997"/>
              <a:gd name="connsiteX5" fmla="*/ 560357 w 603565"/>
              <a:gd name="connsiteY5" fmla="*/ 31517 h 239997"/>
              <a:gd name="connsiteX6" fmla="*/ 602351 w 603565"/>
              <a:gd name="connsiteY6" fmla="*/ 127593 h 239997"/>
              <a:gd name="connsiteX7" fmla="*/ 526395 w 603565"/>
              <a:gd name="connsiteY7" fmla="*/ 239997 h 239997"/>
              <a:gd name="connsiteX0" fmla="*/ 57300 w 602783"/>
              <a:gd name="connsiteY0" fmla="*/ 234695 h 239457"/>
              <a:gd name="connsiteX1" fmla="*/ 7764 w 602783"/>
              <a:gd name="connsiteY1" fmla="*/ 159734 h 239457"/>
              <a:gd name="connsiteX2" fmla="*/ 8717 w 602783"/>
              <a:gd name="connsiteY2" fmla="*/ 89223 h 239457"/>
              <a:gd name="connsiteX3" fmla="*/ 90093 w 602783"/>
              <a:gd name="connsiteY3" fmla="*/ 22156 h 239457"/>
              <a:gd name="connsiteX4" fmla="*/ 400482 w 602783"/>
              <a:gd name="connsiteY4" fmla="*/ 473 h 239457"/>
              <a:gd name="connsiteX5" fmla="*/ 559575 w 602783"/>
              <a:gd name="connsiteY5" fmla="*/ 30977 h 239457"/>
              <a:gd name="connsiteX6" fmla="*/ 601569 w 602783"/>
              <a:gd name="connsiteY6" fmla="*/ 127053 h 239457"/>
              <a:gd name="connsiteX7" fmla="*/ 525613 w 602783"/>
              <a:gd name="connsiteY7" fmla="*/ 239457 h 239457"/>
              <a:gd name="connsiteX0" fmla="*/ 62395 w 607878"/>
              <a:gd name="connsiteY0" fmla="*/ 234695 h 239457"/>
              <a:gd name="connsiteX1" fmla="*/ 12859 w 607878"/>
              <a:gd name="connsiteY1" fmla="*/ 159734 h 239457"/>
              <a:gd name="connsiteX2" fmla="*/ 6530 w 607878"/>
              <a:gd name="connsiteY2" fmla="*/ 73494 h 239457"/>
              <a:gd name="connsiteX3" fmla="*/ 95188 w 607878"/>
              <a:gd name="connsiteY3" fmla="*/ 22156 h 239457"/>
              <a:gd name="connsiteX4" fmla="*/ 405577 w 607878"/>
              <a:gd name="connsiteY4" fmla="*/ 473 h 239457"/>
              <a:gd name="connsiteX5" fmla="*/ 564670 w 607878"/>
              <a:gd name="connsiteY5" fmla="*/ 30977 h 239457"/>
              <a:gd name="connsiteX6" fmla="*/ 606664 w 607878"/>
              <a:gd name="connsiteY6" fmla="*/ 127053 h 239457"/>
              <a:gd name="connsiteX7" fmla="*/ 530708 w 607878"/>
              <a:gd name="connsiteY7" fmla="*/ 239457 h 239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7878" h="239457">
                <a:moveTo>
                  <a:pt x="62395" y="234695"/>
                </a:moveTo>
                <a:cubicBezTo>
                  <a:pt x="45883" y="209708"/>
                  <a:pt x="22170" y="186601"/>
                  <a:pt x="12859" y="159734"/>
                </a:cubicBezTo>
                <a:cubicBezTo>
                  <a:pt x="3548" y="132867"/>
                  <a:pt x="-7191" y="96424"/>
                  <a:pt x="6530" y="73494"/>
                </a:cubicBezTo>
                <a:cubicBezTo>
                  <a:pt x="20251" y="50564"/>
                  <a:pt x="95717" y="25331"/>
                  <a:pt x="95188" y="22156"/>
                </a:cubicBezTo>
                <a:cubicBezTo>
                  <a:pt x="157100" y="-334"/>
                  <a:pt x="327330" y="-997"/>
                  <a:pt x="405577" y="473"/>
                </a:cubicBezTo>
                <a:cubicBezTo>
                  <a:pt x="483824" y="1943"/>
                  <a:pt x="531156" y="9880"/>
                  <a:pt x="564670" y="30977"/>
                </a:cubicBezTo>
                <a:cubicBezTo>
                  <a:pt x="598185" y="52074"/>
                  <a:pt x="612324" y="92306"/>
                  <a:pt x="606664" y="127053"/>
                </a:cubicBezTo>
                <a:cubicBezTo>
                  <a:pt x="601004" y="161800"/>
                  <a:pt x="547578" y="210631"/>
                  <a:pt x="530708" y="239457"/>
                </a:cubicBezTo>
              </a:path>
            </a:pathLst>
          </a:custGeom>
          <a:noFill/>
          <a:ln w="38100">
            <a:solidFill>
              <a:srgbClr val="EF8511"/>
            </a:solidFill>
            <a:headEnd type="triangl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4" name="Textfeld 73"/>
          <p:cNvSpPr txBox="1"/>
          <p:nvPr/>
        </p:nvSpPr>
        <p:spPr>
          <a:xfrm>
            <a:off x="8536007" y="1330559"/>
            <a:ext cx="9012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Ladepumpe</a:t>
            </a:r>
          </a:p>
          <a:p>
            <a:r>
              <a:rPr lang="de-DE" sz="1200"/>
              <a:t> drückt</a:t>
            </a:r>
            <a:endParaRPr lang="de-DE"/>
          </a:p>
        </p:txBody>
      </p:sp>
      <p:sp>
        <p:nvSpPr>
          <p:cNvPr id="77" name="Textfeld 76"/>
          <p:cNvSpPr txBox="1"/>
          <p:nvPr/>
        </p:nvSpPr>
        <p:spPr>
          <a:xfrm>
            <a:off x="10748834" y="1376833"/>
            <a:ext cx="1189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Heizkreispumpe</a:t>
            </a:r>
          </a:p>
          <a:p>
            <a:r>
              <a:rPr lang="de-DE" sz="1200"/>
              <a:t>zieht</a:t>
            </a:r>
            <a:endParaRPr lang="de-DE"/>
          </a:p>
        </p:txBody>
      </p:sp>
      <p:sp>
        <p:nvSpPr>
          <p:cNvPr id="78" name="Untertitel 3">
            <a:extLst>
              <a:ext uri="{FF2B5EF4-FFF2-40B4-BE49-F238E27FC236}">
                <a16:creationId xmlns:a16="http://schemas.microsoft.com/office/drawing/2014/main" id="{6B47841B-FE12-4FC7-95F5-3C7C4723C534}"/>
              </a:ext>
            </a:extLst>
          </p:cNvPr>
          <p:cNvSpPr txBox="1">
            <a:spLocks/>
          </p:cNvSpPr>
          <p:nvPr/>
        </p:nvSpPr>
        <p:spPr>
          <a:xfrm>
            <a:off x="390293" y="1019603"/>
            <a:ext cx="3148202" cy="20901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rgbClr val="FF0000"/>
                </a:solidFill>
                <a:latin typeface="Lato Black" panose="020F0A02020204030203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>
                <a:solidFill>
                  <a:schemeClr val="tx1"/>
                </a:solidFill>
              </a:rPr>
              <a:t>Kühle Außentemperaturen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>
                <a:solidFill>
                  <a:schemeClr val="tx1"/>
                </a:solidFill>
              </a:rPr>
              <a:t>Wärmepumpe innerhalb ihres Modulationsbereiches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>
                <a:solidFill>
                  <a:schemeClr val="tx1"/>
                </a:solidFill>
              </a:rPr>
              <a:t>Heizkreisvolumenstrom = Ladevolumenstrom</a:t>
            </a:r>
          </a:p>
          <a:p>
            <a:r>
              <a:rPr lang="de-DE" sz="1400">
                <a:solidFill>
                  <a:schemeClr val="tx1"/>
                </a:solidFill>
              </a:rPr>
              <a:t>=&gt; Volumenstrom geht am Speichervolumen vorbei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320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6600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6600"/>
                                      </p:to>
                                    </p:animClr>
                                    <p:set>
                                      <p:cBhvr>
                                        <p:cTn id="2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500"/>
                            </p:stCondLst>
                            <p:childTnLst>
                              <p:par>
                                <p:cTn id="22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6600"/>
                                      </p:to>
                                    </p:animClr>
                                    <p:set>
                                      <p:cBhvr>
                                        <p:cTn id="24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6600"/>
                                      </p:to>
                                    </p:animClr>
                                    <p:set>
                                      <p:cBhvr>
                                        <p:cTn id="27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7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8000"/>
                            </p:stCondLst>
                            <p:childTnLst>
                              <p:par>
                                <p:cTn id="43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6600"/>
                                      </p:to>
                                    </p:animClr>
                                    <p:set>
                                      <p:cBhvr>
                                        <p:cTn id="45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6600"/>
                                      </p:to>
                                    </p:animClr>
                                    <p:set>
                                      <p:cBhvr>
                                        <p:cTn id="48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000"/>
                            </p:stCondLst>
                            <p:childTnLst>
                              <p:par>
                                <p:cTn id="50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6600"/>
                                      </p:to>
                                    </p:animClr>
                                    <p:set>
                                      <p:cBhvr>
                                        <p:cTn id="52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0"/>
                            </p:stCondLst>
                            <p:childTnLst>
                              <p:par>
                                <p:cTn id="54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6600"/>
                                      </p:to>
                                    </p:animClr>
                                    <p:set>
                                      <p:cBhvr>
                                        <p:cTn id="56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1000"/>
                            </p:stCondLst>
                            <p:childTnLst>
                              <p:par>
                                <p:cTn id="58" presetID="19" presetClass="emp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animClr clrSpc="rgb" dir="cw">
                                      <p:cBhvr>
                                        <p:cTn id="60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61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2000"/>
                            </p:stCondLst>
                            <p:childTnLst>
                              <p:par>
                                <p:cTn id="64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6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2500"/>
                            </p:stCondLst>
                            <p:childTnLst>
                              <p:par>
                                <p:cTn id="68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3000"/>
                            </p:stCondLst>
                            <p:childTnLst>
                              <p:par>
                                <p:cTn id="72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3500"/>
                            </p:stCondLst>
                            <p:childTnLst>
                              <p:par>
                                <p:cTn id="76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7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4000"/>
                            </p:stCondLst>
                            <p:childTnLst>
                              <p:par>
                                <p:cTn id="80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125" grpId="0" animBg="1"/>
      <p:bldP spid="24" grpId="0" animBg="1"/>
      <p:bldP spid="69" grpId="0" animBg="1"/>
      <p:bldP spid="74" grpId="0"/>
      <p:bldP spid="77" grpId="0"/>
      <p:bldP spid="7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feld 80"/>
          <p:cNvSpPr txBox="1"/>
          <p:nvPr/>
        </p:nvSpPr>
        <p:spPr>
          <a:xfrm>
            <a:off x="11214404" y="1561391"/>
            <a:ext cx="7054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>
                <a:solidFill>
                  <a:srgbClr val="FF0000"/>
                </a:solidFill>
              </a:rPr>
              <a:t>weniger</a:t>
            </a:r>
            <a:endParaRPr lang="de-DE">
              <a:solidFill>
                <a:srgbClr val="FF0000"/>
              </a:solidFill>
            </a:endParaRPr>
          </a:p>
        </p:txBody>
      </p:sp>
      <p:cxnSp>
        <p:nvCxnSpPr>
          <p:cNvPr id="39" name="Gerader Verbinder 38"/>
          <p:cNvCxnSpPr/>
          <p:nvPr/>
        </p:nvCxnSpPr>
        <p:spPr>
          <a:xfrm flipH="1">
            <a:off x="1505383" y="4234815"/>
            <a:ext cx="1421967" cy="0"/>
          </a:xfrm>
          <a:prstGeom prst="line">
            <a:avLst/>
          </a:prstGeom>
          <a:ln w="38100" cap="rnd">
            <a:solidFill>
              <a:srgbClr val="0070C0"/>
            </a:solidFill>
            <a:round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el 2">
            <a:extLst>
              <a:ext uri="{FF2B5EF4-FFF2-40B4-BE49-F238E27FC236}">
                <a16:creationId xmlns:a16="http://schemas.microsoft.com/office/drawing/2014/main" id="{95717E49-CC3C-4A81-B738-CEBBF274A0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/>
              <a:t>Heizbetrieb – Übergang Herbst/Frühling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6B47841B-FE12-4FC7-95F5-3C7C4723C5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>
                <a:solidFill>
                  <a:srgbClr val="009999"/>
                </a:solidFill>
              </a:rPr>
              <a:t>Wie funktioniert die „Beladeweiche“?</a:t>
            </a:r>
          </a:p>
        </p:txBody>
      </p:sp>
      <p:grpSp>
        <p:nvGrpSpPr>
          <p:cNvPr id="10" name="Gruppieren 9"/>
          <p:cNvGrpSpPr/>
          <p:nvPr/>
        </p:nvGrpSpPr>
        <p:grpSpPr>
          <a:xfrm>
            <a:off x="4941805" y="535123"/>
            <a:ext cx="2193220" cy="4803333"/>
            <a:chOff x="4936566" y="500822"/>
            <a:chExt cx="2193220" cy="4803333"/>
          </a:xfrm>
        </p:grpSpPr>
        <p:pic>
          <p:nvPicPr>
            <p:cNvPr id="7" name="Grafik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36566" y="500822"/>
              <a:ext cx="2193220" cy="4803333"/>
            </a:xfrm>
            <a:prstGeom prst="rect">
              <a:avLst/>
            </a:prstGeom>
          </p:spPr>
        </p:pic>
        <p:sp>
          <p:nvSpPr>
            <p:cNvPr id="8" name="Rechteck 7"/>
            <p:cNvSpPr/>
            <p:nvPr/>
          </p:nvSpPr>
          <p:spPr>
            <a:xfrm>
              <a:off x="5880100" y="2570163"/>
              <a:ext cx="57150" cy="263525"/>
            </a:xfrm>
            <a:prstGeom prst="rect">
              <a:avLst/>
            </a:prstGeom>
            <a:solidFill>
              <a:srgbClr val="FEFF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Rechteck 8"/>
            <p:cNvSpPr/>
            <p:nvPr/>
          </p:nvSpPr>
          <p:spPr>
            <a:xfrm>
              <a:off x="6054725" y="2587626"/>
              <a:ext cx="57150" cy="263525"/>
            </a:xfrm>
            <a:prstGeom prst="rect">
              <a:avLst/>
            </a:prstGeom>
            <a:solidFill>
              <a:srgbClr val="FEFF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14" name="Gerader Verbinder 13"/>
          <p:cNvCxnSpPr/>
          <p:nvPr/>
        </p:nvCxnSpPr>
        <p:spPr>
          <a:xfrm flipH="1">
            <a:off x="1559871" y="3952240"/>
            <a:ext cx="4241489" cy="25700"/>
          </a:xfrm>
          <a:prstGeom prst="line">
            <a:avLst/>
          </a:prstGeom>
          <a:ln w="38100" cap="rnd">
            <a:solidFill>
              <a:srgbClr val="EF851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/>
          <p:cNvCxnSpPr/>
          <p:nvPr/>
        </p:nvCxnSpPr>
        <p:spPr>
          <a:xfrm flipV="1">
            <a:off x="5801360" y="2937466"/>
            <a:ext cx="0" cy="1014775"/>
          </a:xfrm>
          <a:prstGeom prst="line">
            <a:avLst/>
          </a:prstGeom>
          <a:ln w="38100" cap="rnd">
            <a:solidFill>
              <a:srgbClr val="EF851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/>
          <p:cNvCxnSpPr>
            <a:endCxn id="43" idx="3"/>
          </p:cNvCxnSpPr>
          <p:nvPr/>
        </p:nvCxnSpPr>
        <p:spPr>
          <a:xfrm flipH="1">
            <a:off x="3165184" y="4203055"/>
            <a:ext cx="2917405" cy="35270"/>
          </a:xfrm>
          <a:prstGeom prst="line">
            <a:avLst/>
          </a:prstGeom>
          <a:ln w="38100" cap="rnd">
            <a:solidFill>
              <a:schemeClr val="tx1">
                <a:lumMod val="60000"/>
                <a:lumOff val="40000"/>
              </a:schemeClr>
            </a:solidFill>
            <a:round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/>
          <p:cNvCxnSpPr/>
          <p:nvPr/>
        </p:nvCxnSpPr>
        <p:spPr>
          <a:xfrm flipH="1">
            <a:off x="3025775" y="5564717"/>
            <a:ext cx="2894542" cy="7353"/>
          </a:xfrm>
          <a:prstGeom prst="line">
            <a:avLst/>
          </a:prstGeom>
          <a:ln w="38100" cap="rnd">
            <a:solidFill>
              <a:srgbClr val="0070C0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/>
          <p:cNvCxnSpPr/>
          <p:nvPr/>
        </p:nvCxnSpPr>
        <p:spPr>
          <a:xfrm>
            <a:off x="5937250" y="5068643"/>
            <a:ext cx="0" cy="486732"/>
          </a:xfrm>
          <a:prstGeom prst="line">
            <a:avLst/>
          </a:prstGeom>
          <a:ln w="38100" cap="rnd">
            <a:round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/>
          <p:cNvCxnSpPr/>
          <p:nvPr/>
        </p:nvCxnSpPr>
        <p:spPr>
          <a:xfrm flipH="1">
            <a:off x="5920318" y="5563043"/>
            <a:ext cx="4397586" cy="1674"/>
          </a:xfrm>
          <a:prstGeom prst="line">
            <a:avLst/>
          </a:prstGeom>
          <a:ln w="38100" cap="rnd">
            <a:solidFill>
              <a:srgbClr val="0070C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uppieren 34"/>
          <p:cNvGrpSpPr/>
          <p:nvPr/>
        </p:nvGrpSpPr>
        <p:grpSpPr>
          <a:xfrm rot="16200000">
            <a:off x="2195785" y="4125289"/>
            <a:ext cx="216000" cy="219053"/>
            <a:chOff x="4986923" y="3839290"/>
            <a:chExt cx="360000" cy="360000"/>
          </a:xfrm>
        </p:grpSpPr>
        <p:sp>
          <p:nvSpPr>
            <p:cNvPr id="36" name="Ellipse 35"/>
            <p:cNvSpPr/>
            <p:nvPr/>
          </p:nvSpPr>
          <p:spPr bwMode="auto">
            <a:xfrm flipH="1">
              <a:off x="4986923" y="3839290"/>
              <a:ext cx="360000" cy="3600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  <p:sp>
          <p:nvSpPr>
            <p:cNvPr id="37" name="Gleichschenkliges Dreieck 36"/>
            <p:cNvSpPr/>
            <p:nvPr/>
          </p:nvSpPr>
          <p:spPr bwMode="auto">
            <a:xfrm flipH="1">
              <a:off x="5022887" y="3839290"/>
              <a:ext cx="288032" cy="270030"/>
            </a:xfrm>
            <a:prstGeom prst="triangl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</p:grpSp>
      <p:cxnSp>
        <p:nvCxnSpPr>
          <p:cNvPr id="49" name="Gerader Verbinder 48"/>
          <p:cNvCxnSpPr>
            <a:stCxn id="45" idx="3"/>
          </p:cNvCxnSpPr>
          <p:nvPr/>
        </p:nvCxnSpPr>
        <p:spPr>
          <a:xfrm flipH="1">
            <a:off x="3025775" y="4366576"/>
            <a:ext cx="16667" cy="1205494"/>
          </a:xfrm>
          <a:prstGeom prst="line">
            <a:avLst/>
          </a:prstGeom>
          <a:ln w="38100" cap="rnd">
            <a:solidFill>
              <a:srgbClr val="0070C0"/>
            </a:solidFill>
            <a:round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uppieren 41"/>
          <p:cNvGrpSpPr/>
          <p:nvPr/>
        </p:nvGrpSpPr>
        <p:grpSpPr>
          <a:xfrm rot="16200000">
            <a:off x="2944365" y="4145757"/>
            <a:ext cx="192384" cy="249254"/>
            <a:chOff x="4265896" y="4280458"/>
            <a:chExt cx="270010" cy="354676"/>
          </a:xfrm>
        </p:grpSpPr>
        <p:sp>
          <p:nvSpPr>
            <p:cNvPr id="43" name="Gleichschenkliges Dreieck 42"/>
            <p:cNvSpPr/>
            <p:nvPr/>
          </p:nvSpPr>
          <p:spPr bwMode="auto">
            <a:xfrm flipH="1">
              <a:off x="4355886" y="4455114"/>
              <a:ext cx="180020" cy="180020"/>
            </a:xfrm>
            <a:prstGeom prst="triangl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  <p:sp>
          <p:nvSpPr>
            <p:cNvPr id="44" name="Gleichschenkliges Dreieck 43"/>
            <p:cNvSpPr/>
            <p:nvPr/>
          </p:nvSpPr>
          <p:spPr bwMode="auto">
            <a:xfrm rot="10800000" flipH="1">
              <a:off x="4355886" y="4280458"/>
              <a:ext cx="180020" cy="180020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  <p:sp>
          <p:nvSpPr>
            <p:cNvPr id="45" name="Gleichschenkliges Dreieck 44"/>
            <p:cNvSpPr/>
            <p:nvPr/>
          </p:nvSpPr>
          <p:spPr bwMode="auto">
            <a:xfrm rot="5400000" flipH="1">
              <a:off x="4265896" y="4370468"/>
              <a:ext cx="180020" cy="180020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</p:grpSp>
      <p:cxnSp>
        <p:nvCxnSpPr>
          <p:cNvPr id="54" name="Gerader Verbinder 53"/>
          <p:cNvCxnSpPr/>
          <p:nvPr/>
        </p:nvCxnSpPr>
        <p:spPr>
          <a:xfrm>
            <a:off x="6287368" y="4541520"/>
            <a:ext cx="4030536" cy="4022"/>
          </a:xfrm>
          <a:prstGeom prst="line">
            <a:avLst/>
          </a:prstGeom>
          <a:ln w="38100" cap="rnd">
            <a:solidFill>
              <a:srgbClr val="EF8511"/>
            </a:solidFill>
            <a:round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uppieren 56"/>
          <p:cNvGrpSpPr/>
          <p:nvPr/>
        </p:nvGrpSpPr>
        <p:grpSpPr>
          <a:xfrm rot="5400000">
            <a:off x="8683641" y="4426914"/>
            <a:ext cx="216000" cy="219053"/>
            <a:chOff x="4986923" y="3839290"/>
            <a:chExt cx="360000" cy="360000"/>
          </a:xfrm>
        </p:grpSpPr>
        <p:sp>
          <p:nvSpPr>
            <p:cNvPr id="58" name="Ellipse 57"/>
            <p:cNvSpPr/>
            <p:nvPr/>
          </p:nvSpPr>
          <p:spPr bwMode="auto">
            <a:xfrm flipH="1">
              <a:off x="4986923" y="3839290"/>
              <a:ext cx="360000" cy="3600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  <p:sp>
          <p:nvSpPr>
            <p:cNvPr id="59" name="Gleichschenkliges Dreieck 58"/>
            <p:cNvSpPr/>
            <p:nvPr/>
          </p:nvSpPr>
          <p:spPr bwMode="auto">
            <a:xfrm flipH="1">
              <a:off x="5022887" y="3839290"/>
              <a:ext cx="288032" cy="270030"/>
            </a:xfrm>
            <a:prstGeom prst="triangl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</p:grpSp>
      <p:cxnSp>
        <p:nvCxnSpPr>
          <p:cNvPr id="60" name="Gerader Verbinder 59"/>
          <p:cNvCxnSpPr/>
          <p:nvPr/>
        </p:nvCxnSpPr>
        <p:spPr>
          <a:xfrm flipV="1">
            <a:off x="10317905" y="4534995"/>
            <a:ext cx="0" cy="341630"/>
          </a:xfrm>
          <a:prstGeom prst="line">
            <a:avLst/>
          </a:prstGeom>
          <a:ln w="38100" cap="rnd">
            <a:solidFill>
              <a:srgbClr val="EF8511"/>
            </a:solidFill>
            <a:round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Gerader Verbinder 79"/>
          <p:cNvCxnSpPr>
            <a:endCxn id="75" idx="0"/>
          </p:cNvCxnSpPr>
          <p:nvPr/>
        </p:nvCxnSpPr>
        <p:spPr>
          <a:xfrm flipV="1">
            <a:off x="10317904" y="5269689"/>
            <a:ext cx="1" cy="264188"/>
          </a:xfrm>
          <a:prstGeom prst="line">
            <a:avLst/>
          </a:prstGeom>
          <a:ln w="38100" cap="rnd">
            <a:solidFill>
              <a:srgbClr val="0070C0"/>
            </a:solidFill>
            <a:round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Ellipse 74"/>
          <p:cNvSpPr/>
          <p:nvPr/>
        </p:nvSpPr>
        <p:spPr bwMode="auto">
          <a:xfrm rot="10800000" flipH="1">
            <a:off x="10139854" y="4872261"/>
            <a:ext cx="356099" cy="383493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cs typeface="Arial" charset="0"/>
            </a:endParaRPr>
          </a:p>
        </p:txBody>
      </p:sp>
      <p:sp>
        <p:nvSpPr>
          <p:cNvPr id="76" name="Ellipse 75"/>
          <p:cNvSpPr/>
          <p:nvPr/>
        </p:nvSpPr>
        <p:spPr bwMode="auto">
          <a:xfrm rot="10800000" flipH="1">
            <a:off x="10199959" y="4929172"/>
            <a:ext cx="235891" cy="2699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cs typeface="Arial" charset="0"/>
            </a:endParaRPr>
          </a:p>
        </p:txBody>
      </p:sp>
      <p:sp>
        <p:nvSpPr>
          <p:cNvPr id="83" name="Textfeld 82"/>
          <p:cNvSpPr txBox="1"/>
          <p:nvPr/>
        </p:nvSpPr>
        <p:spPr>
          <a:xfrm>
            <a:off x="10435851" y="4943107"/>
            <a:ext cx="7666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Heizkreis</a:t>
            </a:r>
            <a:endParaRPr lang="de-DE"/>
          </a:p>
        </p:txBody>
      </p:sp>
      <p:sp>
        <p:nvSpPr>
          <p:cNvPr id="85" name="Textfeld 84"/>
          <p:cNvSpPr txBox="1"/>
          <p:nvPr/>
        </p:nvSpPr>
        <p:spPr>
          <a:xfrm>
            <a:off x="3955257" y="4656588"/>
            <a:ext cx="10105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Warmwasser</a:t>
            </a:r>
            <a:endParaRPr lang="de-DE"/>
          </a:p>
        </p:txBody>
      </p:sp>
      <p:cxnSp>
        <p:nvCxnSpPr>
          <p:cNvPr id="95" name="Gerader Verbinder 94"/>
          <p:cNvCxnSpPr/>
          <p:nvPr/>
        </p:nvCxnSpPr>
        <p:spPr>
          <a:xfrm flipH="1">
            <a:off x="3984548" y="4521508"/>
            <a:ext cx="1942055" cy="16696"/>
          </a:xfrm>
          <a:prstGeom prst="line">
            <a:avLst/>
          </a:prstGeom>
          <a:ln w="38100" cap="rnd">
            <a:solidFill>
              <a:schemeClr val="tx1">
                <a:lumMod val="60000"/>
                <a:lumOff val="40000"/>
              </a:schemeClr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Gerader Verbinder 96"/>
          <p:cNvCxnSpPr/>
          <p:nvPr/>
        </p:nvCxnSpPr>
        <p:spPr>
          <a:xfrm flipV="1">
            <a:off x="3984546" y="5057596"/>
            <a:ext cx="1517606" cy="5570"/>
          </a:xfrm>
          <a:prstGeom prst="line">
            <a:avLst/>
          </a:prstGeom>
          <a:ln w="38100" cap="rnd">
            <a:solidFill>
              <a:schemeClr val="tx1">
                <a:lumMod val="60000"/>
                <a:lumOff val="40000"/>
              </a:schemeClr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Gerader Verbinder 100"/>
          <p:cNvCxnSpPr/>
          <p:nvPr/>
        </p:nvCxnSpPr>
        <p:spPr>
          <a:xfrm>
            <a:off x="6265901" y="2937466"/>
            <a:ext cx="21467" cy="1584509"/>
          </a:xfrm>
          <a:prstGeom prst="line">
            <a:avLst/>
          </a:prstGeom>
          <a:ln w="38100" cap="rnd">
            <a:solidFill>
              <a:srgbClr val="EF8511"/>
            </a:solidFill>
            <a:round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Gerader Verbinder 105"/>
          <p:cNvCxnSpPr/>
          <p:nvPr/>
        </p:nvCxnSpPr>
        <p:spPr>
          <a:xfrm>
            <a:off x="5908231" y="838200"/>
            <a:ext cx="19667" cy="3224257"/>
          </a:xfrm>
          <a:prstGeom prst="line">
            <a:avLst/>
          </a:prstGeom>
          <a:ln w="38100" cap="rnd">
            <a:solidFill>
              <a:schemeClr val="tx1">
                <a:lumMod val="60000"/>
                <a:lumOff val="40000"/>
              </a:schemeClr>
            </a:solidFill>
            <a:round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Gerader Verbinder 109"/>
          <p:cNvCxnSpPr/>
          <p:nvPr/>
        </p:nvCxnSpPr>
        <p:spPr>
          <a:xfrm>
            <a:off x="6081878" y="2588716"/>
            <a:ext cx="711" cy="1614921"/>
          </a:xfrm>
          <a:prstGeom prst="line">
            <a:avLst/>
          </a:prstGeom>
          <a:ln w="38100" cap="rnd">
            <a:solidFill>
              <a:schemeClr val="tx1">
                <a:lumMod val="60000"/>
                <a:lumOff val="40000"/>
              </a:schemeClr>
            </a:solidFill>
            <a:round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Gerader Verbinder 112"/>
          <p:cNvCxnSpPr/>
          <p:nvPr/>
        </p:nvCxnSpPr>
        <p:spPr>
          <a:xfrm>
            <a:off x="5926603" y="4295451"/>
            <a:ext cx="1295" cy="221829"/>
          </a:xfrm>
          <a:prstGeom prst="line">
            <a:avLst/>
          </a:prstGeom>
          <a:ln w="38100" cap="rnd">
            <a:solidFill>
              <a:schemeClr val="tx1">
                <a:lumMod val="60000"/>
                <a:lumOff val="40000"/>
              </a:schemeClr>
            </a:solidFill>
            <a:round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" name="Gruppieren 86"/>
          <p:cNvGrpSpPr/>
          <p:nvPr/>
        </p:nvGrpSpPr>
        <p:grpSpPr>
          <a:xfrm rot="16200000">
            <a:off x="4327662" y="4420329"/>
            <a:ext cx="216000" cy="219053"/>
            <a:chOff x="4986923" y="3839290"/>
            <a:chExt cx="360000" cy="360000"/>
          </a:xfrm>
        </p:grpSpPr>
        <p:sp>
          <p:nvSpPr>
            <p:cNvPr id="88" name="Ellipse 87"/>
            <p:cNvSpPr/>
            <p:nvPr/>
          </p:nvSpPr>
          <p:spPr bwMode="auto">
            <a:xfrm flipH="1">
              <a:off x="4986923" y="3839290"/>
              <a:ext cx="360000" cy="3600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  <p:sp>
          <p:nvSpPr>
            <p:cNvPr id="89" name="Gleichschenkliges Dreieck 88"/>
            <p:cNvSpPr/>
            <p:nvPr/>
          </p:nvSpPr>
          <p:spPr bwMode="auto">
            <a:xfrm flipH="1">
              <a:off x="5022887" y="3839290"/>
              <a:ext cx="288032" cy="270030"/>
            </a:xfrm>
            <a:prstGeom prst="triangle">
              <a:avLst/>
            </a:prstGeom>
            <a:solidFill>
              <a:schemeClr val="tx1"/>
            </a:solidFill>
            <a:ln w="9525" cap="flat" cmpd="sng" algn="ctr">
              <a:solidFill>
                <a:schemeClr val="tx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</p:grpSp>
      <p:cxnSp>
        <p:nvCxnSpPr>
          <p:cNvPr id="121" name="Gerader Verbinder 120"/>
          <p:cNvCxnSpPr/>
          <p:nvPr/>
        </p:nvCxnSpPr>
        <p:spPr>
          <a:xfrm flipH="1">
            <a:off x="3384029" y="4545542"/>
            <a:ext cx="341763" cy="2074"/>
          </a:xfrm>
          <a:prstGeom prst="line">
            <a:avLst/>
          </a:prstGeom>
          <a:ln w="38100" cap="rnd">
            <a:solidFill>
              <a:schemeClr val="tx1">
                <a:lumMod val="60000"/>
                <a:lumOff val="40000"/>
              </a:schemeClr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Gerader Verbinder 123"/>
          <p:cNvCxnSpPr/>
          <p:nvPr/>
        </p:nvCxnSpPr>
        <p:spPr>
          <a:xfrm flipH="1">
            <a:off x="3374442" y="5066569"/>
            <a:ext cx="341763" cy="2074"/>
          </a:xfrm>
          <a:prstGeom prst="line">
            <a:avLst/>
          </a:prstGeom>
          <a:ln w="38100" cap="rnd">
            <a:solidFill>
              <a:schemeClr val="tx1">
                <a:lumMod val="60000"/>
                <a:lumOff val="40000"/>
              </a:schemeClr>
            </a:solidFill>
            <a:round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4" name="Gruppieren 93"/>
          <p:cNvGrpSpPr/>
          <p:nvPr/>
        </p:nvGrpSpPr>
        <p:grpSpPr>
          <a:xfrm>
            <a:off x="3725792" y="4456412"/>
            <a:ext cx="239580" cy="727701"/>
            <a:chOff x="3725792" y="4456412"/>
            <a:chExt cx="239580" cy="727701"/>
          </a:xfrm>
        </p:grpSpPr>
        <p:sp>
          <p:nvSpPr>
            <p:cNvPr id="86" name="Rechteck 85"/>
            <p:cNvSpPr/>
            <p:nvPr/>
          </p:nvSpPr>
          <p:spPr bwMode="auto">
            <a:xfrm>
              <a:off x="3725792" y="4456412"/>
              <a:ext cx="239579" cy="727701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  <p:cxnSp>
          <p:nvCxnSpPr>
            <p:cNvPr id="91" name="Gerader Verbinder 90"/>
            <p:cNvCxnSpPr/>
            <p:nvPr/>
          </p:nvCxnSpPr>
          <p:spPr>
            <a:xfrm flipH="1">
              <a:off x="3725792" y="4456412"/>
              <a:ext cx="239580" cy="72480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Rechteck 124"/>
          <p:cNvSpPr/>
          <p:nvPr/>
        </p:nvSpPr>
        <p:spPr bwMode="auto">
          <a:xfrm>
            <a:off x="386488" y="3626799"/>
            <a:ext cx="1135002" cy="981692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rPr>
              <a:t>Wärme-</a:t>
            </a:r>
            <a:br>
              <a: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rPr>
            </a:br>
            <a:r>
              <a: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rPr>
              <a:t>pumpe</a:t>
            </a:r>
          </a:p>
        </p:txBody>
      </p:sp>
      <p:sp>
        <p:nvSpPr>
          <p:cNvPr id="24" name="Freihandform 23"/>
          <p:cNvSpPr/>
          <p:nvPr/>
        </p:nvSpPr>
        <p:spPr>
          <a:xfrm>
            <a:off x="5768975" y="2670175"/>
            <a:ext cx="631825" cy="238125"/>
          </a:xfrm>
          <a:custGeom>
            <a:avLst/>
            <a:gdLst>
              <a:gd name="connsiteX0" fmla="*/ 25400 w 631825"/>
              <a:gd name="connsiteY0" fmla="*/ 233363 h 238125"/>
              <a:gd name="connsiteX1" fmla="*/ 26988 w 631825"/>
              <a:gd name="connsiteY1" fmla="*/ 225425 h 238125"/>
              <a:gd name="connsiteX2" fmla="*/ 30163 w 631825"/>
              <a:gd name="connsiteY2" fmla="*/ 220663 h 238125"/>
              <a:gd name="connsiteX3" fmla="*/ 28575 w 631825"/>
              <a:gd name="connsiteY3" fmla="*/ 173038 h 238125"/>
              <a:gd name="connsiteX4" fmla="*/ 19050 w 631825"/>
              <a:gd name="connsiteY4" fmla="*/ 166688 h 238125"/>
              <a:gd name="connsiteX5" fmla="*/ 14288 w 631825"/>
              <a:gd name="connsiteY5" fmla="*/ 160338 h 238125"/>
              <a:gd name="connsiteX6" fmla="*/ 9525 w 631825"/>
              <a:gd name="connsiteY6" fmla="*/ 150813 h 238125"/>
              <a:gd name="connsiteX7" fmla="*/ 4763 w 631825"/>
              <a:gd name="connsiteY7" fmla="*/ 147638 h 238125"/>
              <a:gd name="connsiteX8" fmla="*/ 3175 w 631825"/>
              <a:gd name="connsiteY8" fmla="*/ 139700 h 238125"/>
              <a:gd name="connsiteX9" fmla="*/ 1588 w 631825"/>
              <a:gd name="connsiteY9" fmla="*/ 134938 h 238125"/>
              <a:gd name="connsiteX10" fmla="*/ 0 w 631825"/>
              <a:gd name="connsiteY10" fmla="*/ 125413 h 238125"/>
              <a:gd name="connsiteX11" fmla="*/ 3175 w 631825"/>
              <a:gd name="connsiteY11" fmla="*/ 84138 h 238125"/>
              <a:gd name="connsiteX12" fmla="*/ 11113 w 631825"/>
              <a:gd name="connsiteY12" fmla="*/ 69850 h 238125"/>
              <a:gd name="connsiteX13" fmla="*/ 25400 w 631825"/>
              <a:gd name="connsiteY13" fmla="*/ 58738 h 238125"/>
              <a:gd name="connsiteX14" fmla="*/ 30163 w 631825"/>
              <a:gd name="connsiteY14" fmla="*/ 53975 h 238125"/>
              <a:gd name="connsiteX15" fmla="*/ 38100 w 631825"/>
              <a:gd name="connsiteY15" fmla="*/ 52388 h 238125"/>
              <a:gd name="connsiteX16" fmla="*/ 49213 w 631825"/>
              <a:gd name="connsiteY16" fmla="*/ 49213 h 238125"/>
              <a:gd name="connsiteX17" fmla="*/ 57150 w 631825"/>
              <a:gd name="connsiteY17" fmla="*/ 46038 h 238125"/>
              <a:gd name="connsiteX18" fmla="*/ 61913 w 631825"/>
              <a:gd name="connsiteY18" fmla="*/ 44450 h 238125"/>
              <a:gd name="connsiteX19" fmla="*/ 71438 w 631825"/>
              <a:gd name="connsiteY19" fmla="*/ 39688 h 238125"/>
              <a:gd name="connsiteX20" fmla="*/ 76200 w 631825"/>
              <a:gd name="connsiteY20" fmla="*/ 36513 h 238125"/>
              <a:gd name="connsiteX21" fmla="*/ 85725 w 631825"/>
              <a:gd name="connsiteY21" fmla="*/ 33338 h 238125"/>
              <a:gd name="connsiteX22" fmla="*/ 96838 w 631825"/>
              <a:gd name="connsiteY22" fmla="*/ 30163 h 238125"/>
              <a:gd name="connsiteX23" fmla="*/ 107950 w 631825"/>
              <a:gd name="connsiteY23" fmla="*/ 28575 h 238125"/>
              <a:gd name="connsiteX24" fmla="*/ 117475 w 631825"/>
              <a:gd name="connsiteY24" fmla="*/ 25400 h 238125"/>
              <a:gd name="connsiteX25" fmla="*/ 130175 w 631825"/>
              <a:gd name="connsiteY25" fmla="*/ 22225 h 238125"/>
              <a:gd name="connsiteX26" fmla="*/ 134938 w 631825"/>
              <a:gd name="connsiteY26" fmla="*/ 19050 h 238125"/>
              <a:gd name="connsiteX27" fmla="*/ 149225 w 631825"/>
              <a:gd name="connsiteY27" fmla="*/ 17463 h 238125"/>
              <a:gd name="connsiteX28" fmla="*/ 158750 w 631825"/>
              <a:gd name="connsiteY28" fmla="*/ 15875 h 238125"/>
              <a:gd name="connsiteX29" fmla="*/ 180975 w 631825"/>
              <a:gd name="connsiteY29" fmla="*/ 11113 h 238125"/>
              <a:gd name="connsiteX30" fmla="*/ 230188 w 631825"/>
              <a:gd name="connsiteY30" fmla="*/ 6350 h 238125"/>
              <a:gd name="connsiteX31" fmla="*/ 269875 w 631825"/>
              <a:gd name="connsiteY31" fmla="*/ 3175 h 238125"/>
              <a:gd name="connsiteX32" fmla="*/ 284163 w 631825"/>
              <a:gd name="connsiteY32" fmla="*/ 1588 h 238125"/>
              <a:gd name="connsiteX33" fmla="*/ 373063 w 631825"/>
              <a:gd name="connsiteY33" fmla="*/ 0 h 238125"/>
              <a:gd name="connsiteX34" fmla="*/ 554038 w 631825"/>
              <a:gd name="connsiteY34" fmla="*/ 1588 h 238125"/>
              <a:gd name="connsiteX35" fmla="*/ 561975 w 631825"/>
              <a:gd name="connsiteY35" fmla="*/ 3175 h 238125"/>
              <a:gd name="connsiteX36" fmla="*/ 571500 w 631825"/>
              <a:gd name="connsiteY36" fmla="*/ 6350 h 238125"/>
              <a:gd name="connsiteX37" fmla="*/ 582613 w 631825"/>
              <a:gd name="connsiteY37" fmla="*/ 11113 h 238125"/>
              <a:gd name="connsiteX38" fmla="*/ 596900 w 631825"/>
              <a:gd name="connsiteY38" fmla="*/ 19050 h 238125"/>
              <a:gd name="connsiteX39" fmla="*/ 601663 w 631825"/>
              <a:gd name="connsiteY39" fmla="*/ 22225 h 238125"/>
              <a:gd name="connsiteX40" fmla="*/ 609600 w 631825"/>
              <a:gd name="connsiteY40" fmla="*/ 25400 h 238125"/>
              <a:gd name="connsiteX41" fmla="*/ 612775 w 631825"/>
              <a:gd name="connsiteY41" fmla="*/ 30163 h 238125"/>
              <a:gd name="connsiteX42" fmla="*/ 617538 w 631825"/>
              <a:gd name="connsiteY42" fmla="*/ 33338 h 238125"/>
              <a:gd name="connsiteX43" fmla="*/ 625475 w 631825"/>
              <a:gd name="connsiteY43" fmla="*/ 42863 h 238125"/>
              <a:gd name="connsiteX44" fmla="*/ 631825 w 631825"/>
              <a:gd name="connsiteY44" fmla="*/ 52388 h 238125"/>
              <a:gd name="connsiteX45" fmla="*/ 630238 w 631825"/>
              <a:gd name="connsiteY45" fmla="*/ 76200 h 238125"/>
              <a:gd name="connsiteX46" fmla="*/ 622300 w 631825"/>
              <a:gd name="connsiteY46" fmla="*/ 90488 h 238125"/>
              <a:gd name="connsiteX47" fmla="*/ 614363 w 631825"/>
              <a:gd name="connsiteY47" fmla="*/ 100013 h 238125"/>
              <a:gd name="connsiteX48" fmla="*/ 609600 w 631825"/>
              <a:gd name="connsiteY48" fmla="*/ 101600 h 238125"/>
              <a:gd name="connsiteX49" fmla="*/ 606425 w 631825"/>
              <a:gd name="connsiteY49" fmla="*/ 106363 h 238125"/>
              <a:gd name="connsiteX50" fmla="*/ 596900 w 631825"/>
              <a:gd name="connsiteY50" fmla="*/ 111125 h 238125"/>
              <a:gd name="connsiteX51" fmla="*/ 582613 w 631825"/>
              <a:gd name="connsiteY51" fmla="*/ 120650 h 238125"/>
              <a:gd name="connsiteX52" fmla="*/ 577850 w 631825"/>
              <a:gd name="connsiteY52" fmla="*/ 123825 h 238125"/>
              <a:gd name="connsiteX53" fmla="*/ 573088 w 631825"/>
              <a:gd name="connsiteY53" fmla="*/ 125413 h 238125"/>
              <a:gd name="connsiteX54" fmla="*/ 568325 w 631825"/>
              <a:gd name="connsiteY54" fmla="*/ 128588 h 238125"/>
              <a:gd name="connsiteX55" fmla="*/ 558800 w 631825"/>
              <a:gd name="connsiteY55" fmla="*/ 131763 h 238125"/>
              <a:gd name="connsiteX56" fmla="*/ 554038 w 631825"/>
              <a:gd name="connsiteY56" fmla="*/ 133350 h 238125"/>
              <a:gd name="connsiteX57" fmla="*/ 544513 w 631825"/>
              <a:gd name="connsiteY57" fmla="*/ 141288 h 238125"/>
              <a:gd name="connsiteX58" fmla="*/ 534988 w 631825"/>
              <a:gd name="connsiteY58" fmla="*/ 149225 h 238125"/>
              <a:gd name="connsiteX59" fmla="*/ 528638 w 631825"/>
              <a:gd name="connsiteY59" fmla="*/ 158750 h 238125"/>
              <a:gd name="connsiteX60" fmla="*/ 525463 w 631825"/>
              <a:gd name="connsiteY60" fmla="*/ 163513 h 238125"/>
              <a:gd name="connsiteX61" fmla="*/ 517525 w 631825"/>
              <a:gd name="connsiteY61" fmla="*/ 173038 h 238125"/>
              <a:gd name="connsiteX62" fmla="*/ 512763 w 631825"/>
              <a:gd name="connsiteY62" fmla="*/ 177800 h 238125"/>
              <a:gd name="connsiteX63" fmla="*/ 509588 w 631825"/>
              <a:gd name="connsiteY63" fmla="*/ 182563 h 238125"/>
              <a:gd name="connsiteX64" fmla="*/ 506413 w 631825"/>
              <a:gd name="connsiteY64" fmla="*/ 192088 h 238125"/>
              <a:gd name="connsiteX65" fmla="*/ 498475 w 631825"/>
              <a:gd name="connsiteY65" fmla="*/ 201613 h 238125"/>
              <a:gd name="connsiteX66" fmla="*/ 495300 w 631825"/>
              <a:gd name="connsiteY66" fmla="*/ 211138 h 238125"/>
              <a:gd name="connsiteX67" fmla="*/ 493713 w 631825"/>
              <a:gd name="connsiteY67" fmla="*/ 238125 h 238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631825" h="238125">
                <a:moveTo>
                  <a:pt x="25400" y="233363"/>
                </a:moveTo>
                <a:cubicBezTo>
                  <a:pt x="25929" y="230717"/>
                  <a:pt x="26040" y="227952"/>
                  <a:pt x="26988" y="225425"/>
                </a:cubicBezTo>
                <a:cubicBezTo>
                  <a:pt x="27658" y="223639"/>
                  <a:pt x="30105" y="222570"/>
                  <a:pt x="30163" y="220663"/>
                </a:cubicBezTo>
                <a:cubicBezTo>
                  <a:pt x="30644" y="204786"/>
                  <a:pt x="31778" y="188595"/>
                  <a:pt x="28575" y="173038"/>
                </a:cubicBezTo>
                <a:cubicBezTo>
                  <a:pt x="27805" y="169301"/>
                  <a:pt x="19050" y="166688"/>
                  <a:pt x="19050" y="166688"/>
                </a:cubicBezTo>
                <a:cubicBezTo>
                  <a:pt x="17463" y="164571"/>
                  <a:pt x="15601" y="162635"/>
                  <a:pt x="14288" y="160338"/>
                </a:cubicBezTo>
                <a:cubicBezTo>
                  <a:pt x="10845" y="154313"/>
                  <a:pt x="15055" y="156343"/>
                  <a:pt x="9525" y="150813"/>
                </a:cubicBezTo>
                <a:cubicBezTo>
                  <a:pt x="8176" y="149464"/>
                  <a:pt x="6350" y="148696"/>
                  <a:pt x="4763" y="147638"/>
                </a:cubicBezTo>
                <a:cubicBezTo>
                  <a:pt x="4234" y="144992"/>
                  <a:pt x="3829" y="142318"/>
                  <a:pt x="3175" y="139700"/>
                </a:cubicBezTo>
                <a:cubicBezTo>
                  <a:pt x="2769" y="138077"/>
                  <a:pt x="1951" y="136571"/>
                  <a:pt x="1588" y="134938"/>
                </a:cubicBezTo>
                <a:cubicBezTo>
                  <a:pt x="890" y="131796"/>
                  <a:pt x="529" y="128588"/>
                  <a:pt x="0" y="125413"/>
                </a:cubicBezTo>
                <a:cubicBezTo>
                  <a:pt x="1048" y="102355"/>
                  <a:pt x="-1118" y="99164"/>
                  <a:pt x="3175" y="84138"/>
                </a:cubicBezTo>
                <a:cubicBezTo>
                  <a:pt x="4772" y="78549"/>
                  <a:pt x="6567" y="74396"/>
                  <a:pt x="11113" y="69850"/>
                </a:cubicBezTo>
                <a:cubicBezTo>
                  <a:pt x="21821" y="59142"/>
                  <a:pt x="16378" y="61745"/>
                  <a:pt x="25400" y="58738"/>
                </a:cubicBezTo>
                <a:cubicBezTo>
                  <a:pt x="26988" y="57150"/>
                  <a:pt x="28155" y="54979"/>
                  <a:pt x="30163" y="53975"/>
                </a:cubicBezTo>
                <a:cubicBezTo>
                  <a:pt x="32576" y="52768"/>
                  <a:pt x="35466" y="52973"/>
                  <a:pt x="38100" y="52388"/>
                </a:cubicBezTo>
                <a:cubicBezTo>
                  <a:pt x="42183" y="51481"/>
                  <a:pt x="45364" y="50656"/>
                  <a:pt x="49213" y="49213"/>
                </a:cubicBezTo>
                <a:cubicBezTo>
                  <a:pt x="51881" y="48213"/>
                  <a:pt x="54482" y="47039"/>
                  <a:pt x="57150" y="46038"/>
                </a:cubicBezTo>
                <a:cubicBezTo>
                  <a:pt x="58717" y="45450"/>
                  <a:pt x="60416" y="45199"/>
                  <a:pt x="61913" y="44450"/>
                </a:cubicBezTo>
                <a:cubicBezTo>
                  <a:pt x="74215" y="38298"/>
                  <a:pt x="59472" y="43675"/>
                  <a:pt x="71438" y="39688"/>
                </a:cubicBezTo>
                <a:cubicBezTo>
                  <a:pt x="73025" y="38630"/>
                  <a:pt x="74457" y="37288"/>
                  <a:pt x="76200" y="36513"/>
                </a:cubicBezTo>
                <a:cubicBezTo>
                  <a:pt x="79258" y="35154"/>
                  <a:pt x="82550" y="34396"/>
                  <a:pt x="85725" y="33338"/>
                </a:cubicBezTo>
                <a:cubicBezTo>
                  <a:pt x="89811" y="31976"/>
                  <a:pt x="92445" y="30962"/>
                  <a:pt x="96838" y="30163"/>
                </a:cubicBezTo>
                <a:cubicBezTo>
                  <a:pt x="100519" y="29494"/>
                  <a:pt x="104246" y="29104"/>
                  <a:pt x="107950" y="28575"/>
                </a:cubicBezTo>
                <a:cubicBezTo>
                  <a:pt x="111125" y="27517"/>
                  <a:pt x="114193" y="26056"/>
                  <a:pt x="117475" y="25400"/>
                </a:cubicBezTo>
                <a:cubicBezTo>
                  <a:pt x="120500" y="24795"/>
                  <a:pt x="126917" y="23854"/>
                  <a:pt x="130175" y="22225"/>
                </a:cubicBezTo>
                <a:cubicBezTo>
                  <a:pt x="131882" y="21372"/>
                  <a:pt x="133087" y="19513"/>
                  <a:pt x="134938" y="19050"/>
                </a:cubicBezTo>
                <a:cubicBezTo>
                  <a:pt x="139587" y="17888"/>
                  <a:pt x="144475" y="18096"/>
                  <a:pt x="149225" y="17463"/>
                </a:cubicBezTo>
                <a:cubicBezTo>
                  <a:pt x="152416" y="17038"/>
                  <a:pt x="155603" y="16550"/>
                  <a:pt x="158750" y="15875"/>
                </a:cubicBezTo>
                <a:cubicBezTo>
                  <a:pt x="169960" y="13473"/>
                  <a:pt x="170548" y="12271"/>
                  <a:pt x="180975" y="11113"/>
                </a:cubicBezTo>
                <a:cubicBezTo>
                  <a:pt x="197355" y="9293"/>
                  <a:pt x="213789" y="7990"/>
                  <a:pt x="230188" y="6350"/>
                </a:cubicBezTo>
                <a:cubicBezTo>
                  <a:pt x="248054" y="1885"/>
                  <a:pt x="230670" y="5789"/>
                  <a:pt x="269875" y="3175"/>
                </a:cubicBezTo>
                <a:cubicBezTo>
                  <a:pt x="274656" y="2856"/>
                  <a:pt x="279373" y="1735"/>
                  <a:pt x="284163" y="1588"/>
                </a:cubicBezTo>
                <a:cubicBezTo>
                  <a:pt x="313787" y="676"/>
                  <a:pt x="343430" y="529"/>
                  <a:pt x="373063" y="0"/>
                </a:cubicBezTo>
                <a:lnTo>
                  <a:pt x="554038" y="1588"/>
                </a:lnTo>
                <a:cubicBezTo>
                  <a:pt x="556736" y="1633"/>
                  <a:pt x="559372" y="2465"/>
                  <a:pt x="561975" y="3175"/>
                </a:cubicBezTo>
                <a:cubicBezTo>
                  <a:pt x="565204" y="4056"/>
                  <a:pt x="568325" y="5292"/>
                  <a:pt x="571500" y="6350"/>
                </a:cubicBezTo>
                <a:cubicBezTo>
                  <a:pt x="576426" y="7992"/>
                  <a:pt x="577711" y="8172"/>
                  <a:pt x="582613" y="11113"/>
                </a:cubicBezTo>
                <a:cubicBezTo>
                  <a:pt x="596259" y="19300"/>
                  <a:pt x="587321" y="15858"/>
                  <a:pt x="596900" y="19050"/>
                </a:cubicBezTo>
                <a:cubicBezTo>
                  <a:pt x="598488" y="20108"/>
                  <a:pt x="599956" y="21372"/>
                  <a:pt x="601663" y="22225"/>
                </a:cubicBezTo>
                <a:cubicBezTo>
                  <a:pt x="604212" y="23499"/>
                  <a:pt x="607281" y="23744"/>
                  <a:pt x="609600" y="25400"/>
                </a:cubicBezTo>
                <a:cubicBezTo>
                  <a:pt x="611153" y="26509"/>
                  <a:pt x="611426" y="28814"/>
                  <a:pt x="612775" y="30163"/>
                </a:cubicBezTo>
                <a:cubicBezTo>
                  <a:pt x="614124" y="31512"/>
                  <a:pt x="615950" y="32280"/>
                  <a:pt x="617538" y="33338"/>
                </a:cubicBezTo>
                <a:cubicBezTo>
                  <a:pt x="628888" y="50361"/>
                  <a:pt x="611209" y="24520"/>
                  <a:pt x="625475" y="42863"/>
                </a:cubicBezTo>
                <a:cubicBezTo>
                  <a:pt x="627818" y="45875"/>
                  <a:pt x="631825" y="52388"/>
                  <a:pt x="631825" y="52388"/>
                </a:cubicBezTo>
                <a:cubicBezTo>
                  <a:pt x="631296" y="60325"/>
                  <a:pt x="631116" y="68294"/>
                  <a:pt x="630238" y="76200"/>
                </a:cubicBezTo>
                <a:cubicBezTo>
                  <a:pt x="629679" y="81229"/>
                  <a:pt x="624480" y="87219"/>
                  <a:pt x="622300" y="90488"/>
                </a:cubicBezTo>
                <a:cubicBezTo>
                  <a:pt x="619959" y="94000"/>
                  <a:pt x="618027" y="97570"/>
                  <a:pt x="614363" y="100013"/>
                </a:cubicBezTo>
                <a:cubicBezTo>
                  <a:pt x="612971" y="100941"/>
                  <a:pt x="611188" y="101071"/>
                  <a:pt x="609600" y="101600"/>
                </a:cubicBezTo>
                <a:cubicBezTo>
                  <a:pt x="608542" y="103188"/>
                  <a:pt x="607774" y="105014"/>
                  <a:pt x="606425" y="106363"/>
                </a:cubicBezTo>
                <a:cubicBezTo>
                  <a:pt x="603347" y="109441"/>
                  <a:pt x="600774" y="109834"/>
                  <a:pt x="596900" y="111125"/>
                </a:cubicBezTo>
                <a:lnTo>
                  <a:pt x="582613" y="120650"/>
                </a:lnTo>
                <a:cubicBezTo>
                  <a:pt x="581025" y="121708"/>
                  <a:pt x="579660" y="123221"/>
                  <a:pt x="577850" y="123825"/>
                </a:cubicBezTo>
                <a:cubicBezTo>
                  <a:pt x="576263" y="124354"/>
                  <a:pt x="574585" y="124665"/>
                  <a:pt x="573088" y="125413"/>
                </a:cubicBezTo>
                <a:cubicBezTo>
                  <a:pt x="571381" y="126266"/>
                  <a:pt x="570069" y="127813"/>
                  <a:pt x="568325" y="128588"/>
                </a:cubicBezTo>
                <a:cubicBezTo>
                  <a:pt x="565267" y="129947"/>
                  <a:pt x="561975" y="130705"/>
                  <a:pt x="558800" y="131763"/>
                </a:cubicBezTo>
                <a:lnTo>
                  <a:pt x="554038" y="133350"/>
                </a:lnTo>
                <a:cubicBezTo>
                  <a:pt x="542212" y="141233"/>
                  <a:pt x="556736" y="131101"/>
                  <a:pt x="544513" y="141288"/>
                </a:cubicBezTo>
                <a:cubicBezTo>
                  <a:pt x="538718" y="146117"/>
                  <a:pt x="540115" y="142632"/>
                  <a:pt x="534988" y="149225"/>
                </a:cubicBezTo>
                <a:cubicBezTo>
                  <a:pt x="532645" y="152237"/>
                  <a:pt x="530755" y="155575"/>
                  <a:pt x="528638" y="158750"/>
                </a:cubicBezTo>
                <a:cubicBezTo>
                  <a:pt x="527580" y="160338"/>
                  <a:pt x="526812" y="162164"/>
                  <a:pt x="525463" y="163513"/>
                </a:cubicBezTo>
                <a:cubicBezTo>
                  <a:pt x="511558" y="177415"/>
                  <a:pt x="528568" y="159786"/>
                  <a:pt x="517525" y="173038"/>
                </a:cubicBezTo>
                <a:cubicBezTo>
                  <a:pt x="516088" y="174763"/>
                  <a:pt x="514200" y="176075"/>
                  <a:pt x="512763" y="177800"/>
                </a:cubicBezTo>
                <a:cubicBezTo>
                  <a:pt x="511542" y="179266"/>
                  <a:pt x="510363" y="180819"/>
                  <a:pt x="509588" y="182563"/>
                </a:cubicBezTo>
                <a:cubicBezTo>
                  <a:pt x="508229" y="185621"/>
                  <a:pt x="508780" y="189722"/>
                  <a:pt x="506413" y="192088"/>
                </a:cubicBezTo>
                <a:cubicBezTo>
                  <a:pt x="500301" y="198199"/>
                  <a:pt x="502895" y="194982"/>
                  <a:pt x="498475" y="201613"/>
                </a:cubicBezTo>
                <a:lnTo>
                  <a:pt x="495300" y="211138"/>
                </a:lnTo>
                <a:cubicBezTo>
                  <a:pt x="491371" y="222927"/>
                  <a:pt x="493713" y="214234"/>
                  <a:pt x="493713" y="238125"/>
                </a:cubicBezTo>
              </a:path>
            </a:pathLst>
          </a:custGeom>
          <a:noFill/>
          <a:ln w="25400">
            <a:solidFill>
              <a:srgbClr val="EF851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5" name="Grafik 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9564" y="777516"/>
            <a:ext cx="1344506" cy="1578870"/>
          </a:xfrm>
          <a:prstGeom prst="rect">
            <a:avLst/>
          </a:prstGeom>
        </p:spPr>
      </p:pic>
      <p:sp>
        <p:nvSpPr>
          <p:cNvPr id="28" name="Ovale Legende 27"/>
          <p:cNvSpPr/>
          <p:nvPr/>
        </p:nvSpPr>
        <p:spPr>
          <a:xfrm>
            <a:off x="8555219" y="172956"/>
            <a:ext cx="3304153" cy="2877522"/>
          </a:xfrm>
          <a:prstGeom prst="wedgeEllipseCallout">
            <a:avLst>
              <a:gd name="adj1" fmla="val -109813"/>
              <a:gd name="adj2" fmla="val 3955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7" name="Gerader Verbinder 66"/>
          <p:cNvCxnSpPr/>
          <p:nvPr/>
        </p:nvCxnSpPr>
        <p:spPr>
          <a:xfrm>
            <a:off x="8971646" y="1354857"/>
            <a:ext cx="898251" cy="1"/>
          </a:xfrm>
          <a:prstGeom prst="line">
            <a:avLst/>
          </a:prstGeom>
          <a:ln w="38100" cap="rnd">
            <a:solidFill>
              <a:srgbClr val="EF851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r Verbinder 67"/>
          <p:cNvCxnSpPr/>
          <p:nvPr/>
        </p:nvCxnSpPr>
        <p:spPr>
          <a:xfrm>
            <a:off x="10419769" y="1391468"/>
            <a:ext cx="891728" cy="5399"/>
          </a:xfrm>
          <a:prstGeom prst="line">
            <a:avLst/>
          </a:prstGeom>
          <a:ln w="38100" cap="rnd">
            <a:solidFill>
              <a:srgbClr val="EF8511"/>
            </a:solidFill>
            <a:round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Freihandform 68"/>
          <p:cNvSpPr/>
          <p:nvPr/>
        </p:nvSpPr>
        <p:spPr>
          <a:xfrm rot="11024236">
            <a:off x="9794009" y="1403249"/>
            <a:ext cx="658499" cy="355449"/>
          </a:xfrm>
          <a:custGeom>
            <a:avLst/>
            <a:gdLst>
              <a:gd name="connsiteX0" fmla="*/ 25400 w 631825"/>
              <a:gd name="connsiteY0" fmla="*/ 233363 h 238125"/>
              <a:gd name="connsiteX1" fmla="*/ 26988 w 631825"/>
              <a:gd name="connsiteY1" fmla="*/ 225425 h 238125"/>
              <a:gd name="connsiteX2" fmla="*/ 30163 w 631825"/>
              <a:gd name="connsiteY2" fmla="*/ 220663 h 238125"/>
              <a:gd name="connsiteX3" fmla="*/ 28575 w 631825"/>
              <a:gd name="connsiteY3" fmla="*/ 173038 h 238125"/>
              <a:gd name="connsiteX4" fmla="*/ 19050 w 631825"/>
              <a:gd name="connsiteY4" fmla="*/ 166688 h 238125"/>
              <a:gd name="connsiteX5" fmla="*/ 14288 w 631825"/>
              <a:gd name="connsiteY5" fmla="*/ 160338 h 238125"/>
              <a:gd name="connsiteX6" fmla="*/ 9525 w 631825"/>
              <a:gd name="connsiteY6" fmla="*/ 150813 h 238125"/>
              <a:gd name="connsiteX7" fmla="*/ 4763 w 631825"/>
              <a:gd name="connsiteY7" fmla="*/ 147638 h 238125"/>
              <a:gd name="connsiteX8" fmla="*/ 3175 w 631825"/>
              <a:gd name="connsiteY8" fmla="*/ 139700 h 238125"/>
              <a:gd name="connsiteX9" fmla="*/ 1588 w 631825"/>
              <a:gd name="connsiteY9" fmla="*/ 134938 h 238125"/>
              <a:gd name="connsiteX10" fmla="*/ 0 w 631825"/>
              <a:gd name="connsiteY10" fmla="*/ 125413 h 238125"/>
              <a:gd name="connsiteX11" fmla="*/ 3175 w 631825"/>
              <a:gd name="connsiteY11" fmla="*/ 84138 h 238125"/>
              <a:gd name="connsiteX12" fmla="*/ 11113 w 631825"/>
              <a:gd name="connsiteY12" fmla="*/ 69850 h 238125"/>
              <a:gd name="connsiteX13" fmla="*/ 25400 w 631825"/>
              <a:gd name="connsiteY13" fmla="*/ 58738 h 238125"/>
              <a:gd name="connsiteX14" fmla="*/ 30163 w 631825"/>
              <a:gd name="connsiteY14" fmla="*/ 53975 h 238125"/>
              <a:gd name="connsiteX15" fmla="*/ 38100 w 631825"/>
              <a:gd name="connsiteY15" fmla="*/ 52388 h 238125"/>
              <a:gd name="connsiteX16" fmla="*/ 49213 w 631825"/>
              <a:gd name="connsiteY16" fmla="*/ 49213 h 238125"/>
              <a:gd name="connsiteX17" fmla="*/ 57150 w 631825"/>
              <a:gd name="connsiteY17" fmla="*/ 46038 h 238125"/>
              <a:gd name="connsiteX18" fmla="*/ 61913 w 631825"/>
              <a:gd name="connsiteY18" fmla="*/ 44450 h 238125"/>
              <a:gd name="connsiteX19" fmla="*/ 71438 w 631825"/>
              <a:gd name="connsiteY19" fmla="*/ 39688 h 238125"/>
              <a:gd name="connsiteX20" fmla="*/ 76200 w 631825"/>
              <a:gd name="connsiteY20" fmla="*/ 36513 h 238125"/>
              <a:gd name="connsiteX21" fmla="*/ 85725 w 631825"/>
              <a:gd name="connsiteY21" fmla="*/ 33338 h 238125"/>
              <a:gd name="connsiteX22" fmla="*/ 96838 w 631825"/>
              <a:gd name="connsiteY22" fmla="*/ 30163 h 238125"/>
              <a:gd name="connsiteX23" fmla="*/ 107950 w 631825"/>
              <a:gd name="connsiteY23" fmla="*/ 28575 h 238125"/>
              <a:gd name="connsiteX24" fmla="*/ 117475 w 631825"/>
              <a:gd name="connsiteY24" fmla="*/ 25400 h 238125"/>
              <a:gd name="connsiteX25" fmla="*/ 130175 w 631825"/>
              <a:gd name="connsiteY25" fmla="*/ 22225 h 238125"/>
              <a:gd name="connsiteX26" fmla="*/ 134938 w 631825"/>
              <a:gd name="connsiteY26" fmla="*/ 19050 h 238125"/>
              <a:gd name="connsiteX27" fmla="*/ 149225 w 631825"/>
              <a:gd name="connsiteY27" fmla="*/ 17463 h 238125"/>
              <a:gd name="connsiteX28" fmla="*/ 158750 w 631825"/>
              <a:gd name="connsiteY28" fmla="*/ 15875 h 238125"/>
              <a:gd name="connsiteX29" fmla="*/ 180975 w 631825"/>
              <a:gd name="connsiteY29" fmla="*/ 11113 h 238125"/>
              <a:gd name="connsiteX30" fmla="*/ 230188 w 631825"/>
              <a:gd name="connsiteY30" fmla="*/ 6350 h 238125"/>
              <a:gd name="connsiteX31" fmla="*/ 269875 w 631825"/>
              <a:gd name="connsiteY31" fmla="*/ 3175 h 238125"/>
              <a:gd name="connsiteX32" fmla="*/ 284163 w 631825"/>
              <a:gd name="connsiteY32" fmla="*/ 1588 h 238125"/>
              <a:gd name="connsiteX33" fmla="*/ 373063 w 631825"/>
              <a:gd name="connsiteY33" fmla="*/ 0 h 238125"/>
              <a:gd name="connsiteX34" fmla="*/ 554038 w 631825"/>
              <a:gd name="connsiteY34" fmla="*/ 1588 h 238125"/>
              <a:gd name="connsiteX35" fmla="*/ 561975 w 631825"/>
              <a:gd name="connsiteY35" fmla="*/ 3175 h 238125"/>
              <a:gd name="connsiteX36" fmla="*/ 571500 w 631825"/>
              <a:gd name="connsiteY36" fmla="*/ 6350 h 238125"/>
              <a:gd name="connsiteX37" fmla="*/ 582613 w 631825"/>
              <a:gd name="connsiteY37" fmla="*/ 11113 h 238125"/>
              <a:gd name="connsiteX38" fmla="*/ 596900 w 631825"/>
              <a:gd name="connsiteY38" fmla="*/ 19050 h 238125"/>
              <a:gd name="connsiteX39" fmla="*/ 601663 w 631825"/>
              <a:gd name="connsiteY39" fmla="*/ 22225 h 238125"/>
              <a:gd name="connsiteX40" fmla="*/ 609600 w 631825"/>
              <a:gd name="connsiteY40" fmla="*/ 25400 h 238125"/>
              <a:gd name="connsiteX41" fmla="*/ 612775 w 631825"/>
              <a:gd name="connsiteY41" fmla="*/ 30163 h 238125"/>
              <a:gd name="connsiteX42" fmla="*/ 617538 w 631825"/>
              <a:gd name="connsiteY42" fmla="*/ 33338 h 238125"/>
              <a:gd name="connsiteX43" fmla="*/ 625475 w 631825"/>
              <a:gd name="connsiteY43" fmla="*/ 42863 h 238125"/>
              <a:gd name="connsiteX44" fmla="*/ 631825 w 631825"/>
              <a:gd name="connsiteY44" fmla="*/ 52388 h 238125"/>
              <a:gd name="connsiteX45" fmla="*/ 630238 w 631825"/>
              <a:gd name="connsiteY45" fmla="*/ 76200 h 238125"/>
              <a:gd name="connsiteX46" fmla="*/ 622300 w 631825"/>
              <a:gd name="connsiteY46" fmla="*/ 90488 h 238125"/>
              <a:gd name="connsiteX47" fmla="*/ 614363 w 631825"/>
              <a:gd name="connsiteY47" fmla="*/ 100013 h 238125"/>
              <a:gd name="connsiteX48" fmla="*/ 609600 w 631825"/>
              <a:gd name="connsiteY48" fmla="*/ 101600 h 238125"/>
              <a:gd name="connsiteX49" fmla="*/ 606425 w 631825"/>
              <a:gd name="connsiteY49" fmla="*/ 106363 h 238125"/>
              <a:gd name="connsiteX50" fmla="*/ 596900 w 631825"/>
              <a:gd name="connsiteY50" fmla="*/ 111125 h 238125"/>
              <a:gd name="connsiteX51" fmla="*/ 582613 w 631825"/>
              <a:gd name="connsiteY51" fmla="*/ 120650 h 238125"/>
              <a:gd name="connsiteX52" fmla="*/ 577850 w 631825"/>
              <a:gd name="connsiteY52" fmla="*/ 123825 h 238125"/>
              <a:gd name="connsiteX53" fmla="*/ 573088 w 631825"/>
              <a:gd name="connsiteY53" fmla="*/ 125413 h 238125"/>
              <a:gd name="connsiteX54" fmla="*/ 568325 w 631825"/>
              <a:gd name="connsiteY54" fmla="*/ 128588 h 238125"/>
              <a:gd name="connsiteX55" fmla="*/ 558800 w 631825"/>
              <a:gd name="connsiteY55" fmla="*/ 131763 h 238125"/>
              <a:gd name="connsiteX56" fmla="*/ 554038 w 631825"/>
              <a:gd name="connsiteY56" fmla="*/ 133350 h 238125"/>
              <a:gd name="connsiteX57" fmla="*/ 544513 w 631825"/>
              <a:gd name="connsiteY57" fmla="*/ 141288 h 238125"/>
              <a:gd name="connsiteX58" fmla="*/ 534988 w 631825"/>
              <a:gd name="connsiteY58" fmla="*/ 149225 h 238125"/>
              <a:gd name="connsiteX59" fmla="*/ 528638 w 631825"/>
              <a:gd name="connsiteY59" fmla="*/ 158750 h 238125"/>
              <a:gd name="connsiteX60" fmla="*/ 525463 w 631825"/>
              <a:gd name="connsiteY60" fmla="*/ 163513 h 238125"/>
              <a:gd name="connsiteX61" fmla="*/ 517525 w 631825"/>
              <a:gd name="connsiteY61" fmla="*/ 173038 h 238125"/>
              <a:gd name="connsiteX62" fmla="*/ 512763 w 631825"/>
              <a:gd name="connsiteY62" fmla="*/ 177800 h 238125"/>
              <a:gd name="connsiteX63" fmla="*/ 509588 w 631825"/>
              <a:gd name="connsiteY63" fmla="*/ 182563 h 238125"/>
              <a:gd name="connsiteX64" fmla="*/ 506413 w 631825"/>
              <a:gd name="connsiteY64" fmla="*/ 192088 h 238125"/>
              <a:gd name="connsiteX65" fmla="*/ 498475 w 631825"/>
              <a:gd name="connsiteY65" fmla="*/ 201613 h 238125"/>
              <a:gd name="connsiteX66" fmla="*/ 495300 w 631825"/>
              <a:gd name="connsiteY66" fmla="*/ 211138 h 238125"/>
              <a:gd name="connsiteX67" fmla="*/ 493713 w 631825"/>
              <a:gd name="connsiteY67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622300 w 632774"/>
              <a:gd name="connsiteY46" fmla="*/ 90488 h 238125"/>
              <a:gd name="connsiteX47" fmla="*/ 614363 w 632774"/>
              <a:gd name="connsiteY47" fmla="*/ 100013 h 238125"/>
              <a:gd name="connsiteX48" fmla="*/ 609600 w 632774"/>
              <a:gd name="connsiteY48" fmla="*/ 101600 h 238125"/>
              <a:gd name="connsiteX49" fmla="*/ 606425 w 632774"/>
              <a:gd name="connsiteY49" fmla="*/ 106363 h 238125"/>
              <a:gd name="connsiteX50" fmla="*/ 596900 w 632774"/>
              <a:gd name="connsiteY50" fmla="*/ 111125 h 238125"/>
              <a:gd name="connsiteX51" fmla="*/ 582613 w 632774"/>
              <a:gd name="connsiteY51" fmla="*/ 120650 h 238125"/>
              <a:gd name="connsiteX52" fmla="*/ 577850 w 632774"/>
              <a:gd name="connsiteY52" fmla="*/ 123825 h 238125"/>
              <a:gd name="connsiteX53" fmla="*/ 573088 w 632774"/>
              <a:gd name="connsiteY53" fmla="*/ 125413 h 238125"/>
              <a:gd name="connsiteX54" fmla="*/ 568325 w 632774"/>
              <a:gd name="connsiteY54" fmla="*/ 128588 h 238125"/>
              <a:gd name="connsiteX55" fmla="*/ 558800 w 632774"/>
              <a:gd name="connsiteY55" fmla="*/ 131763 h 238125"/>
              <a:gd name="connsiteX56" fmla="*/ 554038 w 632774"/>
              <a:gd name="connsiteY56" fmla="*/ 133350 h 238125"/>
              <a:gd name="connsiteX57" fmla="*/ 544513 w 632774"/>
              <a:gd name="connsiteY57" fmla="*/ 141288 h 238125"/>
              <a:gd name="connsiteX58" fmla="*/ 534988 w 632774"/>
              <a:gd name="connsiteY58" fmla="*/ 149225 h 238125"/>
              <a:gd name="connsiteX59" fmla="*/ 528638 w 632774"/>
              <a:gd name="connsiteY59" fmla="*/ 158750 h 238125"/>
              <a:gd name="connsiteX60" fmla="*/ 525463 w 632774"/>
              <a:gd name="connsiteY60" fmla="*/ 163513 h 238125"/>
              <a:gd name="connsiteX61" fmla="*/ 517525 w 632774"/>
              <a:gd name="connsiteY61" fmla="*/ 173038 h 238125"/>
              <a:gd name="connsiteX62" fmla="*/ 512763 w 632774"/>
              <a:gd name="connsiteY62" fmla="*/ 177800 h 238125"/>
              <a:gd name="connsiteX63" fmla="*/ 509588 w 632774"/>
              <a:gd name="connsiteY63" fmla="*/ 182563 h 238125"/>
              <a:gd name="connsiteX64" fmla="*/ 506413 w 632774"/>
              <a:gd name="connsiteY64" fmla="*/ 192088 h 238125"/>
              <a:gd name="connsiteX65" fmla="*/ 498475 w 632774"/>
              <a:gd name="connsiteY65" fmla="*/ 201613 h 238125"/>
              <a:gd name="connsiteX66" fmla="*/ 495300 w 632774"/>
              <a:gd name="connsiteY66" fmla="*/ 211138 h 238125"/>
              <a:gd name="connsiteX67" fmla="*/ 493713 w 632774"/>
              <a:gd name="connsiteY67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622300 w 632774"/>
              <a:gd name="connsiteY46" fmla="*/ 90488 h 238125"/>
              <a:gd name="connsiteX47" fmla="*/ 574688 w 632774"/>
              <a:gd name="connsiteY47" fmla="*/ 99761 h 238125"/>
              <a:gd name="connsiteX48" fmla="*/ 609600 w 632774"/>
              <a:gd name="connsiteY48" fmla="*/ 101600 h 238125"/>
              <a:gd name="connsiteX49" fmla="*/ 606425 w 632774"/>
              <a:gd name="connsiteY49" fmla="*/ 106363 h 238125"/>
              <a:gd name="connsiteX50" fmla="*/ 596900 w 632774"/>
              <a:gd name="connsiteY50" fmla="*/ 111125 h 238125"/>
              <a:gd name="connsiteX51" fmla="*/ 582613 w 632774"/>
              <a:gd name="connsiteY51" fmla="*/ 120650 h 238125"/>
              <a:gd name="connsiteX52" fmla="*/ 577850 w 632774"/>
              <a:gd name="connsiteY52" fmla="*/ 123825 h 238125"/>
              <a:gd name="connsiteX53" fmla="*/ 573088 w 632774"/>
              <a:gd name="connsiteY53" fmla="*/ 125413 h 238125"/>
              <a:gd name="connsiteX54" fmla="*/ 568325 w 632774"/>
              <a:gd name="connsiteY54" fmla="*/ 128588 h 238125"/>
              <a:gd name="connsiteX55" fmla="*/ 558800 w 632774"/>
              <a:gd name="connsiteY55" fmla="*/ 131763 h 238125"/>
              <a:gd name="connsiteX56" fmla="*/ 554038 w 632774"/>
              <a:gd name="connsiteY56" fmla="*/ 133350 h 238125"/>
              <a:gd name="connsiteX57" fmla="*/ 544513 w 632774"/>
              <a:gd name="connsiteY57" fmla="*/ 141288 h 238125"/>
              <a:gd name="connsiteX58" fmla="*/ 534988 w 632774"/>
              <a:gd name="connsiteY58" fmla="*/ 149225 h 238125"/>
              <a:gd name="connsiteX59" fmla="*/ 528638 w 632774"/>
              <a:gd name="connsiteY59" fmla="*/ 158750 h 238125"/>
              <a:gd name="connsiteX60" fmla="*/ 525463 w 632774"/>
              <a:gd name="connsiteY60" fmla="*/ 163513 h 238125"/>
              <a:gd name="connsiteX61" fmla="*/ 517525 w 632774"/>
              <a:gd name="connsiteY61" fmla="*/ 173038 h 238125"/>
              <a:gd name="connsiteX62" fmla="*/ 512763 w 632774"/>
              <a:gd name="connsiteY62" fmla="*/ 177800 h 238125"/>
              <a:gd name="connsiteX63" fmla="*/ 509588 w 632774"/>
              <a:gd name="connsiteY63" fmla="*/ 182563 h 238125"/>
              <a:gd name="connsiteX64" fmla="*/ 506413 w 632774"/>
              <a:gd name="connsiteY64" fmla="*/ 192088 h 238125"/>
              <a:gd name="connsiteX65" fmla="*/ 498475 w 632774"/>
              <a:gd name="connsiteY65" fmla="*/ 201613 h 238125"/>
              <a:gd name="connsiteX66" fmla="*/ 495300 w 632774"/>
              <a:gd name="connsiteY66" fmla="*/ 211138 h 238125"/>
              <a:gd name="connsiteX67" fmla="*/ 493713 w 632774"/>
              <a:gd name="connsiteY67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604753 w 632774"/>
              <a:gd name="connsiteY46" fmla="*/ 91324 h 238125"/>
              <a:gd name="connsiteX47" fmla="*/ 574688 w 632774"/>
              <a:gd name="connsiteY47" fmla="*/ 99761 h 238125"/>
              <a:gd name="connsiteX48" fmla="*/ 609600 w 632774"/>
              <a:gd name="connsiteY48" fmla="*/ 101600 h 238125"/>
              <a:gd name="connsiteX49" fmla="*/ 606425 w 632774"/>
              <a:gd name="connsiteY49" fmla="*/ 106363 h 238125"/>
              <a:gd name="connsiteX50" fmla="*/ 596900 w 632774"/>
              <a:gd name="connsiteY50" fmla="*/ 111125 h 238125"/>
              <a:gd name="connsiteX51" fmla="*/ 582613 w 632774"/>
              <a:gd name="connsiteY51" fmla="*/ 120650 h 238125"/>
              <a:gd name="connsiteX52" fmla="*/ 577850 w 632774"/>
              <a:gd name="connsiteY52" fmla="*/ 123825 h 238125"/>
              <a:gd name="connsiteX53" fmla="*/ 573088 w 632774"/>
              <a:gd name="connsiteY53" fmla="*/ 125413 h 238125"/>
              <a:gd name="connsiteX54" fmla="*/ 568325 w 632774"/>
              <a:gd name="connsiteY54" fmla="*/ 128588 h 238125"/>
              <a:gd name="connsiteX55" fmla="*/ 558800 w 632774"/>
              <a:gd name="connsiteY55" fmla="*/ 131763 h 238125"/>
              <a:gd name="connsiteX56" fmla="*/ 554038 w 632774"/>
              <a:gd name="connsiteY56" fmla="*/ 133350 h 238125"/>
              <a:gd name="connsiteX57" fmla="*/ 544513 w 632774"/>
              <a:gd name="connsiteY57" fmla="*/ 141288 h 238125"/>
              <a:gd name="connsiteX58" fmla="*/ 534988 w 632774"/>
              <a:gd name="connsiteY58" fmla="*/ 149225 h 238125"/>
              <a:gd name="connsiteX59" fmla="*/ 528638 w 632774"/>
              <a:gd name="connsiteY59" fmla="*/ 158750 h 238125"/>
              <a:gd name="connsiteX60" fmla="*/ 525463 w 632774"/>
              <a:gd name="connsiteY60" fmla="*/ 163513 h 238125"/>
              <a:gd name="connsiteX61" fmla="*/ 517525 w 632774"/>
              <a:gd name="connsiteY61" fmla="*/ 173038 h 238125"/>
              <a:gd name="connsiteX62" fmla="*/ 512763 w 632774"/>
              <a:gd name="connsiteY62" fmla="*/ 177800 h 238125"/>
              <a:gd name="connsiteX63" fmla="*/ 509588 w 632774"/>
              <a:gd name="connsiteY63" fmla="*/ 182563 h 238125"/>
              <a:gd name="connsiteX64" fmla="*/ 506413 w 632774"/>
              <a:gd name="connsiteY64" fmla="*/ 192088 h 238125"/>
              <a:gd name="connsiteX65" fmla="*/ 498475 w 632774"/>
              <a:gd name="connsiteY65" fmla="*/ 201613 h 238125"/>
              <a:gd name="connsiteX66" fmla="*/ 495300 w 632774"/>
              <a:gd name="connsiteY66" fmla="*/ 211138 h 238125"/>
              <a:gd name="connsiteX67" fmla="*/ 493713 w 632774"/>
              <a:gd name="connsiteY67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574688 w 632774"/>
              <a:gd name="connsiteY46" fmla="*/ 99761 h 238125"/>
              <a:gd name="connsiteX47" fmla="*/ 609600 w 632774"/>
              <a:gd name="connsiteY47" fmla="*/ 101600 h 238125"/>
              <a:gd name="connsiteX48" fmla="*/ 606425 w 632774"/>
              <a:gd name="connsiteY48" fmla="*/ 106363 h 238125"/>
              <a:gd name="connsiteX49" fmla="*/ 596900 w 632774"/>
              <a:gd name="connsiteY49" fmla="*/ 111125 h 238125"/>
              <a:gd name="connsiteX50" fmla="*/ 582613 w 632774"/>
              <a:gd name="connsiteY50" fmla="*/ 120650 h 238125"/>
              <a:gd name="connsiteX51" fmla="*/ 577850 w 632774"/>
              <a:gd name="connsiteY51" fmla="*/ 123825 h 238125"/>
              <a:gd name="connsiteX52" fmla="*/ 573088 w 632774"/>
              <a:gd name="connsiteY52" fmla="*/ 125413 h 238125"/>
              <a:gd name="connsiteX53" fmla="*/ 568325 w 632774"/>
              <a:gd name="connsiteY53" fmla="*/ 128588 h 238125"/>
              <a:gd name="connsiteX54" fmla="*/ 558800 w 632774"/>
              <a:gd name="connsiteY54" fmla="*/ 131763 h 238125"/>
              <a:gd name="connsiteX55" fmla="*/ 554038 w 632774"/>
              <a:gd name="connsiteY55" fmla="*/ 133350 h 238125"/>
              <a:gd name="connsiteX56" fmla="*/ 544513 w 632774"/>
              <a:gd name="connsiteY56" fmla="*/ 141288 h 238125"/>
              <a:gd name="connsiteX57" fmla="*/ 534988 w 632774"/>
              <a:gd name="connsiteY57" fmla="*/ 149225 h 238125"/>
              <a:gd name="connsiteX58" fmla="*/ 528638 w 632774"/>
              <a:gd name="connsiteY58" fmla="*/ 158750 h 238125"/>
              <a:gd name="connsiteX59" fmla="*/ 525463 w 632774"/>
              <a:gd name="connsiteY59" fmla="*/ 163513 h 238125"/>
              <a:gd name="connsiteX60" fmla="*/ 517525 w 632774"/>
              <a:gd name="connsiteY60" fmla="*/ 173038 h 238125"/>
              <a:gd name="connsiteX61" fmla="*/ 512763 w 632774"/>
              <a:gd name="connsiteY61" fmla="*/ 177800 h 238125"/>
              <a:gd name="connsiteX62" fmla="*/ 509588 w 632774"/>
              <a:gd name="connsiteY62" fmla="*/ 182563 h 238125"/>
              <a:gd name="connsiteX63" fmla="*/ 506413 w 632774"/>
              <a:gd name="connsiteY63" fmla="*/ 192088 h 238125"/>
              <a:gd name="connsiteX64" fmla="*/ 498475 w 632774"/>
              <a:gd name="connsiteY64" fmla="*/ 201613 h 238125"/>
              <a:gd name="connsiteX65" fmla="*/ 495300 w 632774"/>
              <a:gd name="connsiteY65" fmla="*/ 211138 h 238125"/>
              <a:gd name="connsiteX66" fmla="*/ 493713 w 632774"/>
              <a:gd name="connsiteY66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574688 w 632774"/>
              <a:gd name="connsiteY46" fmla="*/ 99761 h 238125"/>
              <a:gd name="connsiteX47" fmla="*/ 609600 w 632774"/>
              <a:gd name="connsiteY47" fmla="*/ 101600 h 238125"/>
              <a:gd name="connsiteX48" fmla="*/ 606425 w 632774"/>
              <a:gd name="connsiteY48" fmla="*/ 106363 h 238125"/>
              <a:gd name="connsiteX49" fmla="*/ 582613 w 632774"/>
              <a:gd name="connsiteY49" fmla="*/ 120650 h 238125"/>
              <a:gd name="connsiteX50" fmla="*/ 577850 w 632774"/>
              <a:gd name="connsiteY50" fmla="*/ 123825 h 238125"/>
              <a:gd name="connsiteX51" fmla="*/ 573088 w 632774"/>
              <a:gd name="connsiteY51" fmla="*/ 125413 h 238125"/>
              <a:gd name="connsiteX52" fmla="*/ 568325 w 632774"/>
              <a:gd name="connsiteY52" fmla="*/ 128588 h 238125"/>
              <a:gd name="connsiteX53" fmla="*/ 558800 w 632774"/>
              <a:gd name="connsiteY53" fmla="*/ 131763 h 238125"/>
              <a:gd name="connsiteX54" fmla="*/ 554038 w 632774"/>
              <a:gd name="connsiteY54" fmla="*/ 133350 h 238125"/>
              <a:gd name="connsiteX55" fmla="*/ 544513 w 632774"/>
              <a:gd name="connsiteY55" fmla="*/ 141288 h 238125"/>
              <a:gd name="connsiteX56" fmla="*/ 534988 w 632774"/>
              <a:gd name="connsiteY56" fmla="*/ 149225 h 238125"/>
              <a:gd name="connsiteX57" fmla="*/ 528638 w 632774"/>
              <a:gd name="connsiteY57" fmla="*/ 158750 h 238125"/>
              <a:gd name="connsiteX58" fmla="*/ 525463 w 632774"/>
              <a:gd name="connsiteY58" fmla="*/ 163513 h 238125"/>
              <a:gd name="connsiteX59" fmla="*/ 517525 w 632774"/>
              <a:gd name="connsiteY59" fmla="*/ 173038 h 238125"/>
              <a:gd name="connsiteX60" fmla="*/ 512763 w 632774"/>
              <a:gd name="connsiteY60" fmla="*/ 177800 h 238125"/>
              <a:gd name="connsiteX61" fmla="*/ 509588 w 632774"/>
              <a:gd name="connsiteY61" fmla="*/ 182563 h 238125"/>
              <a:gd name="connsiteX62" fmla="*/ 506413 w 632774"/>
              <a:gd name="connsiteY62" fmla="*/ 192088 h 238125"/>
              <a:gd name="connsiteX63" fmla="*/ 498475 w 632774"/>
              <a:gd name="connsiteY63" fmla="*/ 201613 h 238125"/>
              <a:gd name="connsiteX64" fmla="*/ 495300 w 632774"/>
              <a:gd name="connsiteY64" fmla="*/ 211138 h 238125"/>
              <a:gd name="connsiteX65" fmla="*/ 493713 w 632774"/>
              <a:gd name="connsiteY65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574688 w 632774"/>
              <a:gd name="connsiteY46" fmla="*/ 99761 h 238125"/>
              <a:gd name="connsiteX47" fmla="*/ 609600 w 632774"/>
              <a:gd name="connsiteY47" fmla="*/ 101600 h 238125"/>
              <a:gd name="connsiteX48" fmla="*/ 582613 w 632774"/>
              <a:gd name="connsiteY48" fmla="*/ 120650 h 238125"/>
              <a:gd name="connsiteX49" fmla="*/ 577850 w 632774"/>
              <a:gd name="connsiteY49" fmla="*/ 123825 h 238125"/>
              <a:gd name="connsiteX50" fmla="*/ 573088 w 632774"/>
              <a:gd name="connsiteY50" fmla="*/ 125413 h 238125"/>
              <a:gd name="connsiteX51" fmla="*/ 568325 w 632774"/>
              <a:gd name="connsiteY51" fmla="*/ 128588 h 238125"/>
              <a:gd name="connsiteX52" fmla="*/ 558800 w 632774"/>
              <a:gd name="connsiteY52" fmla="*/ 131763 h 238125"/>
              <a:gd name="connsiteX53" fmla="*/ 554038 w 632774"/>
              <a:gd name="connsiteY53" fmla="*/ 133350 h 238125"/>
              <a:gd name="connsiteX54" fmla="*/ 544513 w 632774"/>
              <a:gd name="connsiteY54" fmla="*/ 141288 h 238125"/>
              <a:gd name="connsiteX55" fmla="*/ 534988 w 632774"/>
              <a:gd name="connsiteY55" fmla="*/ 149225 h 238125"/>
              <a:gd name="connsiteX56" fmla="*/ 528638 w 632774"/>
              <a:gd name="connsiteY56" fmla="*/ 158750 h 238125"/>
              <a:gd name="connsiteX57" fmla="*/ 525463 w 632774"/>
              <a:gd name="connsiteY57" fmla="*/ 163513 h 238125"/>
              <a:gd name="connsiteX58" fmla="*/ 517525 w 632774"/>
              <a:gd name="connsiteY58" fmla="*/ 173038 h 238125"/>
              <a:gd name="connsiteX59" fmla="*/ 512763 w 632774"/>
              <a:gd name="connsiteY59" fmla="*/ 177800 h 238125"/>
              <a:gd name="connsiteX60" fmla="*/ 509588 w 632774"/>
              <a:gd name="connsiteY60" fmla="*/ 182563 h 238125"/>
              <a:gd name="connsiteX61" fmla="*/ 506413 w 632774"/>
              <a:gd name="connsiteY61" fmla="*/ 192088 h 238125"/>
              <a:gd name="connsiteX62" fmla="*/ 498475 w 632774"/>
              <a:gd name="connsiteY62" fmla="*/ 201613 h 238125"/>
              <a:gd name="connsiteX63" fmla="*/ 495300 w 632774"/>
              <a:gd name="connsiteY63" fmla="*/ 211138 h 238125"/>
              <a:gd name="connsiteX64" fmla="*/ 493713 w 632774"/>
              <a:gd name="connsiteY64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574688 w 632774"/>
              <a:gd name="connsiteY46" fmla="*/ 99761 h 238125"/>
              <a:gd name="connsiteX47" fmla="*/ 582613 w 632774"/>
              <a:gd name="connsiteY47" fmla="*/ 120650 h 238125"/>
              <a:gd name="connsiteX48" fmla="*/ 577850 w 632774"/>
              <a:gd name="connsiteY48" fmla="*/ 123825 h 238125"/>
              <a:gd name="connsiteX49" fmla="*/ 573088 w 632774"/>
              <a:gd name="connsiteY49" fmla="*/ 125413 h 238125"/>
              <a:gd name="connsiteX50" fmla="*/ 568325 w 632774"/>
              <a:gd name="connsiteY50" fmla="*/ 128588 h 238125"/>
              <a:gd name="connsiteX51" fmla="*/ 558800 w 632774"/>
              <a:gd name="connsiteY51" fmla="*/ 131763 h 238125"/>
              <a:gd name="connsiteX52" fmla="*/ 554038 w 632774"/>
              <a:gd name="connsiteY52" fmla="*/ 133350 h 238125"/>
              <a:gd name="connsiteX53" fmla="*/ 544513 w 632774"/>
              <a:gd name="connsiteY53" fmla="*/ 141288 h 238125"/>
              <a:gd name="connsiteX54" fmla="*/ 534988 w 632774"/>
              <a:gd name="connsiteY54" fmla="*/ 149225 h 238125"/>
              <a:gd name="connsiteX55" fmla="*/ 528638 w 632774"/>
              <a:gd name="connsiteY55" fmla="*/ 158750 h 238125"/>
              <a:gd name="connsiteX56" fmla="*/ 525463 w 632774"/>
              <a:gd name="connsiteY56" fmla="*/ 163513 h 238125"/>
              <a:gd name="connsiteX57" fmla="*/ 517525 w 632774"/>
              <a:gd name="connsiteY57" fmla="*/ 173038 h 238125"/>
              <a:gd name="connsiteX58" fmla="*/ 512763 w 632774"/>
              <a:gd name="connsiteY58" fmla="*/ 177800 h 238125"/>
              <a:gd name="connsiteX59" fmla="*/ 509588 w 632774"/>
              <a:gd name="connsiteY59" fmla="*/ 182563 h 238125"/>
              <a:gd name="connsiteX60" fmla="*/ 506413 w 632774"/>
              <a:gd name="connsiteY60" fmla="*/ 192088 h 238125"/>
              <a:gd name="connsiteX61" fmla="*/ 498475 w 632774"/>
              <a:gd name="connsiteY61" fmla="*/ 201613 h 238125"/>
              <a:gd name="connsiteX62" fmla="*/ 495300 w 632774"/>
              <a:gd name="connsiteY62" fmla="*/ 211138 h 238125"/>
              <a:gd name="connsiteX63" fmla="*/ 493713 w 632774"/>
              <a:gd name="connsiteY63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574688 w 632774"/>
              <a:gd name="connsiteY46" fmla="*/ 99761 h 238125"/>
              <a:gd name="connsiteX47" fmla="*/ 582613 w 632774"/>
              <a:gd name="connsiteY47" fmla="*/ 120650 h 238125"/>
              <a:gd name="connsiteX48" fmla="*/ 577850 w 632774"/>
              <a:gd name="connsiteY48" fmla="*/ 123825 h 238125"/>
              <a:gd name="connsiteX49" fmla="*/ 568325 w 632774"/>
              <a:gd name="connsiteY49" fmla="*/ 128588 h 238125"/>
              <a:gd name="connsiteX50" fmla="*/ 558800 w 632774"/>
              <a:gd name="connsiteY50" fmla="*/ 131763 h 238125"/>
              <a:gd name="connsiteX51" fmla="*/ 554038 w 632774"/>
              <a:gd name="connsiteY51" fmla="*/ 133350 h 238125"/>
              <a:gd name="connsiteX52" fmla="*/ 544513 w 632774"/>
              <a:gd name="connsiteY52" fmla="*/ 141288 h 238125"/>
              <a:gd name="connsiteX53" fmla="*/ 534988 w 632774"/>
              <a:gd name="connsiteY53" fmla="*/ 149225 h 238125"/>
              <a:gd name="connsiteX54" fmla="*/ 528638 w 632774"/>
              <a:gd name="connsiteY54" fmla="*/ 158750 h 238125"/>
              <a:gd name="connsiteX55" fmla="*/ 525463 w 632774"/>
              <a:gd name="connsiteY55" fmla="*/ 163513 h 238125"/>
              <a:gd name="connsiteX56" fmla="*/ 517525 w 632774"/>
              <a:gd name="connsiteY56" fmla="*/ 173038 h 238125"/>
              <a:gd name="connsiteX57" fmla="*/ 512763 w 632774"/>
              <a:gd name="connsiteY57" fmla="*/ 177800 h 238125"/>
              <a:gd name="connsiteX58" fmla="*/ 509588 w 632774"/>
              <a:gd name="connsiteY58" fmla="*/ 182563 h 238125"/>
              <a:gd name="connsiteX59" fmla="*/ 506413 w 632774"/>
              <a:gd name="connsiteY59" fmla="*/ 192088 h 238125"/>
              <a:gd name="connsiteX60" fmla="*/ 498475 w 632774"/>
              <a:gd name="connsiteY60" fmla="*/ 201613 h 238125"/>
              <a:gd name="connsiteX61" fmla="*/ 495300 w 632774"/>
              <a:gd name="connsiteY61" fmla="*/ 211138 h 238125"/>
              <a:gd name="connsiteX62" fmla="*/ 493713 w 632774"/>
              <a:gd name="connsiteY62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574688 w 632774"/>
              <a:gd name="connsiteY46" fmla="*/ 99761 h 238125"/>
              <a:gd name="connsiteX47" fmla="*/ 582613 w 632774"/>
              <a:gd name="connsiteY47" fmla="*/ 120650 h 238125"/>
              <a:gd name="connsiteX48" fmla="*/ 568325 w 632774"/>
              <a:gd name="connsiteY48" fmla="*/ 128588 h 238125"/>
              <a:gd name="connsiteX49" fmla="*/ 558800 w 632774"/>
              <a:gd name="connsiteY49" fmla="*/ 131763 h 238125"/>
              <a:gd name="connsiteX50" fmla="*/ 554038 w 632774"/>
              <a:gd name="connsiteY50" fmla="*/ 133350 h 238125"/>
              <a:gd name="connsiteX51" fmla="*/ 544513 w 632774"/>
              <a:gd name="connsiteY51" fmla="*/ 141288 h 238125"/>
              <a:gd name="connsiteX52" fmla="*/ 534988 w 632774"/>
              <a:gd name="connsiteY52" fmla="*/ 149225 h 238125"/>
              <a:gd name="connsiteX53" fmla="*/ 528638 w 632774"/>
              <a:gd name="connsiteY53" fmla="*/ 158750 h 238125"/>
              <a:gd name="connsiteX54" fmla="*/ 525463 w 632774"/>
              <a:gd name="connsiteY54" fmla="*/ 163513 h 238125"/>
              <a:gd name="connsiteX55" fmla="*/ 517525 w 632774"/>
              <a:gd name="connsiteY55" fmla="*/ 173038 h 238125"/>
              <a:gd name="connsiteX56" fmla="*/ 512763 w 632774"/>
              <a:gd name="connsiteY56" fmla="*/ 177800 h 238125"/>
              <a:gd name="connsiteX57" fmla="*/ 509588 w 632774"/>
              <a:gd name="connsiteY57" fmla="*/ 182563 h 238125"/>
              <a:gd name="connsiteX58" fmla="*/ 506413 w 632774"/>
              <a:gd name="connsiteY58" fmla="*/ 192088 h 238125"/>
              <a:gd name="connsiteX59" fmla="*/ 498475 w 632774"/>
              <a:gd name="connsiteY59" fmla="*/ 201613 h 238125"/>
              <a:gd name="connsiteX60" fmla="*/ 495300 w 632774"/>
              <a:gd name="connsiteY60" fmla="*/ 211138 h 238125"/>
              <a:gd name="connsiteX61" fmla="*/ 493713 w 632774"/>
              <a:gd name="connsiteY61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574688 w 632774"/>
              <a:gd name="connsiteY46" fmla="*/ 99761 h 238125"/>
              <a:gd name="connsiteX47" fmla="*/ 568325 w 632774"/>
              <a:gd name="connsiteY47" fmla="*/ 128588 h 238125"/>
              <a:gd name="connsiteX48" fmla="*/ 558800 w 632774"/>
              <a:gd name="connsiteY48" fmla="*/ 131763 h 238125"/>
              <a:gd name="connsiteX49" fmla="*/ 554038 w 632774"/>
              <a:gd name="connsiteY49" fmla="*/ 133350 h 238125"/>
              <a:gd name="connsiteX50" fmla="*/ 544513 w 632774"/>
              <a:gd name="connsiteY50" fmla="*/ 141288 h 238125"/>
              <a:gd name="connsiteX51" fmla="*/ 534988 w 632774"/>
              <a:gd name="connsiteY51" fmla="*/ 149225 h 238125"/>
              <a:gd name="connsiteX52" fmla="*/ 528638 w 632774"/>
              <a:gd name="connsiteY52" fmla="*/ 158750 h 238125"/>
              <a:gd name="connsiteX53" fmla="*/ 525463 w 632774"/>
              <a:gd name="connsiteY53" fmla="*/ 163513 h 238125"/>
              <a:gd name="connsiteX54" fmla="*/ 517525 w 632774"/>
              <a:gd name="connsiteY54" fmla="*/ 173038 h 238125"/>
              <a:gd name="connsiteX55" fmla="*/ 512763 w 632774"/>
              <a:gd name="connsiteY55" fmla="*/ 177800 h 238125"/>
              <a:gd name="connsiteX56" fmla="*/ 509588 w 632774"/>
              <a:gd name="connsiteY56" fmla="*/ 182563 h 238125"/>
              <a:gd name="connsiteX57" fmla="*/ 506413 w 632774"/>
              <a:gd name="connsiteY57" fmla="*/ 192088 h 238125"/>
              <a:gd name="connsiteX58" fmla="*/ 498475 w 632774"/>
              <a:gd name="connsiteY58" fmla="*/ 201613 h 238125"/>
              <a:gd name="connsiteX59" fmla="*/ 495300 w 632774"/>
              <a:gd name="connsiteY59" fmla="*/ 211138 h 238125"/>
              <a:gd name="connsiteX60" fmla="*/ 493713 w 632774"/>
              <a:gd name="connsiteY60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574688 w 632774"/>
              <a:gd name="connsiteY46" fmla="*/ 99761 h 238125"/>
              <a:gd name="connsiteX47" fmla="*/ 568325 w 632774"/>
              <a:gd name="connsiteY47" fmla="*/ 128588 h 238125"/>
              <a:gd name="connsiteX48" fmla="*/ 558800 w 632774"/>
              <a:gd name="connsiteY48" fmla="*/ 131763 h 238125"/>
              <a:gd name="connsiteX49" fmla="*/ 544513 w 632774"/>
              <a:gd name="connsiteY49" fmla="*/ 141288 h 238125"/>
              <a:gd name="connsiteX50" fmla="*/ 534988 w 632774"/>
              <a:gd name="connsiteY50" fmla="*/ 149225 h 238125"/>
              <a:gd name="connsiteX51" fmla="*/ 528638 w 632774"/>
              <a:gd name="connsiteY51" fmla="*/ 158750 h 238125"/>
              <a:gd name="connsiteX52" fmla="*/ 525463 w 632774"/>
              <a:gd name="connsiteY52" fmla="*/ 163513 h 238125"/>
              <a:gd name="connsiteX53" fmla="*/ 517525 w 632774"/>
              <a:gd name="connsiteY53" fmla="*/ 173038 h 238125"/>
              <a:gd name="connsiteX54" fmla="*/ 512763 w 632774"/>
              <a:gd name="connsiteY54" fmla="*/ 177800 h 238125"/>
              <a:gd name="connsiteX55" fmla="*/ 509588 w 632774"/>
              <a:gd name="connsiteY55" fmla="*/ 182563 h 238125"/>
              <a:gd name="connsiteX56" fmla="*/ 506413 w 632774"/>
              <a:gd name="connsiteY56" fmla="*/ 192088 h 238125"/>
              <a:gd name="connsiteX57" fmla="*/ 498475 w 632774"/>
              <a:gd name="connsiteY57" fmla="*/ 201613 h 238125"/>
              <a:gd name="connsiteX58" fmla="*/ 495300 w 632774"/>
              <a:gd name="connsiteY58" fmla="*/ 211138 h 238125"/>
              <a:gd name="connsiteX59" fmla="*/ 493713 w 632774"/>
              <a:gd name="connsiteY59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574688 w 632774"/>
              <a:gd name="connsiteY46" fmla="*/ 99761 h 238125"/>
              <a:gd name="connsiteX47" fmla="*/ 558800 w 632774"/>
              <a:gd name="connsiteY47" fmla="*/ 131763 h 238125"/>
              <a:gd name="connsiteX48" fmla="*/ 544513 w 632774"/>
              <a:gd name="connsiteY48" fmla="*/ 141288 h 238125"/>
              <a:gd name="connsiteX49" fmla="*/ 534988 w 632774"/>
              <a:gd name="connsiteY49" fmla="*/ 149225 h 238125"/>
              <a:gd name="connsiteX50" fmla="*/ 528638 w 632774"/>
              <a:gd name="connsiteY50" fmla="*/ 158750 h 238125"/>
              <a:gd name="connsiteX51" fmla="*/ 525463 w 632774"/>
              <a:gd name="connsiteY51" fmla="*/ 163513 h 238125"/>
              <a:gd name="connsiteX52" fmla="*/ 517525 w 632774"/>
              <a:gd name="connsiteY52" fmla="*/ 173038 h 238125"/>
              <a:gd name="connsiteX53" fmla="*/ 512763 w 632774"/>
              <a:gd name="connsiteY53" fmla="*/ 177800 h 238125"/>
              <a:gd name="connsiteX54" fmla="*/ 509588 w 632774"/>
              <a:gd name="connsiteY54" fmla="*/ 182563 h 238125"/>
              <a:gd name="connsiteX55" fmla="*/ 506413 w 632774"/>
              <a:gd name="connsiteY55" fmla="*/ 192088 h 238125"/>
              <a:gd name="connsiteX56" fmla="*/ 498475 w 632774"/>
              <a:gd name="connsiteY56" fmla="*/ 201613 h 238125"/>
              <a:gd name="connsiteX57" fmla="*/ 495300 w 632774"/>
              <a:gd name="connsiteY57" fmla="*/ 211138 h 238125"/>
              <a:gd name="connsiteX58" fmla="*/ 493713 w 632774"/>
              <a:gd name="connsiteY58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574688 w 632774"/>
              <a:gd name="connsiteY46" fmla="*/ 99761 h 238125"/>
              <a:gd name="connsiteX47" fmla="*/ 544513 w 632774"/>
              <a:gd name="connsiteY47" fmla="*/ 141288 h 238125"/>
              <a:gd name="connsiteX48" fmla="*/ 534988 w 632774"/>
              <a:gd name="connsiteY48" fmla="*/ 149225 h 238125"/>
              <a:gd name="connsiteX49" fmla="*/ 528638 w 632774"/>
              <a:gd name="connsiteY49" fmla="*/ 158750 h 238125"/>
              <a:gd name="connsiteX50" fmla="*/ 525463 w 632774"/>
              <a:gd name="connsiteY50" fmla="*/ 163513 h 238125"/>
              <a:gd name="connsiteX51" fmla="*/ 517525 w 632774"/>
              <a:gd name="connsiteY51" fmla="*/ 173038 h 238125"/>
              <a:gd name="connsiteX52" fmla="*/ 512763 w 632774"/>
              <a:gd name="connsiteY52" fmla="*/ 177800 h 238125"/>
              <a:gd name="connsiteX53" fmla="*/ 509588 w 632774"/>
              <a:gd name="connsiteY53" fmla="*/ 182563 h 238125"/>
              <a:gd name="connsiteX54" fmla="*/ 506413 w 632774"/>
              <a:gd name="connsiteY54" fmla="*/ 192088 h 238125"/>
              <a:gd name="connsiteX55" fmla="*/ 498475 w 632774"/>
              <a:gd name="connsiteY55" fmla="*/ 201613 h 238125"/>
              <a:gd name="connsiteX56" fmla="*/ 495300 w 632774"/>
              <a:gd name="connsiteY56" fmla="*/ 211138 h 238125"/>
              <a:gd name="connsiteX57" fmla="*/ 493713 w 632774"/>
              <a:gd name="connsiteY57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574688 w 632774"/>
              <a:gd name="connsiteY46" fmla="*/ 99761 h 238125"/>
              <a:gd name="connsiteX47" fmla="*/ 534988 w 632774"/>
              <a:gd name="connsiteY47" fmla="*/ 149225 h 238125"/>
              <a:gd name="connsiteX48" fmla="*/ 528638 w 632774"/>
              <a:gd name="connsiteY48" fmla="*/ 158750 h 238125"/>
              <a:gd name="connsiteX49" fmla="*/ 525463 w 632774"/>
              <a:gd name="connsiteY49" fmla="*/ 163513 h 238125"/>
              <a:gd name="connsiteX50" fmla="*/ 517525 w 632774"/>
              <a:gd name="connsiteY50" fmla="*/ 173038 h 238125"/>
              <a:gd name="connsiteX51" fmla="*/ 512763 w 632774"/>
              <a:gd name="connsiteY51" fmla="*/ 177800 h 238125"/>
              <a:gd name="connsiteX52" fmla="*/ 509588 w 632774"/>
              <a:gd name="connsiteY52" fmla="*/ 182563 h 238125"/>
              <a:gd name="connsiteX53" fmla="*/ 506413 w 632774"/>
              <a:gd name="connsiteY53" fmla="*/ 192088 h 238125"/>
              <a:gd name="connsiteX54" fmla="*/ 498475 w 632774"/>
              <a:gd name="connsiteY54" fmla="*/ 201613 h 238125"/>
              <a:gd name="connsiteX55" fmla="*/ 495300 w 632774"/>
              <a:gd name="connsiteY55" fmla="*/ 211138 h 238125"/>
              <a:gd name="connsiteX56" fmla="*/ 493713 w 632774"/>
              <a:gd name="connsiteY56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574688 w 632774"/>
              <a:gd name="connsiteY46" fmla="*/ 99761 h 238125"/>
              <a:gd name="connsiteX47" fmla="*/ 534988 w 632774"/>
              <a:gd name="connsiteY47" fmla="*/ 149225 h 238125"/>
              <a:gd name="connsiteX48" fmla="*/ 528638 w 632774"/>
              <a:gd name="connsiteY48" fmla="*/ 158750 h 238125"/>
              <a:gd name="connsiteX49" fmla="*/ 517525 w 632774"/>
              <a:gd name="connsiteY49" fmla="*/ 173038 h 238125"/>
              <a:gd name="connsiteX50" fmla="*/ 512763 w 632774"/>
              <a:gd name="connsiteY50" fmla="*/ 177800 h 238125"/>
              <a:gd name="connsiteX51" fmla="*/ 509588 w 632774"/>
              <a:gd name="connsiteY51" fmla="*/ 182563 h 238125"/>
              <a:gd name="connsiteX52" fmla="*/ 506413 w 632774"/>
              <a:gd name="connsiteY52" fmla="*/ 192088 h 238125"/>
              <a:gd name="connsiteX53" fmla="*/ 498475 w 632774"/>
              <a:gd name="connsiteY53" fmla="*/ 201613 h 238125"/>
              <a:gd name="connsiteX54" fmla="*/ 495300 w 632774"/>
              <a:gd name="connsiteY54" fmla="*/ 211138 h 238125"/>
              <a:gd name="connsiteX55" fmla="*/ 493713 w 632774"/>
              <a:gd name="connsiteY55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574688 w 632774"/>
              <a:gd name="connsiteY46" fmla="*/ 99761 h 238125"/>
              <a:gd name="connsiteX47" fmla="*/ 534988 w 632774"/>
              <a:gd name="connsiteY47" fmla="*/ 149225 h 238125"/>
              <a:gd name="connsiteX48" fmla="*/ 528638 w 632774"/>
              <a:gd name="connsiteY48" fmla="*/ 158750 h 238125"/>
              <a:gd name="connsiteX49" fmla="*/ 517525 w 632774"/>
              <a:gd name="connsiteY49" fmla="*/ 173038 h 238125"/>
              <a:gd name="connsiteX50" fmla="*/ 512763 w 632774"/>
              <a:gd name="connsiteY50" fmla="*/ 177800 h 238125"/>
              <a:gd name="connsiteX51" fmla="*/ 506413 w 632774"/>
              <a:gd name="connsiteY51" fmla="*/ 192088 h 238125"/>
              <a:gd name="connsiteX52" fmla="*/ 498475 w 632774"/>
              <a:gd name="connsiteY52" fmla="*/ 201613 h 238125"/>
              <a:gd name="connsiteX53" fmla="*/ 495300 w 632774"/>
              <a:gd name="connsiteY53" fmla="*/ 211138 h 238125"/>
              <a:gd name="connsiteX54" fmla="*/ 493713 w 632774"/>
              <a:gd name="connsiteY54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574688 w 632774"/>
              <a:gd name="connsiteY46" fmla="*/ 99761 h 238125"/>
              <a:gd name="connsiteX47" fmla="*/ 534988 w 632774"/>
              <a:gd name="connsiteY47" fmla="*/ 149225 h 238125"/>
              <a:gd name="connsiteX48" fmla="*/ 528638 w 632774"/>
              <a:gd name="connsiteY48" fmla="*/ 158750 h 238125"/>
              <a:gd name="connsiteX49" fmla="*/ 517525 w 632774"/>
              <a:gd name="connsiteY49" fmla="*/ 173038 h 238125"/>
              <a:gd name="connsiteX50" fmla="*/ 512763 w 632774"/>
              <a:gd name="connsiteY50" fmla="*/ 177800 h 238125"/>
              <a:gd name="connsiteX51" fmla="*/ 506413 w 632774"/>
              <a:gd name="connsiteY51" fmla="*/ 192088 h 238125"/>
              <a:gd name="connsiteX52" fmla="*/ 495300 w 632774"/>
              <a:gd name="connsiteY52" fmla="*/ 211138 h 238125"/>
              <a:gd name="connsiteX53" fmla="*/ 493713 w 632774"/>
              <a:gd name="connsiteY53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574688 w 632774"/>
              <a:gd name="connsiteY46" fmla="*/ 99761 h 238125"/>
              <a:gd name="connsiteX47" fmla="*/ 534988 w 632774"/>
              <a:gd name="connsiteY47" fmla="*/ 149225 h 238125"/>
              <a:gd name="connsiteX48" fmla="*/ 528638 w 632774"/>
              <a:gd name="connsiteY48" fmla="*/ 158750 h 238125"/>
              <a:gd name="connsiteX49" fmla="*/ 517525 w 632774"/>
              <a:gd name="connsiteY49" fmla="*/ 173038 h 238125"/>
              <a:gd name="connsiteX50" fmla="*/ 512763 w 632774"/>
              <a:gd name="connsiteY50" fmla="*/ 177800 h 238125"/>
              <a:gd name="connsiteX51" fmla="*/ 506413 w 632774"/>
              <a:gd name="connsiteY51" fmla="*/ 192088 h 238125"/>
              <a:gd name="connsiteX52" fmla="*/ 493713 w 632774"/>
              <a:gd name="connsiteY52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574688 w 632774"/>
              <a:gd name="connsiteY46" fmla="*/ 99761 h 238125"/>
              <a:gd name="connsiteX47" fmla="*/ 534988 w 632774"/>
              <a:gd name="connsiteY47" fmla="*/ 149225 h 238125"/>
              <a:gd name="connsiteX48" fmla="*/ 528638 w 632774"/>
              <a:gd name="connsiteY48" fmla="*/ 158750 h 238125"/>
              <a:gd name="connsiteX49" fmla="*/ 517525 w 632774"/>
              <a:gd name="connsiteY49" fmla="*/ 173038 h 238125"/>
              <a:gd name="connsiteX50" fmla="*/ 512763 w 632774"/>
              <a:gd name="connsiteY50" fmla="*/ 177800 h 238125"/>
              <a:gd name="connsiteX51" fmla="*/ 493713 w 632774"/>
              <a:gd name="connsiteY51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574688 w 632774"/>
              <a:gd name="connsiteY46" fmla="*/ 99761 h 238125"/>
              <a:gd name="connsiteX47" fmla="*/ 534988 w 632774"/>
              <a:gd name="connsiteY47" fmla="*/ 149225 h 238125"/>
              <a:gd name="connsiteX48" fmla="*/ 528638 w 632774"/>
              <a:gd name="connsiteY48" fmla="*/ 158750 h 238125"/>
              <a:gd name="connsiteX49" fmla="*/ 517525 w 632774"/>
              <a:gd name="connsiteY49" fmla="*/ 173038 h 238125"/>
              <a:gd name="connsiteX50" fmla="*/ 493713 w 632774"/>
              <a:gd name="connsiteY50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574688 w 632774"/>
              <a:gd name="connsiteY46" fmla="*/ 99761 h 238125"/>
              <a:gd name="connsiteX47" fmla="*/ 534988 w 632774"/>
              <a:gd name="connsiteY47" fmla="*/ 149225 h 238125"/>
              <a:gd name="connsiteX48" fmla="*/ 528638 w 632774"/>
              <a:gd name="connsiteY48" fmla="*/ 158750 h 238125"/>
              <a:gd name="connsiteX49" fmla="*/ 493713 w 632774"/>
              <a:gd name="connsiteY49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574688 w 632774"/>
              <a:gd name="connsiteY46" fmla="*/ 99761 h 238125"/>
              <a:gd name="connsiteX47" fmla="*/ 534988 w 632774"/>
              <a:gd name="connsiteY47" fmla="*/ 149225 h 238125"/>
              <a:gd name="connsiteX48" fmla="*/ 493713 w 632774"/>
              <a:gd name="connsiteY48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574688 w 632774"/>
              <a:gd name="connsiteY46" fmla="*/ 99761 h 238125"/>
              <a:gd name="connsiteX47" fmla="*/ 493713 w 632774"/>
              <a:gd name="connsiteY47" fmla="*/ 238125 h 238125"/>
              <a:gd name="connsiteX0" fmla="*/ 25400 w 632774"/>
              <a:gd name="connsiteY0" fmla="*/ 233363 h 238125"/>
              <a:gd name="connsiteX1" fmla="*/ 26988 w 632774"/>
              <a:gd name="connsiteY1" fmla="*/ 225425 h 238125"/>
              <a:gd name="connsiteX2" fmla="*/ 30163 w 632774"/>
              <a:gd name="connsiteY2" fmla="*/ 220663 h 238125"/>
              <a:gd name="connsiteX3" fmla="*/ 28575 w 632774"/>
              <a:gd name="connsiteY3" fmla="*/ 173038 h 238125"/>
              <a:gd name="connsiteX4" fmla="*/ 19050 w 632774"/>
              <a:gd name="connsiteY4" fmla="*/ 166688 h 238125"/>
              <a:gd name="connsiteX5" fmla="*/ 14288 w 632774"/>
              <a:gd name="connsiteY5" fmla="*/ 160338 h 238125"/>
              <a:gd name="connsiteX6" fmla="*/ 9525 w 632774"/>
              <a:gd name="connsiteY6" fmla="*/ 150813 h 238125"/>
              <a:gd name="connsiteX7" fmla="*/ 4763 w 632774"/>
              <a:gd name="connsiteY7" fmla="*/ 147638 h 238125"/>
              <a:gd name="connsiteX8" fmla="*/ 3175 w 632774"/>
              <a:gd name="connsiteY8" fmla="*/ 139700 h 238125"/>
              <a:gd name="connsiteX9" fmla="*/ 1588 w 632774"/>
              <a:gd name="connsiteY9" fmla="*/ 134938 h 238125"/>
              <a:gd name="connsiteX10" fmla="*/ 0 w 632774"/>
              <a:gd name="connsiteY10" fmla="*/ 125413 h 238125"/>
              <a:gd name="connsiteX11" fmla="*/ 3175 w 632774"/>
              <a:gd name="connsiteY11" fmla="*/ 84138 h 238125"/>
              <a:gd name="connsiteX12" fmla="*/ 11113 w 632774"/>
              <a:gd name="connsiteY12" fmla="*/ 69850 h 238125"/>
              <a:gd name="connsiteX13" fmla="*/ 25400 w 632774"/>
              <a:gd name="connsiteY13" fmla="*/ 58738 h 238125"/>
              <a:gd name="connsiteX14" fmla="*/ 30163 w 632774"/>
              <a:gd name="connsiteY14" fmla="*/ 53975 h 238125"/>
              <a:gd name="connsiteX15" fmla="*/ 38100 w 632774"/>
              <a:gd name="connsiteY15" fmla="*/ 52388 h 238125"/>
              <a:gd name="connsiteX16" fmla="*/ 49213 w 632774"/>
              <a:gd name="connsiteY16" fmla="*/ 49213 h 238125"/>
              <a:gd name="connsiteX17" fmla="*/ 57150 w 632774"/>
              <a:gd name="connsiteY17" fmla="*/ 46038 h 238125"/>
              <a:gd name="connsiteX18" fmla="*/ 61913 w 632774"/>
              <a:gd name="connsiteY18" fmla="*/ 44450 h 238125"/>
              <a:gd name="connsiteX19" fmla="*/ 71438 w 632774"/>
              <a:gd name="connsiteY19" fmla="*/ 39688 h 238125"/>
              <a:gd name="connsiteX20" fmla="*/ 76200 w 632774"/>
              <a:gd name="connsiteY20" fmla="*/ 36513 h 238125"/>
              <a:gd name="connsiteX21" fmla="*/ 85725 w 632774"/>
              <a:gd name="connsiteY21" fmla="*/ 33338 h 238125"/>
              <a:gd name="connsiteX22" fmla="*/ 96838 w 632774"/>
              <a:gd name="connsiteY22" fmla="*/ 30163 h 238125"/>
              <a:gd name="connsiteX23" fmla="*/ 107950 w 632774"/>
              <a:gd name="connsiteY23" fmla="*/ 28575 h 238125"/>
              <a:gd name="connsiteX24" fmla="*/ 117475 w 632774"/>
              <a:gd name="connsiteY24" fmla="*/ 25400 h 238125"/>
              <a:gd name="connsiteX25" fmla="*/ 130175 w 632774"/>
              <a:gd name="connsiteY25" fmla="*/ 22225 h 238125"/>
              <a:gd name="connsiteX26" fmla="*/ 134938 w 632774"/>
              <a:gd name="connsiteY26" fmla="*/ 19050 h 238125"/>
              <a:gd name="connsiteX27" fmla="*/ 149225 w 632774"/>
              <a:gd name="connsiteY27" fmla="*/ 17463 h 238125"/>
              <a:gd name="connsiteX28" fmla="*/ 158750 w 632774"/>
              <a:gd name="connsiteY28" fmla="*/ 15875 h 238125"/>
              <a:gd name="connsiteX29" fmla="*/ 180975 w 632774"/>
              <a:gd name="connsiteY29" fmla="*/ 11113 h 238125"/>
              <a:gd name="connsiteX30" fmla="*/ 230188 w 632774"/>
              <a:gd name="connsiteY30" fmla="*/ 6350 h 238125"/>
              <a:gd name="connsiteX31" fmla="*/ 269875 w 632774"/>
              <a:gd name="connsiteY31" fmla="*/ 3175 h 238125"/>
              <a:gd name="connsiteX32" fmla="*/ 284163 w 632774"/>
              <a:gd name="connsiteY32" fmla="*/ 1588 h 238125"/>
              <a:gd name="connsiteX33" fmla="*/ 373063 w 632774"/>
              <a:gd name="connsiteY33" fmla="*/ 0 h 238125"/>
              <a:gd name="connsiteX34" fmla="*/ 554038 w 632774"/>
              <a:gd name="connsiteY34" fmla="*/ 1588 h 238125"/>
              <a:gd name="connsiteX35" fmla="*/ 561975 w 632774"/>
              <a:gd name="connsiteY35" fmla="*/ 3175 h 238125"/>
              <a:gd name="connsiteX36" fmla="*/ 571500 w 632774"/>
              <a:gd name="connsiteY36" fmla="*/ 6350 h 238125"/>
              <a:gd name="connsiteX37" fmla="*/ 582613 w 632774"/>
              <a:gd name="connsiteY37" fmla="*/ 11113 h 238125"/>
              <a:gd name="connsiteX38" fmla="*/ 596900 w 632774"/>
              <a:gd name="connsiteY38" fmla="*/ 19050 h 238125"/>
              <a:gd name="connsiteX39" fmla="*/ 601663 w 632774"/>
              <a:gd name="connsiteY39" fmla="*/ 22225 h 238125"/>
              <a:gd name="connsiteX40" fmla="*/ 609600 w 632774"/>
              <a:gd name="connsiteY40" fmla="*/ 25400 h 238125"/>
              <a:gd name="connsiteX41" fmla="*/ 612775 w 632774"/>
              <a:gd name="connsiteY41" fmla="*/ 30163 h 238125"/>
              <a:gd name="connsiteX42" fmla="*/ 617538 w 632774"/>
              <a:gd name="connsiteY42" fmla="*/ 33338 h 238125"/>
              <a:gd name="connsiteX43" fmla="*/ 625475 w 632774"/>
              <a:gd name="connsiteY43" fmla="*/ 42863 h 238125"/>
              <a:gd name="connsiteX44" fmla="*/ 631825 w 632774"/>
              <a:gd name="connsiteY44" fmla="*/ 52388 h 238125"/>
              <a:gd name="connsiteX45" fmla="*/ 603915 w 632774"/>
              <a:gd name="connsiteY45" fmla="*/ 77455 h 238125"/>
              <a:gd name="connsiteX46" fmla="*/ 582323 w 632774"/>
              <a:gd name="connsiteY46" fmla="*/ 135837 h 238125"/>
              <a:gd name="connsiteX47" fmla="*/ 493713 w 632774"/>
              <a:gd name="connsiteY47" fmla="*/ 238125 h 238125"/>
              <a:gd name="connsiteX0" fmla="*/ 25400 w 626958"/>
              <a:gd name="connsiteY0" fmla="*/ 233363 h 238125"/>
              <a:gd name="connsiteX1" fmla="*/ 26988 w 626958"/>
              <a:gd name="connsiteY1" fmla="*/ 225425 h 238125"/>
              <a:gd name="connsiteX2" fmla="*/ 30163 w 626958"/>
              <a:gd name="connsiteY2" fmla="*/ 220663 h 238125"/>
              <a:gd name="connsiteX3" fmla="*/ 28575 w 626958"/>
              <a:gd name="connsiteY3" fmla="*/ 173038 h 238125"/>
              <a:gd name="connsiteX4" fmla="*/ 19050 w 626958"/>
              <a:gd name="connsiteY4" fmla="*/ 166688 h 238125"/>
              <a:gd name="connsiteX5" fmla="*/ 14288 w 626958"/>
              <a:gd name="connsiteY5" fmla="*/ 160338 h 238125"/>
              <a:gd name="connsiteX6" fmla="*/ 9525 w 626958"/>
              <a:gd name="connsiteY6" fmla="*/ 150813 h 238125"/>
              <a:gd name="connsiteX7" fmla="*/ 4763 w 626958"/>
              <a:gd name="connsiteY7" fmla="*/ 147638 h 238125"/>
              <a:gd name="connsiteX8" fmla="*/ 3175 w 626958"/>
              <a:gd name="connsiteY8" fmla="*/ 139700 h 238125"/>
              <a:gd name="connsiteX9" fmla="*/ 1588 w 626958"/>
              <a:gd name="connsiteY9" fmla="*/ 134938 h 238125"/>
              <a:gd name="connsiteX10" fmla="*/ 0 w 626958"/>
              <a:gd name="connsiteY10" fmla="*/ 125413 h 238125"/>
              <a:gd name="connsiteX11" fmla="*/ 3175 w 626958"/>
              <a:gd name="connsiteY11" fmla="*/ 84138 h 238125"/>
              <a:gd name="connsiteX12" fmla="*/ 11113 w 626958"/>
              <a:gd name="connsiteY12" fmla="*/ 69850 h 238125"/>
              <a:gd name="connsiteX13" fmla="*/ 25400 w 626958"/>
              <a:gd name="connsiteY13" fmla="*/ 58738 h 238125"/>
              <a:gd name="connsiteX14" fmla="*/ 30163 w 626958"/>
              <a:gd name="connsiteY14" fmla="*/ 53975 h 238125"/>
              <a:gd name="connsiteX15" fmla="*/ 38100 w 626958"/>
              <a:gd name="connsiteY15" fmla="*/ 52388 h 238125"/>
              <a:gd name="connsiteX16" fmla="*/ 49213 w 626958"/>
              <a:gd name="connsiteY16" fmla="*/ 49213 h 238125"/>
              <a:gd name="connsiteX17" fmla="*/ 57150 w 626958"/>
              <a:gd name="connsiteY17" fmla="*/ 46038 h 238125"/>
              <a:gd name="connsiteX18" fmla="*/ 61913 w 626958"/>
              <a:gd name="connsiteY18" fmla="*/ 44450 h 238125"/>
              <a:gd name="connsiteX19" fmla="*/ 71438 w 626958"/>
              <a:gd name="connsiteY19" fmla="*/ 39688 h 238125"/>
              <a:gd name="connsiteX20" fmla="*/ 76200 w 626958"/>
              <a:gd name="connsiteY20" fmla="*/ 36513 h 238125"/>
              <a:gd name="connsiteX21" fmla="*/ 85725 w 626958"/>
              <a:gd name="connsiteY21" fmla="*/ 33338 h 238125"/>
              <a:gd name="connsiteX22" fmla="*/ 96838 w 626958"/>
              <a:gd name="connsiteY22" fmla="*/ 30163 h 238125"/>
              <a:gd name="connsiteX23" fmla="*/ 107950 w 626958"/>
              <a:gd name="connsiteY23" fmla="*/ 28575 h 238125"/>
              <a:gd name="connsiteX24" fmla="*/ 117475 w 626958"/>
              <a:gd name="connsiteY24" fmla="*/ 25400 h 238125"/>
              <a:gd name="connsiteX25" fmla="*/ 130175 w 626958"/>
              <a:gd name="connsiteY25" fmla="*/ 22225 h 238125"/>
              <a:gd name="connsiteX26" fmla="*/ 134938 w 626958"/>
              <a:gd name="connsiteY26" fmla="*/ 19050 h 238125"/>
              <a:gd name="connsiteX27" fmla="*/ 149225 w 626958"/>
              <a:gd name="connsiteY27" fmla="*/ 17463 h 238125"/>
              <a:gd name="connsiteX28" fmla="*/ 158750 w 626958"/>
              <a:gd name="connsiteY28" fmla="*/ 15875 h 238125"/>
              <a:gd name="connsiteX29" fmla="*/ 180975 w 626958"/>
              <a:gd name="connsiteY29" fmla="*/ 11113 h 238125"/>
              <a:gd name="connsiteX30" fmla="*/ 230188 w 626958"/>
              <a:gd name="connsiteY30" fmla="*/ 6350 h 238125"/>
              <a:gd name="connsiteX31" fmla="*/ 269875 w 626958"/>
              <a:gd name="connsiteY31" fmla="*/ 3175 h 238125"/>
              <a:gd name="connsiteX32" fmla="*/ 284163 w 626958"/>
              <a:gd name="connsiteY32" fmla="*/ 1588 h 238125"/>
              <a:gd name="connsiteX33" fmla="*/ 373063 w 626958"/>
              <a:gd name="connsiteY33" fmla="*/ 0 h 238125"/>
              <a:gd name="connsiteX34" fmla="*/ 554038 w 626958"/>
              <a:gd name="connsiteY34" fmla="*/ 1588 h 238125"/>
              <a:gd name="connsiteX35" fmla="*/ 561975 w 626958"/>
              <a:gd name="connsiteY35" fmla="*/ 3175 h 238125"/>
              <a:gd name="connsiteX36" fmla="*/ 571500 w 626958"/>
              <a:gd name="connsiteY36" fmla="*/ 6350 h 238125"/>
              <a:gd name="connsiteX37" fmla="*/ 582613 w 626958"/>
              <a:gd name="connsiteY37" fmla="*/ 11113 h 238125"/>
              <a:gd name="connsiteX38" fmla="*/ 596900 w 626958"/>
              <a:gd name="connsiteY38" fmla="*/ 19050 h 238125"/>
              <a:gd name="connsiteX39" fmla="*/ 601663 w 626958"/>
              <a:gd name="connsiteY39" fmla="*/ 22225 h 238125"/>
              <a:gd name="connsiteX40" fmla="*/ 609600 w 626958"/>
              <a:gd name="connsiteY40" fmla="*/ 25400 h 238125"/>
              <a:gd name="connsiteX41" fmla="*/ 612775 w 626958"/>
              <a:gd name="connsiteY41" fmla="*/ 30163 h 238125"/>
              <a:gd name="connsiteX42" fmla="*/ 617538 w 626958"/>
              <a:gd name="connsiteY42" fmla="*/ 33338 h 238125"/>
              <a:gd name="connsiteX43" fmla="*/ 625475 w 626958"/>
              <a:gd name="connsiteY43" fmla="*/ 42863 h 238125"/>
              <a:gd name="connsiteX44" fmla="*/ 603915 w 626958"/>
              <a:gd name="connsiteY44" fmla="*/ 77455 h 238125"/>
              <a:gd name="connsiteX45" fmla="*/ 582323 w 626958"/>
              <a:gd name="connsiteY45" fmla="*/ 135837 h 238125"/>
              <a:gd name="connsiteX46" fmla="*/ 493713 w 626958"/>
              <a:gd name="connsiteY46" fmla="*/ 238125 h 238125"/>
              <a:gd name="connsiteX0" fmla="*/ 25400 w 617538"/>
              <a:gd name="connsiteY0" fmla="*/ 233363 h 238125"/>
              <a:gd name="connsiteX1" fmla="*/ 26988 w 617538"/>
              <a:gd name="connsiteY1" fmla="*/ 225425 h 238125"/>
              <a:gd name="connsiteX2" fmla="*/ 30163 w 617538"/>
              <a:gd name="connsiteY2" fmla="*/ 220663 h 238125"/>
              <a:gd name="connsiteX3" fmla="*/ 28575 w 617538"/>
              <a:gd name="connsiteY3" fmla="*/ 173038 h 238125"/>
              <a:gd name="connsiteX4" fmla="*/ 19050 w 617538"/>
              <a:gd name="connsiteY4" fmla="*/ 166688 h 238125"/>
              <a:gd name="connsiteX5" fmla="*/ 14288 w 617538"/>
              <a:gd name="connsiteY5" fmla="*/ 160338 h 238125"/>
              <a:gd name="connsiteX6" fmla="*/ 9525 w 617538"/>
              <a:gd name="connsiteY6" fmla="*/ 150813 h 238125"/>
              <a:gd name="connsiteX7" fmla="*/ 4763 w 617538"/>
              <a:gd name="connsiteY7" fmla="*/ 147638 h 238125"/>
              <a:gd name="connsiteX8" fmla="*/ 3175 w 617538"/>
              <a:gd name="connsiteY8" fmla="*/ 139700 h 238125"/>
              <a:gd name="connsiteX9" fmla="*/ 1588 w 617538"/>
              <a:gd name="connsiteY9" fmla="*/ 134938 h 238125"/>
              <a:gd name="connsiteX10" fmla="*/ 0 w 617538"/>
              <a:gd name="connsiteY10" fmla="*/ 125413 h 238125"/>
              <a:gd name="connsiteX11" fmla="*/ 3175 w 617538"/>
              <a:gd name="connsiteY11" fmla="*/ 84138 h 238125"/>
              <a:gd name="connsiteX12" fmla="*/ 11113 w 617538"/>
              <a:gd name="connsiteY12" fmla="*/ 69850 h 238125"/>
              <a:gd name="connsiteX13" fmla="*/ 25400 w 617538"/>
              <a:gd name="connsiteY13" fmla="*/ 58738 h 238125"/>
              <a:gd name="connsiteX14" fmla="*/ 30163 w 617538"/>
              <a:gd name="connsiteY14" fmla="*/ 53975 h 238125"/>
              <a:gd name="connsiteX15" fmla="*/ 38100 w 617538"/>
              <a:gd name="connsiteY15" fmla="*/ 52388 h 238125"/>
              <a:gd name="connsiteX16" fmla="*/ 49213 w 617538"/>
              <a:gd name="connsiteY16" fmla="*/ 49213 h 238125"/>
              <a:gd name="connsiteX17" fmla="*/ 57150 w 617538"/>
              <a:gd name="connsiteY17" fmla="*/ 46038 h 238125"/>
              <a:gd name="connsiteX18" fmla="*/ 61913 w 617538"/>
              <a:gd name="connsiteY18" fmla="*/ 44450 h 238125"/>
              <a:gd name="connsiteX19" fmla="*/ 71438 w 617538"/>
              <a:gd name="connsiteY19" fmla="*/ 39688 h 238125"/>
              <a:gd name="connsiteX20" fmla="*/ 76200 w 617538"/>
              <a:gd name="connsiteY20" fmla="*/ 36513 h 238125"/>
              <a:gd name="connsiteX21" fmla="*/ 85725 w 617538"/>
              <a:gd name="connsiteY21" fmla="*/ 33338 h 238125"/>
              <a:gd name="connsiteX22" fmla="*/ 96838 w 617538"/>
              <a:gd name="connsiteY22" fmla="*/ 30163 h 238125"/>
              <a:gd name="connsiteX23" fmla="*/ 107950 w 617538"/>
              <a:gd name="connsiteY23" fmla="*/ 28575 h 238125"/>
              <a:gd name="connsiteX24" fmla="*/ 117475 w 617538"/>
              <a:gd name="connsiteY24" fmla="*/ 25400 h 238125"/>
              <a:gd name="connsiteX25" fmla="*/ 130175 w 617538"/>
              <a:gd name="connsiteY25" fmla="*/ 22225 h 238125"/>
              <a:gd name="connsiteX26" fmla="*/ 134938 w 617538"/>
              <a:gd name="connsiteY26" fmla="*/ 19050 h 238125"/>
              <a:gd name="connsiteX27" fmla="*/ 149225 w 617538"/>
              <a:gd name="connsiteY27" fmla="*/ 17463 h 238125"/>
              <a:gd name="connsiteX28" fmla="*/ 158750 w 617538"/>
              <a:gd name="connsiteY28" fmla="*/ 15875 h 238125"/>
              <a:gd name="connsiteX29" fmla="*/ 180975 w 617538"/>
              <a:gd name="connsiteY29" fmla="*/ 11113 h 238125"/>
              <a:gd name="connsiteX30" fmla="*/ 230188 w 617538"/>
              <a:gd name="connsiteY30" fmla="*/ 6350 h 238125"/>
              <a:gd name="connsiteX31" fmla="*/ 269875 w 617538"/>
              <a:gd name="connsiteY31" fmla="*/ 3175 h 238125"/>
              <a:gd name="connsiteX32" fmla="*/ 284163 w 617538"/>
              <a:gd name="connsiteY32" fmla="*/ 1588 h 238125"/>
              <a:gd name="connsiteX33" fmla="*/ 373063 w 617538"/>
              <a:gd name="connsiteY33" fmla="*/ 0 h 238125"/>
              <a:gd name="connsiteX34" fmla="*/ 554038 w 617538"/>
              <a:gd name="connsiteY34" fmla="*/ 1588 h 238125"/>
              <a:gd name="connsiteX35" fmla="*/ 561975 w 617538"/>
              <a:gd name="connsiteY35" fmla="*/ 3175 h 238125"/>
              <a:gd name="connsiteX36" fmla="*/ 571500 w 617538"/>
              <a:gd name="connsiteY36" fmla="*/ 6350 h 238125"/>
              <a:gd name="connsiteX37" fmla="*/ 582613 w 617538"/>
              <a:gd name="connsiteY37" fmla="*/ 11113 h 238125"/>
              <a:gd name="connsiteX38" fmla="*/ 596900 w 617538"/>
              <a:gd name="connsiteY38" fmla="*/ 19050 h 238125"/>
              <a:gd name="connsiteX39" fmla="*/ 601663 w 617538"/>
              <a:gd name="connsiteY39" fmla="*/ 22225 h 238125"/>
              <a:gd name="connsiteX40" fmla="*/ 609600 w 617538"/>
              <a:gd name="connsiteY40" fmla="*/ 25400 h 238125"/>
              <a:gd name="connsiteX41" fmla="*/ 612775 w 617538"/>
              <a:gd name="connsiteY41" fmla="*/ 30163 h 238125"/>
              <a:gd name="connsiteX42" fmla="*/ 617538 w 617538"/>
              <a:gd name="connsiteY42" fmla="*/ 33338 h 238125"/>
              <a:gd name="connsiteX43" fmla="*/ 603915 w 617538"/>
              <a:gd name="connsiteY43" fmla="*/ 77455 h 238125"/>
              <a:gd name="connsiteX44" fmla="*/ 582323 w 617538"/>
              <a:gd name="connsiteY44" fmla="*/ 135837 h 238125"/>
              <a:gd name="connsiteX45" fmla="*/ 493713 w 617538"/>
              <a:gd name="connsiteY45" fmla="*/ 238125 h 238125"/>
              <a:gd name="connsiteX0" fmla="*/ 25400 w 612979"/>
              <a:gd name="connsiteY0" fmla="*/ 233363 h 238125"/>
              <a:gd name="connsiteX1" fmla="*/ 26988 w 612979"/>
              <a:gd name="connsiteY1" fmla="*/ 225425 h 238125"/>
              <a:gd name="connsiteX2" fmla="*/ 30163 w 612979"/>
              <a:gd name="connsiteY2" fmla="*/ 220663 h 238125"/>
              <a:gd name="connsiteX3" fmla="*/ 28575 w 612979"/>
              <a:gd name="connsiteY3" fmla="*/ 173038 h 238125"/>
              <a:gd name="connsiteX4" fmla="*/ 19050 w 612979"/>
              <a:gd name="connsiteY4" fmla="*/ 166688 h 238125"/>
              <a:gd name="connsiteX5" fmla="*/ 14288 w 612979"/>
              <a:gd name="connsiteY5" fmla="*/ 160338 h 238125"/>
              <a:gd name="connsiteX6" fmla="*/ 9525 w 612979"/>
              <a:gd name="connsiteY6" fmla="*/ 150813 h 238125"/>
              <a:gd name="connsiteX7" fmla="*/ 4763 w 612979"/>
              <a:gd name="connsiteY7" fmla="*/ 147638 h 238125"/>
              <a:gd name="connsiteX8" fmla="*/ 3175 w 612979"/>
              <a:gd name="connsiteY8" fmla="*/ 139700 h 238125"/>
              <a:gd name="connsiteX9" fmla="*/ 1588 w 612979"/>
              <a:gd name="connsiteY9" fmla="*/ 134938 h 238125"/>
              <a:gd name="connsiteX10" fmla="*/ 0 w 612979"/>
              <a:gd name="connsiteY10" fmla="*/ 125413 h 238125"/>
              <a:gd name="connsiteX11" fmla="*/ 3175 w 612979"/>
              <a:gd name="connsiteY11" fmla="*/ 84138 h 238125"/>
              <a:gd name="connsiteX12" fmla="*/ 11113 w 612979"/>
              <a:gd name="connsiteY12" fmla="*/ 69850 h 238125"/>
              <a:gd name="connsiteX13" fmla="*/ 25400 w 612979"/>
              <a:gd name="connsiteY13" fmla="*/ 58738 h 238125"/>
              <a:gd name="connsiteX14" fmla="*/ 30163 w 612979"/>
              <a:gd name="connsiteY14" fmla="*/ 53975 h 238125"/>
              <a:gd name="connsiteX15" fmla="*/ 38100 w 612979"/>
              <a:gd name="connsiteY15" fmla="*/ 52388 h 238125"/>
              <a:gd name="connsiteX16" fmla="*/ 49213 w 612979"/>
              <a:gd name="connsiteY16" fmla="*/ 49213 h 238125"/>
              <a:gd name="connsiteX17" fmla="*/ 57150 w 612979"/>
              <a:gd name="connsiteY17" fmla="*/ 46038 h 238125"/>
              <a:gd name="connsiteX18" fmla="*/ 61913 w 612979"/>
              <a:gd name="connsiteY18" fmla="*/ 44450 h 238125"/>
              <a:gd name="connsiteX19" fmla="*/ 71438 w 612979"/>
              <a:gd name="connsiteY19" fmla="*/ 39688 h 238125"/>
              <a:gd name="connsiteX20" fmla="*/ 76200 w 612979"/>
              <a:gd name="connsiteY20" fmla="*/ 36513 h 238125"/>
              <a:gd name="connsiteX21" fmla="*/ 85725 w 612979"/>
              <a:gd name="connsiteY21" fmla="*/ 33338 h 238125"/>
              <a:gd name="connsiteX22" fmla="*/ 96838 w 612979"/>
              <a:gd name="connsiteY22" fmla="*/ 30163 h 238125"/>
              <a:gd name="connsiteX23" fmla="*/ 107950 w 612979"/>
              <a:gd name="connsiteY23" fmla="*/ 28575 h 238125"/>
              <a:gd name="connsiteX24" fmla="*/ 117475 w 612979"/>
              <a:gd name="connsiteY24" fmla="*/ 25400 h 238125"/>
              <a:gd name="connsiteX25" fmla="*/ 130175 w 612979"/>
              <a:gd name="connsiteY25" fmla="*/ 22225 h 238125"/>
              <a:gd name="connsiteX26" fmla="*/ 134938 w 612979"/>
              <a:gd name="connsiteY26" fmla="*/ 19050 h 238125"/>
              <a:gd name="connsiteX27" fmla="*/ 149225 w 612979"/>
              <a:gd name="connsiteY27" fmla="*/ 17463 h 238125"/>
              <a:gd name="connsiteX28" fmla="*/ 158750 w 612979"/>
              <a:gd name="connsiteY28" fmla="*/ 15875 h 238125"/>
              <a:gd name="connsiteX29" fmla="*/ 180975 w 612979"/>
              <a:gd name="connsiteY29" fmla="*/ 11113 h 238125"/>
              <a:gd name="connsiteX30" fmla="*/ 230188 w 612979"/>
              <a:gd name="connsiteY30" fmla="*/ 6350 h 238125"/>
              <a:gd name="connsiteX31" fmla="*/ 269875 w 612979"/>
              <a:gd name="connsiteY31" fmla="*/ 3175 h 238125"/>
              <a:gd name="connsiteX32" fmla="*/ 284163 w 612979"/>
              <a:gd name="connsiteY32" fmla="*/ 1588 h 238125"/>
              <a:gd name="connsiteX33" fmla="*/ 373063 w 612979"/>
              <a:gd name="connsiteY33" fmla="*/ 0 h 238125"/>
              <a:gd name="connsiteX34" fmla="*/ 554038 w 612979"/>
              <a:gd name="connsiteY34" fmla="*/ 1588 h 238125"/>
              <a:gd name="connsiteX35" fmla="*/ 561975 w 612979"/>
              <a:gd name="connsiteY35" fmla="*/ 3175 h 238125"/>
              <a:gd name="connsiteX36" fmla="*/ 571500 w 612979"/>
              <a:gd name="connsiteY36" fmla="*/ 6350 h 238125"/>
              <a:gd name="connsiteX37" fmla="*/ 582613 w 612979"/>
              <a:gd name="connsiteY37" fmla="*/ 11113 h 238125"/>
              <a:gd name="connsiteX38" fmla="*/ 596900 w 612979"/>
              <a:gd name="connsiteY38" fmla="*/ 19050 h 238125"/>
              <a:gd name="connsiteX39" fmla="*/ 601663 w 612979"/>
              <a:gd name="connsiteY39" fmla="*/ 22225 h 238125"/>
              <a:gd name="connsiteX40" fmla="*/ 609600 w 612979"/>
              <a:gd name="connsiteY40" fmla="*/ 25400 h 238125"/>
              <a:gd name="connsiteX41" fmla="*/ 612775 w 612979"/>
              <a:gd name="connsiteY41" fmla="*/ 30163 h 238125"/>
              <a:gd name="connsiteX42" fmla="*/ 603915 w 612979"/>
              <a:gd name="connsiteY42" fmla="*/ 77455 h 238125"/>
              <a:gd name="connsiteX43" fmla="*/ 582323 w 612979"/>
              <a:gd name="connsiteY43" fmla="*/ 135837 h 238125"/>
              <a:gd name="connsiteX44" fmla="*/ 493713 w 612979"/>
              <a:gd name="connsiteY44" fmla="*/ 238125 h 238125"/>
              <a:gd name="connsiteX0" fmla="*/ 25400 w 609654"/>
              <a:gd name="connsiteY0" fmla="*/ 233363 h 238125"/>
              <a:gd name="connsiteX1" fmla="*/ 26988 w 609654"/>
              <a:gd name="connsiteY1" fmla="*/ 225425 h 238125"/>
              <a:gd name="connsiteX2" fmla="*/ 30163 w 609654"/>
              <a:gd name="connsiteY2" fmla="*/ 220663 h 238125"/>
              <a:gd name="connsiteX3" fmla="*/ 28575 w 609654"/>
              <a:gd name="connsiteY3" fmla="*/ 173038 h 238125"/>
              <a:gd name="connsiteX4" fmla="*/ 19050 w 609654"/>
              <a:gd name="connsiteY4" fmla="*/ 166688 h 238125"/>
              <a:gd name="connsiteX5" fmla="*/ 14288 w 609654"/>
              <a:gd name="connsiteY5" fmla="*/ 160338 h 238125"/>
              <a:gd name="connsiteX6" fmla="*/ 9525 w 609654"/>
              <a:gd name="connsiteY6" fmla="*/ 150813 h 238125"/>
              <a:gd name="connsiteX7" fmla="*/ 4763 w 609654"/>
              <a:gd name="connsiteY7" fmla="*/ 147638 h 238125"/>
              <a:gd name="connsiteX8" fmla="*/ 3175 w 609654"/>
              <a:gd name="connsiteY8" fmla="*/ 139700 h 238125"/>
              <a:gd name="connsiteX9" fmla="*/ 1588 w 609654"/>
              <a:gd name="connsiteY9" fmla="*/ 134938 h 238125"/>
              <a:gd name="connsiteX10" fmla="*/ 0 w 609654"/>
              <a:gd name="connsiteY10" fmla="*/ 125413 h 238125"/>
              <a:gd name="connsiteX11" fmla="*/ 3175 w 609654"/>
              <a:gd name="connsiteY11" fmla="*/ 84138 h 238125"/>
              <a:gd name="connsiteX12" fmla="*/ 11113 w 609654"/>
              <a:gd name="connsiteY12" fmla="*/ 69850 h 238125"/>
              <a:gd name="connsiteX13" fmla="*/ 25400 w 609654"/>
              <a:gd name="connsiteY13" fmla="*/ 58738 h 238125"/>
              <a:gd name="connsiteX14" fmla="*/ 30163 w 609654"/>
              <a:gd name="connsiteY14" fmla="*/ 53975 h 238125"/>
              <a:gd name="connsiteX15" fmla="*/ 38100 w 609654"/>
              <a:gd name="connsiteY15" fmla="*/ 52388 h 238125"/>
              <a:gd name="connsiteX16" fmla="*/ 49213 w 609654"/>
              <a:gd name="connsiteY16" fmla="*/ 49213 h 238125"/>
              <a:gd name="connsiteX17" fmla="*/ 57150 w 609654"/>
              <a:gd name="connsiteY17" fmla="*/ 46038 h 238125"/>
              <a:gd name="connsiteX18" fmla="*/ 61913 w 609654"/>
              <a:gd name="connsiteY18" fmla="*/ 44450 h 238125"/>
              <a:gd name="connsiteX19" fmla="*/ 71438 w 609654"/>
              <a:gd name="connsiteY19" fmla="*/ 39688 h 238125"/>
              <a:gd name="connsiteX20" fmla="*/ 76200 w 609654"/>
              <a:gd name="connsiteY20" fmla="*/ 36513 h 238125"/>
              <a:gd name="connsiteX21" fmla="*/ 85725 w 609654"/>
              <a:gd name="connsiteY21" fmla="*/ 33338 h 238125"/>
              <a:gd name="connsiteX22" fmla="*/ 96838 w 609654"/>
              <a:gd name="connsiteY22" fmla="*/ 30163 h 238125"/>
              <a:gd name="connsiteX23" fmla="*/ 107950 w 609654"/>
              <a:gd name="connsiteY23" fmla="*/ 28575 h 238125"/>
              <a:gd name="connsiteX24" fmla="*/ 117475 w 609654"/>
              <a:gd name="connsiteY24" fmla="*/ 25400 h 238125"/>
              <a:gd name="connsiteX25" fmla="*/ 130175 w 609654"/>
              <a:gd name="connsiteY25" fmla="*/ 22225 h 238125"/>
              <a:gd name="connsiteX26" fmla="*/ 134938 w 609654"/>
              <a:gd name="connsiteY26" fmla="*/ 19050 h 238125"/>
              <a:gd name="connsiteX27" fmla="*/ 149225 w 609654"/>
              <a:gd name="connsiteY27" fmla="*/ 17463 h 238125"/>
              <a:gd name="connsiteX28" fmla="*/ 158750 w 609654"/>
              <a:gd name="connsiteY28" fmla="*/ 15875 h 238125"/>
              <a:gd name="connsiteX29" fmla="*/ 180975 w 609654"/>
              <a:gd name="connsiteY29" fmla="*/ 11113 h 238125"/>
              <a:gd name="connsiteX30" fmla="*/ 230188 w 609654"/>
              <a:gd name="connsiteY30" fmla="*/ 6350 h 238125"/>
              <a:gd name="connsiteX31" fmla="*/ 269875 w 609654"/>
              <a:gd name="connsiteY31" fmla="*/ 3175 h 238125"/>
              <a:gd name="connsiteX32" fmla="*/ 284163 w 609654"/>
              <a:gd name="connsiteY32" fmla="*/ 1588 h 238125"/>
              <a:gd name="connsiteX33" fmla="*/ 373063 w 609654"/>
              <a:gd name="connsiteY33" fmla="*/ 0 h 238125"/>
              <a:gd name="connsiteX34" fmla="*/ 554038 w 609654"/>
              <a:gd name="connsiteY34" fmla="*/ 1588 h 238125"/>
              <a:gd name="connsiteX35" fmla="*/ 561975 w 609654"/>
              <a:gd name="connsiteY35" fmla="*/ 3175 h 238125"/>
              <a:gd name="connsiteX36" fmla="*/ 571500 w 609654"/>
              <a:gd name="connsiteY36" fmla="*/ 6350 h 238125"/>
              <a:gd name="connsiteX37" fmla="*/ 582613 w 609654"/>
              <a:gd name="connsiteY37" fmla="*/ 11113 h 238125"/>
              <a:gd name="connsiteX38" fmla="*/ 596900 w 609654"/>
              <a:gd name="connsiteY38" fmla="*/ 19050 h 238125"/>
              <a:gd name="connsiteX39" fmla="*/ 601663 w 609654"/>
              <a:gd name="connsiteY39" fmla="*/ 22225 h 238125"/>
              <a:gd name="connsiteX40" fmla="*/ 609600 w 609654"/>
              <a:gd name="connsiteY40" fmla="*/ 25400 h 238125"/>
              <a:gd name="connsiteX41" fmla="*/ 603915 w 609654"/>
              <a:gd name="connsiteY41" fmla="*/ 77455 h 238125"/>
              <a:gd name="connsiteX42" fmla="*/ 582323 w 609654"/>
              <a:gd name="connsiteY42" fmla="*/ 135837 h 238125"/>
              <a:gd name="connsiteX43" fmla="*/ 493713 w 609654"/>
              <a:gd name="connsiteY43" fmla="*/ 238125 h 238125"/>
              <a:gd name="connsiteX0" fmla="*/ 25400 w 605089"/>
              <a:gd name="connsiteY0" fmla="*/ 233363 h 238125"/>
              <a:gd name="connsiteX1" fmla="*/ 26988 w 605089"/>
              <a:gd name="connsiteY1" fmla="*/ 225425 h 238125"/>
              <a:gd name="connsiteX2" fmla="*/ 30163 w 605089"/>
              <a:gd name="connsiteY2" fmla="*/ 220663 h 238125"/>
              <a:gd name="connsiteX3" fmla="*/ 28575 w 605089"/>
              <a:gd name="connsiteY3" fmla="*/ 173038 h 238125"/>
              <a:gd name="connsiteX4" fmla="*/ 19050 w 605089"/>
              <a:gd name="connsiteY4" fmla="*/ 166688 h 238125"/>
              <a:gd name="connsiteX5" fmla="*/ 14288 w 605089"/>
              <a:gd name="connsiteY5" fmla="*/ 160338 h 238125"/>
              <a:gd name="connsiteX6" fmla="*/ 9525 w 605089"/>
              <a:gd name="connsiteY6" fmla="*/ 150813 h 238125"/>
              <a:gd name="connsiteX7" fmla="*/ 4763 w 605089"/>
              <a:gd name="connsiteY7" fmla="*/ 147638 h 238125"/>
              <a:gd name="connsiteX8" fmla="*/ 3175 w 605089"/>
              <a:gd name="connsiteY8" fmla="*/ 139700 h 238125"/>
              <a:gd name="connsiteX9" fmla="*/ 1588 w 605089"/>
              <a:gd name="connsiteY9" fmla="*/ 134938 h 238125"/>
              <a:gd name="connsiteX10" fmla="*/ 0 w 605089"/>
              <a:gd name="connsiteY10" fmla="*/ 125413 h 238125"/>
              <a:gd name="connsiteX11" fmla="*/ 3175 w 605089"/>
              <a:gd name="connsiteY11" fmla="*/ 84138 h 238125"/>
              <a:gd name="connsiteX12" fmla="*/ 11113 w 605089"/>
              <a:gd name="connsiteY12" fmla="*/ 69850 h 238125"/>
              <a:gd name="connsiteX13" fmla="*/ 25400 w 605089"/>
              <a:gd name="connsiteY13" fmla="*/ 58738 h 238125"/>
              <a:gd name="connsiteX14" fmla="*/ 30163 w 605089"/>
              <a:gd name="connsiteY14" fmla="*/ 53975 h 238125"/>
              <a:gd name="connsiteX15" fmla="*/ 38100 w 605089"/>
              <a:gd name="connsiteY15" fmla="*/ 52388 h 238125"/>
              <a:gd name="connsiteX16" fmla="*/ 49213 w 605089"/>
              <a:gd name="connsiteY16" fmla="*/ 49213 h 238125"/>
              <a:gd name="connsiteX17" fmla="*/ 57150 w 605089"/>
              <a:gd name="connsiteY17" fmla="*/ 46038 h 238125"/>
              <a:gd name="connsiteX18" fmla="*/ 61913 w 605089"/>
              <a:gd name="connsiteY18" fmla="*/ 44450 h 238125"/>
              <a:gd name="connsiteX19" fmla="*/ 71438 w 605089"/>
              <a:gd name="connsiteY19" fmla="*/ 39688 h 238125"/>
              <a:gd name="connsiteX20" fmla="*/ 76200 w 605089"/>
              <a:gd name="connsiteY20" fmla="*/ 36513 h 238125"/>
              <a:gd name="connsiteX21" fmla="*/ 85725 w 605089"/>
              <a:gd name="connsiteY21" fmla="*/ 33338 h 238125"/>
              <a:gd name="connsiteX22" fmla="*/ 96838 w 605089"/>
              <a:gd name="connsiteY22" fmla="*/ 30163 h 238125"/>
              <a:gd name="connsiteX23" fmla="*/ 107950 w 605089"/>
              <a:gd name="connsiteY23" fmla="*/ 28575 h 238125"/>
              <a:gd name="connsiteX24" fmla="*/ 117475 w 605089"/>
              <a:gd name="connsiteY24" fmla="*/ 25400 h 238125"/>
              <a:gd name="connsiteX25" fmla="*/ 130175 w 605089"/>
              <a:gd name="connsiteY25" fmla="*/ 22225 h 238125"/>
              <a:gd name="connsiteX26" fmla="*/ 134938 w 605089"/>
              <a:gd name="connsiteY26" fmla="*/ 19050 h 238125"/>
              <a:gd name="connsiteX27" fmla="*/ 149225 w 605089"/>
              <a:gd name="connsiteY27" fmla="*/ 17463 h 238125"/>
              <a:gd name="connsiteX28" fmla="*/ 158750 w 605089"/>
              <a:gd name="connsiteY28" fmla="*/ 15875 h 238125"/>
              <a:gd name="connsiteX29" fmla="*/ 180975 w 605089"/>
              <a:gd name="connsiteY29" fmla="*/ 11113 h 238125"/>
              <a:gd name="connsiteX30" fmla="*/ 230188 w 605089"/>
              <a:gd name="connsiteY30" fmla="*/ 6350 h 238125"/>
              <a:gd name="connsiteX31" fmla="*/ 269875 w 605089"/>
              <a:gd name="connsiteY31" fmla="*/ 3175 h 238125"/>
              <a:gd name="connsiteX32" fmla="*/ 284163 w 605089"/>
              <a:gd name="connsiteY32" fmla="*/ 1588 h 238125"/>
              <a:gd name="connsiteX33" fmla="*/ 373063 w 605089"/>
              <a:gd name="connsiteY33" fmla="*/ 0 h 238125"/>
              <a:gd name="connsiteX34" fmla="*/ 554038 w 605089"/>
              <a:gd name="connsiteY34" fmla="*/ 1588 h 238125"/>
              <a:gd name="connsiteX35" fmla="*/ 561975 w 605089"/>
              <a:gd name="connsiteY35" fmla="*/ 3175 h 238125"/>
              <a:gd name="connsiteX36" fmla="*/ 571500 w 605089"/>
              <a:gd name="connsiteY36" fmla="*/ 6350 h 238125"/>
              <a:gd name="connsiteX37" fmla="*/ 582613 w 605089"/>
              <a:gd name="connsiteY37" fmla="*/ 11113 h 238125"/>
              <a:gd name="connsiteX38" fmla="*/ 596900 w 605089"/>
              <a:gd name="connsiteY38" fmla="*/ 19050 h 238125"/>
              <a:gd name="connsiteX39" fmla="*/ 601663 w 605089"/>
              <a:gd name="connsiteY39" fmla="*/ 22225 h 238125"/>
              <a:gd name="connsiteX40" fmla="*/ 603915 w 605089"/>
              <a:gd name="connsiteY40" fmla="*/ 77455 h 238125"/>
              <a:gd name="connsiteX41" fmla="*/ 582323 w 605089"/>
              <a:gd name="connsiteY41" fmla="*/ 135837 h 238125"/>
              <a:gd name="connsiteX42" fmla="*/ 493713 w 605089"/>
              <a:gd name="connsiteY42" fmla="*/ 238125 h 238125"/>
              <a:gd name="connsiteX0" fmla="*/ 25400 w 604485"/>
              <a:gd name="connsiteY0" fmla="*/ 233363 h 238125"/>
              <a:gd name="connsiteX1" fmla="*/ 26988 w 604485"/>
              <a:gd name="connsiteY1" fmla="*/ 225425 h 238125"/>
              <a:gd name="connsiteX2" fmla="*/ 30163 w 604485"/>
              <a:gd name="connsiteY2" fmla="*/ 220663 h 238125"/>
              <a:gd name="connsiteX3" fmla="*/ 28575 w 604485"/>
              <a:gd name="connsiteY3" fmla="*/ 173038 h 238125"/>
              <a:gd name="connsiteX4" fmla="*/ 19050 w 604485"/>
              <a:gd name="connsiteY4" fmla="*/ 166688 h 238125"/>
              <a:gd name="connsiteX5" fmla="*/ 14288 w 604485"/>
              <a:gd name="connsiteY5" fmla="*/ 160338 h 238125"/>
              <a:gd name="connsiteX6" fmla="*/ 9525 w 604485"/>
              <a:gd name="connsiteY6" fmla="*/ 150813 h 238125"/>
              <a:gd name="connsiteX7" fmla="*/ 4763 w 604485"/>
              <a:gd name="connsiteY7" fmla="*/ 147638 h 238125"/>
              <a:gd name="connsiteX8" fmla="*/ 3175 w 604485"/>
              <a:gd name="connsiteY8" fmla="*/ 139700 h 238125"/>
              <a:gd name="connsiteX9" fmla="*/ 1588 w 604485"/>
              <a:gd name="connsiteY9" fmla="*/ 134938 h 238125"/>
              <a:gd name="connsiteX10" fmla="*/ 0 w 604485"/>
              <a:gd name="connsiteY10" fmla="*/ 125413 h 238125"/>
              <a:gd name="connsiteX11" fmla="*/ 3175 w 604485"/>
              <a:gd name="connsiteY11" fmla="*/ 84138 h 238125"/>
              <a:gd name="connsiteX12" fmla="*/ 11113 w 604485"/>
              <a:gd name="connsiteY12" fmla="*/ 69850 h 238125"/>
              <a:gd name="connsiteX13" fmla="*/ 25400 w 604485"/>
              <a:gd name="connsiteY13" fmla="*/ 58738 h 238125"/>
              <a:gd name="connsiteX14" fmla="*/ 30163 w 604485"/>
              <a:gd name="connsiteY14" fmla="*/ 53975 h 238125"/>
              <a:gd name="connsiteX15" fmla="*/ 38100 w 604485"/>
              <a:gd name="connsiteY15" fmla="*/ 52388 h 238125"/>
              <a:gd name="connsiteX16" fmla="*/ 49213 w 604485"/>
              <a:gd name="connsiteY16" fmla="*/ 49213 h 238125"/>
              <a:gd name="connsiteX17" fmla="*/ 57150 w 604485"/>
              <a:gd name="connsiteY17" fmla="*/ 46038 h 238125"/>
              <a:gd name="connsiteX18" fmla="*/ 61913 w 604485"/>
              <a:gd name="connsiteY18" fmla="*/ 44450 h 238125"/>
              <a:gd name="connsiteX19" fmla="*/ 71438 w 604485"/>
              <a:gd name="connsiteY19" fmla="*/ 39688 h 238125"/>
              <a:gd name="connsiteX20" fmla="*/ 76200 w 604485"/>
              <a:gd name="connsiteY20" fmla="*/ 36513 h 238125"/>
              <a:gd name="connsiteX21" fmla="*/ 85725 w 604485"/>
              <a:gd name="connsiteY21" fmla="*/ 33338 h 238125"/>
              <a:gd name="connsiteX22" fmla="*/ 96838 w 604485"/>
              <a:gd name="connsiteY22" fmla="*/ 30163 h 238125"/>
              <a:gd name="connsiteX23" fmla="*/ 107950 w 604485"/>
              <a:gd name="connsiteY23" fmla="*/ 28575 h 238125"/>
              <a:gd name="connsiteX24" fmla="*/ 117475 w 604485"/>
              <a:gd name="connsiteY24" fmla="*/ 25400 h 238125"/>
              <a:gd name="connsiteX25" fmla="*/ 130175 w 604485"/>
              <a:gd name="connsiteY25" fmla="*/ 22225 h 238125"/>
              <a:gd name="connsiteX26" fmla="*/ 134938 w 604485"/>
              <a:gd name="connsiteY26" fmla="*/ 19050 h 238125"/>
              <a:gd name="connsiteX27" fmla="*/ 149225 w 604485"/>
              <a:gd name="connsiteY27" fmla="*/ 17463 h 238125"/>
              <a:gd name="connsiteX28" fmla="*/ 158750 w 604485"/>
              <a:gd name="connsiteY28" fmla="*/ 15875 h 238125"/>
              <a:gd name="connsiteX29" fmla="*/ 180975 w 604485"/>
              <a:gd name="connsiteY29" fmla="*/ 11113 h 238125"/>
              <a:gd name="connsiteX30" fmla="*/ 230188 w 604485"/>
              <a:gd name="connsiteY30" fmla="*/ 6350 h 238125"/>
              <a:gd name="connsiteX31" fmla="*/ 269875 w 604485"/>
              <a:gd name="connsiteY31" fmla="*/ 3175 h 238125"/>
              <a:gd name="connsiteX32" fmla="*/ 284163 w 604485"/>
              <a:gd name="connsiteY32" fmla="*/ 1588 h 238125"/>
              <a:gd name="connsiteX33" fmla="*/ 373063 w 604485"/>
              <a:gd name="connsiteY33" fmla="*/ 0 h 238125"/>
              <a:gd name="connsiteX34" fmla="*/ 554038 w 604485"/>
              <a:gd name="connsiteY34" fmla="*/ 1588 h 238125"/>
              <a:gd name="connsiteX35" fmla="*/ 561975 w 604485"/>
              <a:gd name="connsiteY35" fmla="*/ 3175 h 238125"/>
              <a:gd name="connsiteX36" fmla="*/ 571500 w 604485"/>
              <a:gd name="connsiteY36" fmla="*/ 6350 h 238125"/>
              <a:gd name="connsiteX37" fmla="*/ 582613 w 604485"/>
              <a:gd name="connsiteY37" fmla="*/ 11113 h 238125"/>
              <a:gd name="connsiteX38" fmla="*/ 596900 w 604485"/>
              <a:gd name="connsiteY38" fmla="*/ 19050 h 238125"/>
              <a:gd name="connsiteX39" fmla="*/ 603915 w 604485"/>
              <a:gd name="connsiteY39" fmla="*/ 77455 h 238125"/>
              <a:gd name="connsiteX40" fmla="*/ 582323 w 604485"/>
              <a:gd name="connsiteY40" fmla="*/ 135837 h 238125"/>
              <a:gd name="connsiteX41" fmla="*/ 493713 w 604485"/>
              <a:gd name="connsiteY41" fmla="*/ 238125 h 238125"/>
              <a:gd name="connsiteX0" fmla="*/ 25400 w 603915"/>
              <a:gd name="connsiteY0" fmla="*/ 233363 h 238125"/>
              <a:gd name="connsiteX1" fmla="*/ 26988 w 603915"/>
              <a:gd name="connsiteY1" fmla="*/ 225425 h 238125"/>
              <a:gd name="connsiteX2" fmla="*/ 30163 w 603915"/>
              <a:gd name="connsiteY2" fmla="*/ 220663 h 238125"/>
              <a:gd name="connsiteX3" fmla="*/ 28575 w 603915"/>
              <a:gd name="connsiteY3" fmla="*/ 173038 h 238125"/>
              <a:gd name="connsiteX4" fmla="*/ 19050 w 603915"/>
              <a:gd name="connsiteY4" fmla="*/ 166688 h 238125"/>
              <a:gd name="connsiteX5" fmla="*/ 14288 w 603915"/>
              <a:gd name="connsiteY5" fmla="*/ 160338 h 238125"/>
              <a:gd name="connsiteX6" fmla="*/ 9525 w 603915"/>
              <a:gd name="connsiteY6" fmla="*/ 150813 h 238125"/>
              <a:gd name="connsiteX7" fmla="*/ 4763 w 603915"/>
              <a:gd name="connsiteY7" fmla="*/ 147638 h 238125"/>
              <a:gd name="connsiteX8" fmla="*/ 3175 w 603915"/>
              <a:gd name="connsiteY8" fmla="*/ 139700 h 238125"/>
              <a:gd name="connsiteX9" fmla="*/ 1588 w 603915"/>
              <a:gd name="connsiteY9" fmla="*/ 134938 h 238125"/>
              <a:gd name="connsiteX10" fmla="*/ 0 w 603915"/>
              <a:gd name="connsiteY10" fmla="*/ 125413 h 238125"/>
              <a:gd name="connsiteX11" fmla="*/ 3175 w 603915"/>
              <a:gd name="connsiteY11" fmla="*/ 84138 h 238125"/>
              <a:gd name="connsiteX12" fmla="*/ 11113 w 603915"/>
              <a:gd name="connsiteY12" fmla="*/ 69850 h 238125"/>
              <a:gd name="connsiteX13" fmla="*/ 25400 w 603915"/>
              <a:gd name="connsiteY13" fmla="*/ 58738 h 238125"/>
              <a:gd name="connsiteX14" fmla="*/ 30163 w 603915"/>
              <a:gd name="connsiteY14" fmla="*/ 53975 h 238125"/>
              <a:gd name="connsiteX15" fmla="*/ 38100 w 603915"/>
              <a:gd name="connsiteY15" fmla="*/ 52388 h 238125"/>
              <a:gd name="connsiteX16" fmla="*/ 49213 w 603915"/>
              <a:gd name="connsiteY16" fmla="*/ 49213 h 238125"/>
              <a:gd name="connsiteX17" fmla="*/ 57150 w 603915"/>
              <a:gd name="connsiteY17" fmla="*/ 46038 h 238125"/>
              <a:gd name="connsiteX18" fmla="*/ 61913 w 603915"/>
              <a:gd name="connsiteY18" fmla="*/ 44450 h 238125"/>
              <a:gd name="connsiteX19" fmla="*/ 71438 w 603915"/>
              <a:gd name="connsiteY19" fmla="*/ 39688 h 238125"/>
              <a:gd name="connsiteX20" fmla="*/ 76200 w 603915"/>
              <a:gd name="connsiteY20" fmla="*/ 36513 h 238125"/>
              <a:gd name="connsiteX21" fmla="*/ 85725 w 603915"/>
              <a:gd name="connsiteY21" fmla="*/ 33338 h 238125"/>
              <a:gd name="connsiteX22" fmla="*/ 96838 w 603915"/>
              <a:gd name="connsiteY22" fmla="*/ 30163 h 238125"/>
              <a:gd name="connsiteX23" fmla="*/ 107950 w 603915"/>
              <a:gd name="connsiteY23" fmla="*/ 28575 h 238125"/>
              <a:gd name="connsiteX24" fmla="*/ 117475 w 603915"/>
              <a:gd name="connsiteY24" fmla="*/ 25400 h 238125"/>
              <a:gd name="connsiteX25" fmla="*/ 130175 w 603915"/>
              <a:gd name="connsiteY25" fmla="*/ 22225 h 238125"/>
              <a:gd name="connsiteX26" fmla="*/ 134938 w 603915"/>
              <a:gd name="connsiteY26" fmla="*/ 19050 h 238125"/>
              <a:gd name="connsiteX27" fmla="*/ 149225 w 603915"/>
              <a:gd name="connsiteY27" fmla="*/ 17463 h 238125"/>
              <a:gd name="connsiteX28" fmla="*/ 158750 w 603915"/>
              <a:gd name="connsiteY28" fmla="*/ 15875 h 238125"/>
              <a:gd name="connsiteX29" fmla="*/ 180975 w 603915"/>
              <a:gd name="connsiteY29" fmla="*/ 11113 h 238125"/>
              <a:gd name="connsiteX30" fmla="*/ 230188 w 603915"/>
              <a:gd name="connsiteY30" fmla="*/ 6350 h 238125"/>
              <a:gd name="connsiteX31" fmla="*/ 269875 w 603915"/>
              <a:gd name="connsiteY31" fmla="*/ 3175 h 238125"/>
              <a:gd name="connsiteX32" fmla="*/ 284163 w 603915"/>
              <a:gd name="connsiteY32" fmla="*/ 1588 h 238125"/>
              <a:gd name="connsiteX33" fmla="*/ 373063 w 603915"/>
              <a:gd name="connsiteY33" fmla="*/ 0 h 238125"/>
              <a:gd name="connsiteX34" fmla="*/ 554038 w 603915"/>
              <a:gd name="connsiteY34" fmla="*/ 1588 h 238125"/>
              <a:gd name="connsiteX35" fmla="*/ 561975 w 603915"/>
              <a:gd name="connsiteY35" fmla="*/ 3175 h 238125"/>
              <a:gd name="connsiteX36" fmla="*/ 571500 w 603915"/>
              <a:gd name="connsiteY36" fmla="*/ 6350 h 238125"/>
              <a:gd name="connsiteX37" fmla="*/ 582613 w 603915"/>
              <a:gd name="connsiteY37" fmla="*/ 11113 h 238125"/>
              <a:gd name="connsiteX38" fmla="*/ 603915 w 603915"/>
              <a:gd name="connsiteY38" fmla="*/ 77455 h 238125"/>
              <a:gd name="connsiteX39" fmla="*/ 582323 w 603915"/>
              <a:gd name="connsiteY39" fmla="*/ 135837 h 238125"/>
              <a:gd name="connsiteX40" fmla="*/ 493713 w 603915"/>
              <a:gd name="connsiteY40" fmla="*/ 238125 h 238125"/>
              <a:gd name="connsiteX0" fmla="*/ 25400 w 604258"/>
              <a:gd name="connsiteY0" fmla="*/ 233363 h 238125"/>
              <a:gd name="connsiteX1" fmla="*/ 26988 w 604258"/>
              <a:gd name="connsiteY1" fmla="*/ 225425 h 238125"/>
              <a:gd name="connsiteX2" fmla="*/ 30163 w 604258"/>
              <a:gd name="connsiteY2" fmla="*/ 220663 h 238125"/>
              <a:gd name="connsiteX3" fmla="*/ 28575 w 604258"/>
              <a:gd name="connsiteY3" fmla="*/ 173038 h 238125"/>
              <a:gd name="connsiteX4" fmla="*/ 19050 w 604258"/>
              <a:gd name="connsiteY4" fmla="*/ 166688 h 238125"/>
              <a:gd name="connsiteX5" fmla="*/ 14288 w 604258"/>
              <a:gd name="connsiteY5" fmla="*/ 160338 h 238125"/>
              <a:gd name="connsiteX6" fmla="*/ 9525 w 604258"/>
              <a:gd name="connsiteY6" fmla="*/ 150813 h 238125"/>
              <a:gd name="connsiteX7" fmla="*/ 4763 w 604258"/>
              <a:gd name="connsiteY7" fmla="*/ 147638 h 238125"/>
              <a:gd name="connsiteX8" fmla="*/ 3175 w 604258"/>
              <a:gd name="connsiteY8" fmla="*/ 139700 h 238125"/>
              <a:gd name="connsiteX9" fmla="*/ 1588 w 604258"/>
              <a:gd name="connsiteY9" fmla="*/ 134938 h 238125"/>
              <a:gd name="connsiteX10" fmla="*/ 0 w 604258"/>
              <a:gd name="connsiteY10" fmla="*/ 125413 h 238125"/>
              <a:gd name="connsiteX11" fmla="*/ 3175 w 604258"/>
              <a:gd name="connsiteY11" fmla="*/ 84138 h 238125"/>
              <a:gd name="connsiteX12" fmla="*/ 11113 w 604258"/>
              <a:gd name="connsiteY12" fmla="*/ 69850 h 238125"/>
              <a:gd name="connsiteX13" fmla="*/ 25400 w 604258"/>
              <a:gd name="connsiteY13" fmla="*/ 58738 h 238125"/>
              <a:gd name="connsiteX14" fmla="*/ 30163 w 604258"/>
              <a:gd name="connsiteY14" fmla="*/ 53975 h 238125"/>
              <a:gd name="connsiteX15" fmla="*/ 38100 w 604258"/>
              <a:gd name="connsiteY15" fmla="*/ 52388 h 238125"/>
              <a:gd name="connsiteX16" fmla="*/ 49213 w 604258"/>
              <a:gd name="connsiteY16" fmla="*/ 49213 h 238125"/>
              <a:gd name="connsiteX17" fmla="*/ 57150 w 604258"/>
              <a:gd name="connsiteY17" fmla="*/ 46038 h 238125"/>
              <a:gd name="connsiteX18" fmla="*/ 61913 w 604258"/>
              <a:gd name="connsiteY18" fmla="*/ 44450 h 238125"/>
              <a:gd name="connsiteX19" fmla="*/ 71438 w 604258"/>
              <a:gd name="connsiteY19" fmla="*/ 39688 h 238125"/>
              <a:gd name="connsiteX20" fmla="*/ 76200 w 604258"/>
              <a:gd name="connsiteY20" fmla="*/ 36513 h 238125"/>
              <a:gd name="connsiteX21" fmla="*/ 85725 w 604258"/>
              <a:gd name="connsiteY21" fmla="*/ 33338 h 238125"/>
              <a:gd name="connsiteX22" fmla="*/ 96838 w 604258"/>
              <a:gd name="connsiteY22" fmla="*/ 30163 h 238125"/>
              <a:gd name="connsiteX23" fmla="*/ 107950 w 604258"/>
              <a:gd name="connsiteY23" fmla="*/ 28575 h 238125"/>
              <a:gd name="connsiteX24" fmla="*/ 117475 w 604258"/>
              <a:gd name="connsiteY24" fmla="*/ 25400 h 238125"/>
              <a:gd name="connsiteX25" fmla="*/ 130175 w 604258"/>
              <a:gd name="connsiteY25" fmla="*/ 22225 h 238125"/>
              <a:gd name="connsiteX26" fmla="*/ 134938 w 604258"/>
              <a:gd name="connsiteY26" fmla="*/ 19050 h 238125"/>
              <a:gd name="connsiteX27" fmla="*/ 149225 w 604258"/>
              <a:gd name="connsiteY27" fmla="*/ 17463 h 238125"/>
              <a:gd name="connsiteX28" fmla="*/ 158750 w 604258"/>
              <a:gd name="connsiteY28" fmla="*/ 15875 h 238125"/>
              <a:gd name="connsiteX29" fmla="*/ 180975 w 604258"/>
              <a:gd name="connsiteY29" fmla="*/ 11113 h 238125"/>
              <a:gd name="connsiteX30" fmla="*/ 230188 w 604258"/>
              <a:gd name="connsiteY30" fmla="*/ 6350 h 238125"/>
              <a:gd name="connsiteX31" fmla="*/ 269875 w 604258"/>
              <a:gd name="connsiteY31" fmla="*/ 3175 h 238125"/>
              <a:gd name="connsiteX32" fmla="*/ 284163 w 604258"/>
              <a:gd name="connsiteY32" fmla="*/ 1588 h 238125"/>
              <a:gd name="connsiteX33" fmla="*/ 373063 w 604258"/>
              <a:gd name="connsiteY33" fmla="*/ 0 h 238125"/>
              <a:gd name="connsiteX34" fmla="*/ 554038 w 604258"/>
              <a:gd name="connsiteY34" fmla="*/ 1588 h 238125"/>
              <a:gd name="connsiteX35" fmla="*/ 561975 w 604258"/>
              <a:gd name="connsiteY35" fmla="*/ 3175 h 238125"/>
              <a:gd name="connsiteX36" fmla="*/ 571500 w 604258"/>
              <a:gd name="connsiteY36" fmla="*/ 6350 h 238125"/>
              <a:gd name="connsiteX37" fmla="*/ 603915 w 604258"/>
              <a:gd name="connsiteY37" fmla="*/ 77455 h 238125"/>
              <a:gd name="connsiteX38" fmla="*/ 582323 w 604258"/>
              <a:gd name="connsiteY38" fmla="*/ 135837 h 238125"/>
              <a:gd name="connsiteX39" fmla="*/ 493713 w 604258"/>
              <a:gd name="connsiteY39" fmla="*/ 238125 h 238125"/>
              <a:gd name="connsiteX0" fmla="*/ 25400 w 604768"/>
              <a:gd name="connsiteY0" fmla="*/ 236239 h 241001"/>
              <a:gd name="connsiteX1" fmla="*/ 26988 w 604768"/>
              <a:gd name="connsiteY1" fmla="*/ 228301 h 241001"/>
              <a:gd name="connsiteX2" fmla="*/ 30163 w 604768"/>
              <a:gd name="connsiteY2" fmla="*/ 223539 h 241001"/>
              <a:gd name="connsiteX3" fmla="*/ 28575 w 604768"/>
              <a:gd name="connsiteY3" fmla="*/ 175914 h 241001"/>
              <a:gd name="connsiteX4" fmla="*/ 19050 w 604768"/>
              <a:gd name="connsiteY4" fmla="*/ 169564 h 241001"/>
              <a:gd name="connsiteX5" fmla="*/ 14288 w 604768"/>
              <a:gd name="connsiteY5" fmla="*/ 163214 h 241001"/>
              <a:gd name="connsiteX6" fmla="*/ 9525 w 604768"/>
              <a:gd name="connsiteY6" fmla="*/ 153689 h 241001"/>
              <a:gd name="connsiteX7" fmla="*/ 4763 w 604768"/>
              <a:gd name="connsiteY7" fmla="*/ 150514 h 241001"/>
              <a:gd name="connsiteX8" fmla="*/ 3175 w 604768"/>
              <a:gd name="connsiteY8" fmla="*/ 142576 h 241001"/>
              <a:gd name="connsiteX9" fmla="*/ 1588 w 604768"/>
              <a:gd name="connsiteY9" fmla="*/ 137814 h 241001"/>
              <a:gd name="connsiteX10" fmla="*/ 0 w 604768"/>
              <a:gd name="connsiteY10" fmla="*/ 128289 h 241001"/>
              <a:gd name="connsiteX11" fmla="*/ 3175 w 604768"/>
              <a:gd name="connsiteY11" fmla="*/ 87014 h 241001"/>
              <a:gd name="connsiteX12" fmla="*/ 11113 w 604768"/>
              <a:gd name="connsiteY12" fmla="*/ 72726 h 241001"/>
              <a:gd name="connsiteX13" fmla="*/ 25400 w 604768"/>
              <a:gd name="connsiteY13" fmla="*/ 61614 h 241001"/>
              <a:gd name="connsiteX14" fmla="*/ 30163 w 604768"/>
              <a:gd name="connsiteY14" fmla="*/ 56851 h 241001"/>
              <a:gd name="connsiteX15" fmla="*/ 38100 w 604768"/>
              <a:gd name="connsiteY15" fmla="*/ 55264 h 241001"/>
              <a:gd name="connsiteX16" fmla="*/ 49213 w 604768"/>
              <a:gd name="connsiteY16" fmla="*/ 52089 h 241001"/>
              <a:gd name="connsiteX17" fmla="*/ 57150 w 604768"/>
              <a:gd name="connsiteY17" fmla="*/ 48914 h 241001"/>
              <a:gd name="connsiteX18" fmla="*/ 61913 w 604768"/>
              <a:gd name="connsiteY18" fmla="*/ 47326 h 241001"/>
              <a:gd name="connsiteX19" fmla="*/ 71438 w 604768"/>
              <a:gd name="connsiteY19" fmla="*/ 42564 h 241001"/>
              <a:gd name="connsiteX20" fmla="*/ 76200 w 604768"/>
              <a:gd name="connsiteY20" fmla="*/ 39389 h 241001"/>
              <a:gd name="connsiteX21" fmla="*/ 85725 w 604768"/>
              <a:gd name="connsiteY21" fmla="*/ 36214 h 241001"/>
              <a:gd name="connsiteX22" fmla="*/ 96838 w 604768"/>
              <a:gd name="connsiteY22" fmla="*/ 33039 h 241001"/>
              <a:gd name="connsiteX23" fmla="*/ 107950 w 604768"/>
              <a:gd name="connsiteY23" fmla="*/ 31451 h 241001"/>
              <a:gd name="connsiteX24" fmla="*/ 117475 w 604768"/>
              <a:gd name="connsiteY24" fmla="*/ 28276 h 241001"/>
              <a:gd name="connsiteX25" fmla="*/ 130175 w 604768"/>
              <a:gd name="connsiteY25" fmla="*/ 25101 h 241001"/>
              <a:gd name="connsiteX26" fmla="*/ 134938 w 604768"/>
              <a:gd name="connsiteY26" fmla="*/ 21926 h 241001"/>
              <a:gd name="connsiteX27" fmla="*/ 149225 w 604768"/>
              <a:gd name="connsiteY27" fmla="*/ 20339 h 241001"/>
              <a:gd name="connsiteX28" fmla="*/ 158750 w 604768"/>
              <a:gd name="connsiteY28" fmla="*/ 18751 h 241001"/>
              <a:gd name="connsiteX29" fmla="*/ 180975 w 604768"/>
              <a:gd name="connsiteY29" fmla="*/ 13989 h 241001"/>
              <a:gd name="connsiteX30" fmla="*/ 230188 w 604768"/>
              <a:gd name="connsiteY30" fmla="*/ 9226 h 241001"/>
              <a:gd name="connsiteX31" fmla="*/ 269875 w 604768"/>
              <a:gd name="connsiteY31" fmla="*/ 6051 h 241001"/>
              <a:gd name="connsiteX32" fmla="*/ 284163 w 604768"/>
              <a:gd name="connsiteY32" fmla="*/ 4464 h 241001"/>
              <a:gd name="connsiteX33" fmla="*/ 373063 w 604768"/>
              <a:gd name="connsiteY33" fmla="*/ 2876 h 241001"/>
              <a:gd name="connsiteX34" fmla="*/ 554038 w 604768"/>
              <a:gd name="connsiteY34" fmla="*/ 4464 h 241001"/>
              <a:gd name="connsiteX35" fmla="*/ 561975 w 604768"/>
              <a:gd name="connsiteY35" fmla="*/ 6051 h 241001"/>
              <a:gd name="connsiteX36" fmla="*/ 603915 w 604768"/>
              <a:gd name="connsiteY36" fmla="*/ 80331 h 241001"/>
              <a:gd name="connsiteX37" fmla="*/ 582323 w 604768"/>
              <a:gd name="connsiteY37" fmla="*/ 138713 h 241001"/>
              <a:gd name="connsiteX38" fmla="*/ 493713 w 604768"/>
              <a:gd name="connsiteY38" fmla="*/ 241001 h 241001"/>
              <a:gd name="connsiteX0" fmla="*/ 25400 w 605246"/>
              <a:gd name="connsiteY0" fmla="*/ 237823 h 242585"/>
              <a:gd name="connsiteX1" fmla="*/ 26988 w 605246"/>
              <a:gd name="connsiteY1" fmla="*/ 229885 h 242585"/>
              <a:gd name="connsiteX2" fmla="*/ 30163 w 605246"/>
              <a:gd name="connsiteY2" fmla="*/ 225123 h 242585"/>
              <a:gd name="connsiteX3" fmla="*/ 28575 w 605246"/>
              <a:gd name="connsiteY3" fmla="*/ 177498 h 242585"/>
              <a:gd name="connsiteX4" fmla="*/ 19050 w 605246"/>
              <a:gd name="connsiteY4" fmla="*/ 171148 h 242585"/>
              <a:gd name="connsiteX5" fmla="*/ 14288 w 605246"/>
              <a:gd name="connsiteY5" fmla="*/ 164798 h 242585"/>
              <a:gd name="connsiteX6" fmla="*/ 9525 w 605246"/>
              <a:gd name="connsiteY6" fmla="*/ 155273 h 242585"/>
              <a:gd name="connsiteX7" fmla="*/ 4763 w 605246"/>
              <a:gd name="connsiteY7" fmla="*/ 152098 h 242585"/>
              <a:gd name="connsiteX8" fmla="*/ 3175 w 605246"/>
              <a:gd name="connsiteY8" fmla="*/ 144160 h 242585"/>
              <a:gd name="connsiteX9" fmla="*/ 1588 w 605246"/>
              <a:gd name="connsiteY9" fmla="*/ 139398 h 242585"/>
              <a:gd name="connsiteX10" fmla="*/ 0 w 605246"/>
              <a:gd name="connsiteY10" fmla="*/ 129873 h 242585"/>
              <a:gd name="connsiteX11" fmla="*/ 3175 w 605246"/>
              <a:gd name="connsiteY11" fmla="*/ 88598 h 242585"/>
              <a:gd name="connsiteX12" fmla="*/ 11113 w 605246"/>
              <a:gd name="connsiteY12" fmla="*/ 74310 h 242585"/>
              <a:gd name="connsiteX13" fmla="*/ 25400 w 605246"/>
              <a:gd name="connsiteY13" fmla="*/ 63198 h 242585"/>
              <a:gd name="connsiteX14" fmla="*/ 30163 w 605246"/>
              <a:gd name="connsiteY14" fmla="*/ 58435 h 242585"/>
              <a:gd name="connsiteX15" fmla="*/ 38100 w 605246"/>
              <a:gd name="connsiteY15" fmla="*/ 56848 h 242585"/>
              <a:gd name="connsiteX16" fmla="*/ 49213 w 605246"/>
              <a:gd name="connsiteY16" fmla="*/ 53673 h 242585"/>
              <a:gd name="connsiteX17" fmla="*/ 57150 w 605246"/>
              <a:gd name="connsiteY17" fmla="*/ 50498 h 242585"/>
              <a:gd name="connsiteX18" fmla="*/ 61913 w 605246"/>
              <a:gd name="connsiteY18" fmla="*/ 48910 h 242585"/>
              <a:gd name="connsiteX19" fmla="*/ 71438 w 605246"/>
              <a:gd name="connsiteY19" fmla="*/ 44148 h 242585"/>
              <a:gd name="connsiteX20" fmla="*/ 76200 w 605246"/>
              <a:gd name="connsiteY20" fmla="*/ 40973 h 242585"/>
              <a:gd name="connsiteX21" fmla="*/ 85725 w 605246"/>
              <a:gd name="connsiteY21" fmla="*/ 37798 h 242585"/>
              <a:gd name="connsiteX22" fmla="*/ 96838 w 605246"/>
              <a:gd name="connsiteY22" fmla="*/ 34623 h 242585"/>
              <a:gd name="connsiteX23" fmla="*/ 107950 w 605246"/>
              <a:gd name="connsiteY23" fmla="*/ 33035 h 242585"/>
              <a:gd name="connsiteX24" fmla="*/ 117475 w 605246"/>
              <a:gd name="connsiteY24" fmla="*/ 29860 h 242585"/>
              <a:gd name="connsiteX25" fmla="*/ 130175 w 605246"/>
              <a:gd name="connsiteY25" fmla="*/ 26685 h 242585"/>
              <a:gd name="connsiteX26" fmla="*/ 134938 w 605246"/>
              <a:gd name="connsiteY26" fmla="*/ 23510 h 242585"/>
              <a:gd name="connsiteX27" fmla="*/ 149225 w 605246"/>
              <a:gd name="connsiteY27" fmla="*/ 21923 h 242585"/>
              <a:gd name="connsiteX28" fmla="*/ 158750 w 605246"/>
              <a:gd name="connsiteY28" fmla="*/ 20335 h 242585"/>
              <a:gd name="connsiteX29" fmla="*/ 180975 w 605246"/>
              <a:gd name="connsiteY29" fmla="*/ 15573 h 242585"/>
              <a:gd name="connsiteX30" fmla="*/ 230188 w 605246"/>
              <a:gd name="connsiteY30" fmla="*/ 10810 h 242585"/>
              <a:gd name="connsiteX31" fmla="*/ 269875 w 605246"/>
              <a:gd name="connsiteY31" fmla="*/ 7635 h 242585"/>
              <a:gd name="connsiteX32" fmla="*/ 284163 w 605246"/>
              <a:gd name="connsiteY32" fmla="*/ 6048 h 242585"/>
              <a:gd name="connsiteX33" fmla="*/ 373063 w 605246"/>
              <a:gd name="connsiteY33" fmla="*/ 4460 h 242585"/>
              <a:gd name="connsiteX34" fmla="*/ 554038 w 605246"/>
              <a:gd name="connsiteY34" fmla="*/ 6048 h 242585"/>
              <a:gd name="connsiteX35" fmla="*/ 603915 w 605246"/>
              <a:gd name="connsiteY35" fmla="*/ 81915 h 242585"/>
              <a:gd name="connsiteX36" fmla="*/ 582323 w 605246"/>
              <a:gd name="connsiteY36" fmla="*/ 140297 h 242585"/>
              <a:gd name="connsiteX37" fmla="*/ 493713 w 605246"/>
              <a:gd name="connsiteY37" fmla="*/ 242585 h 242585"/>
              <a:gd name="connsiteX0" fmla="*/ 25400 w 618108"/>
              <a:gd name="connsiteY0" fmla="*/ 238783 h 243545"/>
              <a:gd name="connsiteX1" fmla="*/ 26988 w 618108"/>
              <a:gd name="connsiteY1" fmla="*/ 230845 h 243545"/>
              <a:gd name="connsiteX2" fmla="*/ 30163 w 618108"/>
              <a:gd name="connsiteY2" fmla="*/ 226083 h 243545"/>
              <a:gd name="connsiteX3" fmla="*/ 28575 w 618108"/>
              <a:gd name="connsiteY3" fmla="*/ 178458 h 243545"/>
              <a:gd name="connsiteX4" fmla="*/ 19050 w 618108"/>
              <a:gd name="connsiteY4" fmla="*/ 172108 h 243545"/>
              <a:gd name="connsiteX5" fmla="*/ 14288 w 618108"/>
              <a:gd name="connsiteY5" fmla="*/ 165758 h 243545"/>
              <a:gd name="connsiteX6" fmla="*/ 9525 w 618108"/>
              <a:gd name="connsiteY6" fmla="*/ 156233 h 243545"/>
              <a:gd name="connsiteX7" fmla="*/ 4763 w 618108"/>
              <a:gd name="connsiteY7" fmla="*/ 153058 h 243545"/>
              <a:gd name="connsiteX8" fmla="*/ 3175 w 618108"/>
              <a:gd name="connsiteY8" fmla="*/ 145120 h 243545"/>
              <a:gd name="connsiteX9" fmla="*/ 1588 w 618108"/>
              <a:gd name="connsiteY9" fmla="*/ 140358 h 243545"/>
              <a:gd name="connsiteX10" fmla="*/ 0 w 618108"/>
              <a:gd name="connsiteY10" fmla="*/ 130833 h 243545"/>
              <a:gd name="connsiteX11" fmla="*/ 3175 w 618108"/>
              <a:gd name="connsiteY11" fmla="*/ 89558 h 243545"/>
              <a:gd name="connsiteX12" fmla="*/ 11113 w 618108"/>
              <a:gd name="connsiteY12" fmla="*/ 75270 h 243545"/>
              <a:gd name="connsiteX13" fmla="*/ 25400 w 618108"/>
              <a:gd name="connsiteY13" fmla="*/ 64158 h 243545"/>
              <a:gd name="connsiteX14" fmla="*/ 30163 w 618108"/>
              <a:gd name="connsiteY14" fmla="*/ 59395 h 243545"/>
              <a:gd name="connsiteX15" fmla="*/ 38100 w 618108"/>
              <a:gd name="connsiteY15" fmla="*/ 57808 h 243545"/>
              <a:gd name="connsiteX16" fmla="*/ 49213 w 618108"/>
              <a:gd name="connsiteY16" fmla="*/ 54633 h 243545"/>
              <a:gd name="connsiteX17" fmla="*/ 57150 w 618108"/>
              <a:gd name="connsiteY17" fmla="*/ 51458 h 243545"/>
              <a:gd name="connsiteX18" fmla="*/ 61913 w 618108"/>
              <a:gd name="connsiteY18" fmla="*/ 49870 h 243545"/>
              <a:gd name="connsiteX19" fmla="*/ 71438 w 618108"/>
              <a:gd name="connsiteY19" fmla="*/ 45108 h 243545"/>
              <a:gd name="connsiteX20" fmla="*/ 76200 w 618108"/>
              <a:gd name="connsiteY20" fmla="*/ 41933 h 243545"/>
              <a:gd name="connsiteX21" fmla="*/ 85725 w 618108"/>
              <a:gd name="connsiteY21" fmla="*/ 38758 h 243545"/>
              <a:gd name="connsiteX22" fmla="*/ 96838 w 618108"/>
              <a:gd name="connsiteY22" fmla="*/ 35583 h 243545"/>
              <a:gd name="connsiteX23" fmla="*/ 107950 w 618108"/>
              <a:gd name="connsiteY23" fmla="*/ 33995 h 243545"/>
              <a:gd name="connsiteX24" fmla="*/ 117475 w 618108"/>
              <a:gd name="connsiteY24" fmla="*/ 30820 h 243545"/>
              <a:gd name="connsiteX25" fmla="*/ 130175 w 618108"/>
              <a:gd name="connsiteY25" fmla="*/ 27645 h 243545"/>
              <a:gd name="connsiteX26" fmla="*/ 134938 w 618108"/>
              <a:gd name="connsiteY26" fmla="*/ 24470 h 243545"/>
              <a:gd name="connsiteX27" fmla="*/ 149225 w 618108"/>
              <a:gd name="connsiteY27" fmla="*/ 22883 h 243545"/>
              <a:gd name="connsiteX28" fmla="*/ 158750 w 618108"/>
              <a:gd name="connsiteY28" fmla="*/ 21295 h 243545"/>
              <a:gd name="connsiteX29" fmla="*/ 180975 w 618108"/>
              <a:gd name="connsiteY29" fmla="*/ 16533 h 243545"/>
              <a:gd name="connsiteX30" fmla="*/ 230188 w 618108"/>
              <a:gd name="connsiteY30" fmla="*/ 11770 h 243545"/>
              <a:gd name="connsiteX31" fmla="*/ 269875 w 618108"/>
              <a:gd name="connsiteY31" fmla="*/ 8595 h 243545"/>
              <a:gd name="connsiteX32" fmla="*/ 284163 w 618108"/>
              <a:gd name="connsiteY32" fmla="*/ 7008 h 243545"/>
              <a:gd name="connsiteX33" fmla="*/ 373063 w 618108"/>
              <a:gd name="connsiteY33" fmla="*/ 5420 h 243545"/>
              <a:gd name="connsiteX34" fmla="*/ 603915 w 618108"/>
              <a:gd name="connsiteY34" fmla="*/ 82875 h 243545"/>
              <a:gd name="connsiteX35" fmla="*/ 582323 w 618108"/>
              <a:gd name="connsiteY35" fmla="*/ 141257 h 243545"/>
              <a:gd name="connsiteX36" fmla="*/ 493713 w 618108"/>
              <a:gd name="connsiteY36" fmla="*/ 243545 h 243545"/>
              <a:gd name="connsiteX0" fmla="*/ 25400 w 583075"/>
              <a:gd name="connsiteY0" fmla="*/ 235967 h 240729"/>
              <a:gd name="connsiteX1" fmla="*/ 26988 w 583075"/>
              <a:gd name="connsiteY1" fmla="*/ 228029 h 240729"/>
              <a:gd name="connsiteX2" fmla="*/ 30163 w 583075"/>
              <a:gd name="connsiteY2" fmla="*/ 223267 h 240729"/>
              <a:gd name="connsiteX3" fmla="*/ 28575 w 583075"/>
              <a:gd name="connsiteY3" fmla="*/ 175642 h 240729"/>
              <a:gd name="connsiteX4" fmla="*/ 19050 w 583075"/>
              <a:gd name="connsiteY4" fmla="*/ 169292 h 240729"/>
              <a:gd name="connsiteX5" fmla="*/ 14288 w 583075"/>
              <a:gd name="connsiteY5" fmla="*/ 162942 h 240729"/>
              <a:gd name="connsiteX6" fmla="*/ 9525 w 583075"/>
              <a:gd name="connsiteY6" fmla="*/ 153417 h 240729"/>
              <a:gd name="connsiteX7" fmla="*/ 4763 w 583075"/>
              <a:gd name="connsiteY7" fmla="*/ 150242 h 240729"/>
              <a:gd name="connsiteX8" fmla="*/ 3175 w 583075"/>
              <a:gd name="connsiteY8" fmla="*/ 142304 h 240729"/>
              <a:gd name="connsiteX9" fmla="*/ 1588 w 583075"/>
              <a:gd name="connsiteY9" fmla="*/ 137542 h 240729"/>
              <a:gd name="connsiteX10" fmla="*/ 0 w 583075"/>
              <a:gd name="connsiteY10" fmla="*/ 128017 h 240729"/>
              <a:gd name="connsiteX11" fmla="*/ 3175 w 583075"/>
              <a:gd name="connsiteY11" fmla="*/ 86742 h 240729"/>
              <a:gd name="connsiteX12" fmla="*/ 11113 w 583075"/>
              <a:gd name="connsiteY12" fmla="*/ 72454 h 240729"/>
              <a:gd name="connsiteX13" fmla="*/ 25400 w 583075"/>
              <a:gd name="connsiteY13" fmla="*/ 61342 h 240729"/>
              <a:gd name="connsiteX14" fmla="*/ 30163 w 583075"/>
              <a:gd name="connsiteY14" fmla="*/ 56579 h 240729"/>
              <a:gd name="connsiteX15" fmla="*/ 38100 w 583075"/>
              <a:gd name="connsiteY15" fmla="*/ 54992 h 240729"/>
              <a:gd name="connsiteX16" fmla="*/ 49213 w 583075"/>
              <a:gd name="connsiteY16" fmla="*/ 51817 h 240729"/>
              <a:gd name="connsiteX17" fmla="*/ 57150 w 583075"/>
              <a:gd name="connsiteY17" fmla="*/ 48642 h 240729"/>
              <a:gd name="connsiteX18" fmla="*/ 61913 w 583075"/>
              <a:gd name="connsiteY18" fmla="*/ 47054 h 240729"/>
              <a:gd name="connsiteX19" fmla="*/ 71438 w 583075"/>
              <a:gd name="connsiteY19" fmla="*/ 42292 h 240729"/>
              <a:gd name="connsiteX20" fmla="*/ 76200 w 583075"/>
              <a:gd name="connsiteY20" fmla="*/ 39117 h 240729"/>
              <a:gd name="connsiteX21" fmla="*/ 85725 w 583075"/>
              <a:gd name="connsiteY21" fmla="*/ 35942 h 240729"/>
              <a:gd name="connsiteX22" fmla="*/ 96838 w 583075"/>
              <a:gd name="connsiteY22" fmla="*/ 32767 h 240729"/>
              <a:gd name="connsiteX23" fmla="*/ 107950 w 583075"/>
              <a:gd name="connsiteY23" fmla="*/ 31179 h 240729"/>
              <a:gd name="connsiteX24" fmla="*/ 117475 w 583075"/>
              <a:gd name="connsiteY24" fmla="*/ 28004 h 240729"/>
              <a:gd name="connsiteX25" fmla="*/ 130175 w 583075"/>
              <a:gd name="connsiteY25" fmla="*/ 24829 h 240729"/>
              <a:gd name="connsiteX26" fmla="*/ 134938 w 583075"/>
              <a:gd name="connsiteY26" fmla="*/ 21654 h 240729"/>
              <a:gd name="connsiteX27" fmla="*/ 149225 w 583075"/>
              <a:gd name="connsiteY27" fmla="*/ 20067 h 240729"/>
              <a:gd name="connsiteX28" fmla="*/ 158750 w 583075"/>
              <a:gd name="connsiteY28" fmla="*/ 18479 h 240729"/>
              <a:gd name="connsiteX29" fmla="*/ 180975 w 583075"/>
              <a:gd name="connsiteY29" fmla="*/ 13717 h 240729"/>
              <a:gd name="connsiteX30" fmla="*/ 230188 w 583075"/>
              <a:gd name="connsiteY30" fmla="*/ 8954 h 240729"/>
              <a:gd name="connsiteX31" fmla="*/ 269875 w 583075"/>
              <a:gd name="connsiteY31" fmla="*/ 5779 h 240729"/>
              <a:gd name="connsiteX32" fmla="*/ 284163 w 583075"/>
              <a:gd name="connsiteY32" fmla="*/ 4192 h 240729"/>
              <a:gd name="connsiteX33" fmla="*/ 373063 w 583075"/>
              <a:gd name="connsiteY33" fmla="*/ 2604 h 240729"/>
              <a:gd name="connsiteX34" fmla="*/ 527073 w 583075"/>
              <a:gd name="connsiteY34" fmla="*/ 41924 h 240729"/>
              <a:gd name="connsiteX35" fmla="*/ 582323 w 583075"/>
              <a:gd name="connsiteY35" fmla="*/ 138441 h 240729"/>
              <a:gd name="connsiteX36" fmla="*/ 493713 w 583075"/>
              <a:gd name="connsiteY36" fmla="*/ 240729 h 240729"/>
              <a:gd name="connsiteX0" fmla="*/ 25400 w 583075"/>
              <a:gd name="connsiteY0" fmla="*/ 235564 h 240326"/>
              <a:gd name="connsiteX1" fmla="*/ 26988 w 583075"/>
              <a:gd name="connsiteY1" fmla="*/ 227626 h 240326"/>
              <a:gd name="connsiteX2" fmla="*/ 30163 w 583075"/>
              <a:gd name="connsiteY2" fmla="*/ 222864 h 240326"/>
              <a:gd name="connsiteX3" fmla="*/ 28575 w 583075"/>
              <a:gd name="connsiteY3" fmla="*/ 175239 h 240326"/>
              <a:gd name="connsiteX4" fmla="*/ 19050 w 583075"/>
              <a:gd name="connsiteY4" fmla="*/ 168889 h 240326"/>
              <a:gd name="connsiteX5" fmla="*/ 14288 w 583075"/>
              <a:gd name="connsiteY5" fmla="*/ 162539 h 240326"/>
              <a:gd name="connsiteX6" fmla="*/ 9525 w 583075"/>
              <a:gd name="connsiteY6" fmla="*/ 153014 h 240326"/>
              <a:gd name="connsiteX7" fmla="*/ 4763 w 583075"/>
              <a:gd name="connsiteY7" fmla="*/ 149839 h 240326"/>
              <a:gd name="connsiteX8" fmla="*/ 3175 w 583075"/>
              <a:gd name="connsiteY8" fmla="*/ 141901 h 240326"/>
              <a:gd name="connsiteX9" fmla="*/ 1588 w 583075"/>
              <a:gd name="connsiteY9" fmla="*/ 137139 h 240326"/>
              <a:gd name="connsiteX10" fmla="*/ 0 w 583075"/>
              <a:gd name="connsiteY10" fmla="*/ 127614 h 240326"/>
              <a:gd name="connsiteX11" fmla="*/ 3175 w 583075"/>
              <a:gd name="connsiteY11" fmla="*/ 86339 h 240326"/>
              <a:gd name="connsiteX12" fmla="*/ 11113 w 583075"/>
              <a:gd name="connsiteY12" fmla="*/ 72051 h 240326"/>
              <a:gd name="connsiteX13" fmla="*/ 25400 w 583075"/>
              <a:gd name="connsiteY13" fmla="*/ 60939 h 240326"/>
              <a:gd name="connsiteX14" fmla="*/ 30163 w 583075"/>
              <a:gd name="connsiteY14" fmla="*/ 56176 h 240326"/>
              <a:gd name="connsiteX15" fmla="*/ 38100 w 583075"/>
              <a:gd name="connsiteY15" fmla="*/ 54589 h 240326"/>
              <a:gd name="connsiteX16" fmla="*/ 49213 w 583075"/>
              <a:gd name="connsiteY16" fmla="*/ 51414 h 240326"/>
              <a:gd name="connsiteX17" fmla="*/ 57150 w 583075"/>
              <a:gd name="connsiteY17" fmla="*/ 48239 h 240326"/>
              <a:gd name="connsiteX18" fmla="*/ 61913 w 583075"/>
              <a:gd name="connsiteY18" fmla="*/ 46651 h 240326"/>
              <a:gd name="connsiteX19" fmla="*/ 71438 w 583075"/>
              <a:gd name="connsiteY19" fmla="*/ 41889 h 240326"/>
              <a:gd name="connsiteX20" fmla="*/ 76200 w 583075"/>
              <a:gd name="connsiteY20" fmla="*/ 38714 h 240326"/>
              <a:gd name="connsiteX21" fmla="*/ 85725 w 583075"/>
              <a:gd name="connsiteY21" fmla="*/ 35539 h 240326"/>
              <a:gd name="connsiteX22" fmla="*/ 96838 w 583075"/>
              <a:gd name="connsiteY22" fmla="*/ 32364 h 240326"/>
              <a:gd name="connsiteX23" fmla="*/ 107950 w 583075"/>
              <a:gd name="connsiteY23" fmla="*/ 30776 h 240326"/>
              <a:gd name="connsiteX24" fmla="*/ 117475 w 583075"/>
              <a:gd name="connsiteY24" fmla="*/ 27601 h 240326"/>
              <a:gd name="connsiteX25" fmla="*/ 130175 w 583075"/>
              <a:gd name="connsiteY25" fmla="*/ 24426 h 240326"/>
              <a:gd name="connsiteX26" fmla="*/ 134938 w 583075"/>
              <a:gd name="connsiteY26" fmla="*/ 21251 h 240326"/>
              <a:gd name="connsiteX27" fmla="*/ 149225 w 583075"/>
              <a:gd name="connsiteY27" fmla="*/ 19664 h 240326"/>
              <a:gd name="connsiteX28" fmla="*/ 158750 w 583075"/>
              <a:gd name="connsiteY28" fmla="*/ 18076 h 240326"/>
              <a:gd name="connsiteX29" fmla="*/ 180975 w 583075"/>
              <a:gd name="connsiteY29" fmla="*/ 13314 h 240326"/>
              <a:gd name="connsiteX30" fmla="*/ 230188 w 583075"/>
              <a:gd name="connsiteY30" fmla="*/ 8551 h 240326"/>
              <a:gd name="connsiteX31" fmla="*/ 269875 w 583075"/>
              <a:gd name="connsiteY31" fmla="*/ 5376 h 240326"/>
              <a:gd name="connsiteX32" fmla="*/ 373063 w 583075"/>
              <a:gd name="connsiteY32" fmla="*/ 2201 h 240326"/>
              <a:gd name="connsiteX33" fmla="*/ 527073 w 583075"/>
              <a:gd name="connsiteY33" fmla="*/ 41521 h 240326"/>
              <a:gd name="connsiteX34" fmla="*/ 582323 w 583075"/>
              <a:gd name="connsiteY34" fmla="*/ 138038 h 240326"/>
              <a:gd name="connsiteX35" fmla="*/ 493713 w 583075"/>
              <a:gd name="connsiteY35" fmla="*/ 240326 h 240326"/>
              <a:gd name="connsiteX0" fmla="*/ 25400 w 583075"/>
              <a:gd name="connsiteY0" fmla="*/ 234995 h 239757"/>
              <a:gd name="connsiteX1" fmla="*/ 26988 w 583075"/>
              <a:gd name="connsiteY1" fmla="*/ 227057 h 239757"/>
              <a:gd name="connsiteX2" fmla="*/ 30163 w 583075"/>
              <a:gd name="connsiteY2" fmla="*/ 222295 h 239757"/>
              <a:gd name="connsiteX3" fmla="*/ 28575 w 583075"/>
              <a:gd name="connsiteY3" fmla="*/ 174670 h 239757"/>
              <a:gd name="connsiteX4" fmla="*/ 19050 w 583075"/>
              <a:gd name="connsiteY4" fmla="*/ 168320 h 239757"/>
              <a:gd name="connsiteX5" fmla="*/ 14288 w 583075"/>
              <a:gd name="connsiteY5" fmla="*/ 161970 h 239757"/>
              <a:gd name="connsiteX6" fmla="*/ 9525 w 583075"/>
              <a:gd name="connsiteY6" fmla="*/ 152445 h 239757"/>
              <a:gd name="connsiteX7" fmla="*/ 4763 w 583075"/>
              <a:gd name="connsiteY7" fmla="*/ 149270 h 239757"/>
              <a:gd name="connsiteX8" fmla="*/ 3175 w 583075"/>
              <a:gd name="connsiteY8" fmla="*/ 141332 h 239757"/>
              <a:gd name="connsiteX9" fmla="*/ 1588 w 583075"/>
              <a:gd name="connsiteY9" fmla="*/ 136570 h 239757"/>
              <a:gd name="connsiteX10" fmla="*/ 0 w 583075"/>
              <a:gd name="connsiteY10" fmla="*/ 127045 h 239757"/>
              <a:gd name="connsiteX11" fmla="*/ 3175 w 583075"/>
              <a:gd name="connsiteY11" fmla="*/ 85770 h 239757"/>
              <a:gd name="connsiteX12" fmla="*/ 11113 w 583075"/>
              <a:gd name="connsiteY12" fmla="*/ 71482 h 239757"/>
              <a:gd name="connsiteX13" fmla="*/ 25400 w 583075"/>
              <a:gd name="connsiteY13" fmla="*/ 60370 h 239757"/>
              <a:gd name="connsiteX14" fmla="*/ 30163 w 583075"/>
              <a:gd name="connsiteY14" fmla="*/ 55607 h 239757"/>
              <a:gd name="connsiteX15" fmla="*/ 38100 w 583075"/>
              <a:gd name="connsiteY15" fmla="*/ 54020 h 239757"/>
              <a:gd name="connsiteX16" fmla="*/ 49213 w 583075"/>
              <a:gd name="connsiteY16" fmla="*/ 50845 h 239757"/>
              <a:gd name="connsiteX17" fmla="*/ 57150 w 583075"/>
              <a:gd name="connsiteY17" fmla="*/ 47670 h 239757"/>
              <a:gd name="connsiteX18" fmla="*/ 61913 w 583075"/>
              <a:gd name="connsiteY18" fmla="*/ 46082 h 239757"/>
              <a:gd name="connsiteX19" fmla="*/ 71438 w 583075"/>
              <a:gd name="connsiteY19" fmla="*/ 41320 h 239757"/>
              <a:gd name="connsiteX20" fmla="*/ 76200 w 583075"/>
              <a:gd name="connsiteY20" fmla="*/ 38145 h 239757"/>
              <a:gd name="connsiteX21" fmla="*/ 85725 w 583075"/>
              <a:gd name="connsiteY21" fmla="*/ 34970 h 239757"/>
              <a:gd name="connsiteX22" fmla="*/ 96838 w 583075"/>
              <a:gd name="connsiteY22" fmla="*/ 31795 h 239757"/>
              <a:gd name="connsiteX23" fmla="*/ 107950 w 583075"/>
              <a:gd name="connsiteY23" fmla="*/ 30207 h 239757"/>
              <a:gd name="connsiteX24" fmla="*/ 117475 w 583075"/>
              <a:gd name="connsiteY24" fmla="*/ 27032 h 239757"/>
              <a:gd name="connsiteX25" fmla="*/ 130175 w 583075"/>
              <a:gd name="connsiteY25" fmla="*/ 23857 h 239757"/>
              <a:gd name="connsiteX26" fmla="*/ 134938 w 583075"/>
              <a:gd name="connsiteY26" fmla="*/ 20682 h 239757"/>
              <a:gd name="connsiteX27" fmla="*/ 149225 w 583075"/>
              <a:gd name="connsiteY27" fmla="*/ 19095 h 239757"/>
              <a:gd name="connsiteX28" fmla="*/ 158750 w 583075"/>
              <a:gd name="connsiteY28" fmla="*/ 17507 h 239757"/>
              <a:gd name="connsiteX29" fmla="*/ 180975 w 583075"/>
              <a:gd name="connsiteY29" fmla="*/ 12745 h 239757"/>
              <a:gd name="connsiteX30" fmla="*/ 230188 w 583075"/>
              <a:gd name="connsiteY30" fmla="*/ 7982 h 239757"/>
              <a:gd name="connsiteX31" fmla="*/ 373063 w 583075"/>
              <a:gd name="connsiteY31" fmla="*/ 1632 h 239757"/>
              <a:gd name="connsiteX32" fmla="*/ 527073 w 583075"/>
              <a:gd name="connsiteY32" fmla="*/ 40952 h 239757"/>
              <a:gd name="connsiteX33" fmla="*/ 582323 w 583075"/>
              <a:gd name="connsiteY33" fmla="*/ 137469 h 239757"/>
              <a:gd name="connsiteX34" fmla="*/ 493713 w 583075"/>
              <a:gd name="connsiteY34" fmla="*/ 239757 h 239757"/>
              <a:gd name="connsiteX0" fmla="*/ 25400 w 583075"/>
              <a:gd name="connsiteY0" fmla="*/ 234369 h 239131"/>
              <a:gd name="connsiteX1" fmla="*/ 26988 w 583075"/>
              <a:gd name="connsiteY1" fmla="*/ 226431 h 239131"/>
              <a:gd name="connsiteX2" fmla="*/ 30163 w 583075"/>
              <a:gd name="connsiteY2" fmla="*/ 221669 h 239131"/>
              <a:gd name="connsiteX3" fmla="*/ 28575 w 583075"/>
              <a:gd name="connsiteY3" fmla="*/ 174044 h 239131"/>
              <a:gd name="connsiteX4" fmla="*/ 19050 w 583075"/>
              <a:gd name="connsiteY4" fmla="*/ 167694 h 239131"/>
              <a:gd name="connsiteX5" fmla="*/ 14288 w 583075"/>
              <a:gd name="connsiteY5" fmla="*/ 161344 h 239131"/>
              <a:gd name="connsiteX6" fmla="*/ 9525 w 583075"/>
              <a:gd name="connsiteY6" fmla="*/ 151819 h 239131"/>
              <a:gd name="connsiteX7" fmla="*/ 4763 w 583075"/>
              <a:gd name="connsiteY7" fmla="*/ 148644 h 239131"/>
              <a:gd name="connsiteX8" fmla="*/ 3175 w 583075"/>
              <a:gd name="connsiteY8" fmla="*/ 140706 h 239131"/>
              <a:gd name="connsiteX9" fmla="*/ 1588 w 583075"/>
              <a:gd name="connsiteY9" fmla="*/ 135944 h 239131"/>
              <a:gd name="connsiteX10" fmla="*/ 0 w 583075"/>
              <a:gd name="connsiteY10" fmla="*/ 126419 h 239131"/>
              <a:gd name="connsiteX11" fmla="*/ 3175 w 583075"/>
              <a:gd name="connsiteY11" fmla="*/ 85144 h 239131"/>
              <a:gd name="connsiteX12" fmla="*/ 11113 w 583075"/>
              <a:gd name="connsiteY12" fmla="*/ 70856 h 239131"/>
              <a:gd name="connsiteX13" fmla="*/ 25400 w 583075"/>
              <a:gd name="connsiteY13" fmla="*/ 59744 h 239131"/>
              <a:gd name="connsiteX14" fmla="*/ 30163 w 583075"/>
              <a:gd name="connsiteY14" fmla="*/ 54981 h 239131"/>
              <a:gd name="connsiteX15" fmla="*/ 38100 w 583075"/>
              <a:gd name="connsiteY15" fmla="*/ 53394 h 239131"/>
              <a:gd name="connsiteX16" fmla="*/ 49213 w 583075"/>
              <a:gd name="connsiteY16" fmla="*/ 50219 h 239131"/>
              <a:gd name="connsiteX17" fmla="*/ 57150 w 583075"/>
              <a:gd name="connsiteY17" fmla="*/ 47044 h 239131"/>
              <a:gd name="connsiteX18" fmla="*/ 61913 w 583075"/>
              <a:gd name="connsiteY18" fmla="*/ 45456 h 239131"/>
              <a:gd name="connsiteX19" fmla="*/ 71438 w 583075"/>
              <a:gd name="connsiteY19" fmla="*/ 40694 h 239131"/>
              <a:gd name="connsiteX20" fmla="*/ 76200 w 583075"/>
              <a:gd name="connsiteY20" fmla="*/ 37519 h 239131"/>
              <a:gd name="connsiteX21" fmla="*/ 85725 w 583075"/>
              <a:gd name="connsiteY21" fmla="*/ 34344 h 239131"/>
              <a:gd name="connsiteX22" fmla="*/ 96838 w 583075"/>
              <a:gd name="connsiteY22" fmla="*/ 31169 h 239131"/>
              <a:gd name="connsiteX23" fmla="*/ 107950 w 583075"/>
              <a:gd name="connsiteY23" fmla="*/ 29581 h 239131"/>
              <a:gd name="connsiteX24" fmla="*/ 117475 w 583075"/>
              <a:gd name="connsiteY24" fmla="*/ 26406 h 239131"/>
              <a:gd name="connsiteX25" fmla="*/ 130175 w 583075"/>
              <a:gd name="connsiteY25" fmla="*/ 23231 h 239131"/>
              <a:gd name="connsiteX26" fmla="*/ 134938 w 583075"/>
              <a:gd name="connsiteY26" fmla="*/ 20056 h 239131"/>
              <a:gd name="connsiteX27" fmla="*/ 149225 w 583075"/>
              <a:gd name="connsiteY27" fmla="*/ 18469 h 239131"/>
              <a:gd name="connsiteX28" fmla="*/ 158750 w 583075"/>
              <a:gd name="connsiteY28" fmla="*/ 16881 h 239131"/>
              <a:gd name="connsiteX29" fmla="*/ 180975 w 583075"/>
              <a:gd name="connsiteY29" fmla="*/ 12119 h 239131"/>
              <a:gd name="connsiteX30" fmla="*/ 373063 w 583075"/>
              <a:gd name="connsiteY30" fmla="*/ 1006 h 239131"/>
              <a:gd name="connsiteX31" fmla="*/ 527073 w 583075"/>
              <a:gd name="connsiteY31" fmla="*/ 40326 h 239131"/>
              <a:gd name="connsiteX32" fmla="*/ 582323 w 583075"/>
              <a:gd name="connsiteY32" fmla="*/ 136843 h 239131"/>
              <a:gd name="connsiteX33" fmla="*/ 493713 w 583075"/>
              <a:gd name="connsiteY33" fmla="*/ 239131 h 239131"/>
              <a:gd name="connsiteX0" fmla="*/ 25400 w 583075"/>
              <a:gd name="connsiteY0" fmla="*/ 233948 h 238710"/>
              <a:gd name="connsiteX1" fmla="*/ 26988 w 583075"/>
              <a:gd name="connsiteY1" fmla="*/ 226010 h 238710"/>
              <a:gd name="connsiteX2" fmla="*/ 30163 w 583075"/>
              <a:gd name="connsiteY2" fmla="*/ 221248 h 238710"/>
              <a:gd name="connsiteX3" fmla="*/ 28575 w 583075"/>
              <a:gd name="connsiteY3" fmla="*/ 173623 h 238710"/>
              <a:gd name="connsiteX4" fmla="*/ 19050 w 583075"/>
              <a:gd name="connsiteY4" fmla="*/ 167273 h 238710"/>
              <a:gd name="connsiteX5" fmla="*/ 14288 w 583075"/>
              <a:gd name="connsiteY5" fmla="*/ 160923 h 238710"/>
              <a:gd name="connsiteX6" fmla="*/ 9525 w 583075"/>
              <a:gd name="connsiteY6" fmla="*/ 151398 h 238710"/>
              <a:gd name="connsiteX7" fmla="*/ 4763 w 583075"/>
              <a:gd name="connsiteY7" fmla="*/ 148223 h 238710"/>
              <a:gd name="connsiteX8" fmla="*/ 3175 w 583075"/>
              <a:gd name="connsiteY8" fmla="*/ 140285 h 238710"/>
              <a:gd name="connsiteX9" fmla="*/ 1588 w 583075"/>
              <a:gd name="connsiteY9" fmla="*/ 135523 h 238710"/>
              <a:gd name="connsiteX10" fmla="*/ 0 w 583075"/>
              <a:gd name="connsiteY10" fmla="*/ 125998 h 238710"/>
              <a:gd name="connsiteX11" fmla="*/ 3175 w 583075"/>
              <a:gd name="connsiteY11" fmla="*/ 84723 h 238710"/>
              <a:gd name="connsiteX12" fmla="*/ 11113 w 583075"/>
              <a:gd name="connsiteY12" fmla="*/ 70435 h 238710"/>
              <a:gd name="connsiteX13" fmla="*/ 25400 w 583075"/>
              <a:gd name="connsiteY13" fmla="*/ 59323 h 238710"/>
              <a:gd name="connsiteX14" fmla="*/ 30163 w 583075"/>
              <a:gd name="connsiteY14" fmla="*/ 54560 h 238710"/>
              <a:gd name="connsiteX15" fmla="*/ 38100 w 583075"/>
              <a:gd name="connsiteY15" fmla="*/ 52973 h 238710"/>
              <a:gd name="connsiteX16" fmla="*/ 49213 w 583075"/>
              <a:gd name="connsiteY16" fmla="*/ 49798 h 238710"/>
              <a:gd name="connsiteX17" fmla="*/ 57150 w 583075"/>
              <a:gd name="connsiteY17" fmla="*/ 46623 h 238710"/>
              <a:gd name="connsiteX18" fmla="*/ 61913 w 583075"/>
              <a:gd name="connsiteY18" fmla="*/ 45035 h 238710"/>
              <a:gd name="connsiteX19" fmla="*/ 71438 w 583075"/>
              <a:gd name="connsiteY19" fmla="*/ 40273 h 238710"/>
              <a:gd name="connsiteX20" fmla="*/ 76200 w 583075"/>
              <a:gd name="connsiteY20" fmla="*/ 37098 h 238710"/>
              <a:gd name="connsiteX21" fmla="*/ 85725 w 583075"/>
              <a:gd name="connsiteY21" fmla="*/ 33923 h 238710"/>
              <a:gd name="connsiteX22" fmla="*/ 96838 w 583075"/>
              <a:gd name="connsiteY22" fmla="*/ 30748 h 238710"/>
              <a:gd name="connsiteX23" fmla="*/ 107950 w 583075"/>
              <a:gd name="connsiteY23" fmla="*/ 29160 h 238710"/>
              <a:gd name="connsiteX24" fmla="*/ 117475 w 583075"/>
              <a:gd name="connsiteY24" fmla="*/ 25985 h 238710"/>
              <a:gd name="connsiteX25" fmla="*/ 130175 w 583075"/>
              <a:gd name="connsiteY25" fmla="*/ 22810 h 238710"/>
              <a:gd name="connsiteX26" fmla="*/ 134938 w 583075"/>
              <a:gd name="connsiteY26" fmla="*/ 19635 h 238710"/>
              <a:gd name="connsiteX27" fmla="*/ 149225 w 583075"/>
              <a:gd name="connsiteY27" fmla="*/ 18048 h 238710"/>
              <a:gd name="connsiteX28" fmla="*/ 158750 w 583075"/>
              <a:gd name="connsiteY28" fmla="*/ 16460 h 238710"/>
              <a:gd name="connsiteX29" fmla="*/ 373063 w 583075"/>
              <a:gd name="connsiteY29" fmla="*/ 585 h 238710"/>
              <a:gd name="connsiteX30" fmla="*/ 527073 w 583075"/>
              <a:gd name="connsiteY30" fmla="*/ 39905 h 238710"/>
              <a:gd name="connsiteX31" fmla="*/ 582323 w 583075"/>
              <a:gd name="connsiteY31" fmla="*/ 136422 h 238710"/>
              <a:gd name="connsiteX32" fmla="*/ 493713 w 583075"/>
              <a:gd name="connsiteY32" fmla="*/ 238710 h 238710"/>
              <a:gd name="connsiteX0" fmla="*/ 25400 w 583075"/>
              <a:gd name="connsiteY0" fmla="*/ 233849 h 238611"/>
              <a:gd name="connsiteX1" fmla="*/ 26988 w 583075"/>
              <a:gd name="connsiteY1" fmla="*/ 225911 h 238611"/>
              <a:gd name="connsiteX2" fmla="*/ 30163 w 583075"/>
              <a:gd name="connsiteY2" fmla="*/ 221149 h 238611"/>
              <a:gd name="connsiteX3" fmla="*/ 28575 w 583075"/>
              <a:gd name="connsiteY3" fmla="*/ 173524 h 238611"/>
              <a:gd name="connsiteX4" fmla="*/ 19050 w 583075"/>
              <a:gd name="connsiteY4" fmla="*/ 167174 h 238611"/>
              <a:gd name="connsiteX5" fmla="*/ 14288 w 583075"/>
              <a:gd name="connsiteY5" fmla="*/ 160824 h 238611"/>
              <a:gd name="connsiteX6" fmla="*/ 9525 w 583075"/>
              <a:gd name="connsiteY6" fmla="*/ 151299 h 238611"/>
              <a:gd name="connsiteX7" fmla="*/ 4763 w 583075"/>
              <a:gd name="connsiteY7" fmla="*/ 148124 h 238611"/>
              <a:gd name="connsiteX8" fmla="*/ 3175 w 583075"/>
              <a:gd name="connsiteY8" fmla="*/ 140186 h 238611"/>
              <a:gd name="connsiteX9" fmla="*/ 1588 w 583075"/>
              <a:gd name="connsiteY9" fmla="*/ 135424 h 238611"/>
              <a:gd name="connsiteX10" fmla="*/ 0 w 583075"/>
              <a:gd name="connsiteY10" fmla="*/ 125899 h 238611"/>
              <a:gd name="connsiteX11" fmla="*/ 3175 w 583075"/>
              <a:gd name="connsiteY11" fmla="*/ 84624 h 238611"/>
              <a:gd name="connsiteX12" fmla="*/ 11113 w 583075"/>
              <a:gd name="connsiteY12" fmla="*/ 70336 h 238611"/>
              <a:gd name="connsiteX13" fmla="*/ 25400 w 583075"/>
              <a:gd name="connsiteY13" fmla="*/ 59224 h 238611"/>
              <a:gd name="connsiteX14" fmla="*/ 30163 w 583075"/>
              <a:gd name="connsiteY14" fmla="*/ 54461 h 238611"/>
              <a:gd name="connsiteX15" fmla="*/ 38100 w 583075"/>
              <a:gd name="connsiteY15" fmla="*/ 52874 h 238611"/>
              <a:gd name="connsiteX16" fmla="*/ 49213 w 583075"/>
              <a:gd name="connsiteY16" fmla="*/ 49699 h 238611"/>
              <a:gd name="connsiteX17" fmla="*/ 57150 w 583075"/>
              <a:gd name="connsiteY17" fmla="*/ 46524 h 238611"/>
              <a:gd name="connsiteX18" fmla="*/ 61913 w 583075"/>
              <a:gd name="connsiteY18" fmla="*/ 44936 h 238611"/>
              <a:gd name="connsiteX19" fmla="*/ 71438 w 583075"/>
              <a:gd name="connsiteY19" fmla="*/ 40174 h 238611"/>
              <a:gd name="connsiteX20" fmla="*/ 76200 w 583075"/>
              <a:gd name="connsiteY20" fmla="*/ 36999 h 238611"/>
              <a:gd name="connsiteX21" fmla="*/ 85725 w 583075"/>
              <a:gd name="connsiteY21" fmla="*/ 33824 h 238611"/>
              <a:gd name="connsiteX22" fmla="*/ 96838 w 583075"/>
              <a:gd name="connsiteY22" fmla="*/ 30649 h 238611"/>
              <a:gd name="connsiteX23" fmla="*/ 107950 w 583075"/>
              <a:gd name="connsiteY23" fmla="*/ 29061 h 238611"/>
              <a:gd name="connsiteX24" fmla="*/ 117475 w 583075"/>
              <a:gd name="connsiteY24" fmla="*/ 25886 h 238611"/>
              <a:gd name="connsiteX25" fmla="*/ 130175 w 583075"/>
              <a:gd name="connsiteY25" fmla="*/ 22711 h 238611"/>
              <a:gd name="connsiteX26" fmla="*/ 134938 w 583075"/>
              <a:gd name="connsiteY26" fmla="*/ 19536 h 238611"/>
              <a:gd name="connsiteX27" fmla="*/ 149225 w 583075"/>
              <a:gd name="connsiteY27" fmla="*/ 17949 h 238611"/>
              <a:gd name="connsiteX28" fmla="*/ 373063 w 583075"/>
              <a:gd name="connsiteY28" fmla="*/ 486 h 238611"/>
              <a:gd name="connsiteX29" fmla="*/ 527073 w 583075"/>
              <a:gd name="connsiteY29" fmla="*/ 39806 h 238611"/>
              <a:gd name="connsiteX30" fmla="*/ 582323 w 583075"/>
              <a:gd name="connsiteY30" fmla="*/ 136323 h 238611"/>
              <a:gd name="connsiteX31" fmla="*/ 493713 w 583075"/>
              <a:gd name="connsiteY31" fmla="*/ 238611 h 238611"/>
              <a:gd name="connsiteX0" fmla="*/ 25400 w 583075"/>
              <a:gd name="connsiteY0" fmla="*/ 233769 h 238531"/>
              <a:gd name="connsiteX1" fmla="*/ 26988 w 583075"/>
              <a:gd name="connsiteY1" fmla="*/ 225831 h 238531"/>
              <a:gd name="connsiteX2" fmla="*/ 30163 w 583075"/>
              <a:gd name="connsiteY2" fmla="*/ 221069 h 238531"/>
              <a:gd name="connsiteX3" fmla="*/ 28575 w 583075"/>
              <a:gd name="connsiteY3" fmla="*/ 173444 h 238531"/>
              <a:gd name="connsiteX4" fmla="*/ 19050 w 583075"/>
              <a:gd name="connsiteY4" fmla="*/ 167094 h 238531"/>
              <a:gd name="connsiteX5" fmla="*/ 14288 w 583075"/>
              <a:gd name="connsiteY5" fmla="*/ 160744 h 238531"/>
              <a:gd name="connsiteX6" fmla="*/ 9525 w 583075"/>
              <a:gd name="connsiteY6" fmla="*/ 151219 h 238531"/>
              <a:gd name="connsiteX7" fmla="*/ 4763 w 583075"/>
              <a:gd name="connsiteY7" fmla="*/ 148044 h 238531"/>
              <a:gd name="connsiteX8" fmla="*/ 3175 w 583075"/>
              <a:gd name="connsiteY8" fmla="*/ 140106 h 238531"/>
              <a:gd name="connsiteX9" fmla="*/ 1588 w 583075"/>
              <a:gd name="connsiteY9" fmla="*/ 135344 h 238531"/>
              <a:gd name="connsiteX10" fmla="*/ 0 w 583075"/>
              <a:gd name="connsiteY10" fmla="*/ 125819 h 238531"/>
              <a:gd name="connsiteX11" fmla="*/ 3175 w 583075"/>
              <a:gd name="connsiteY11" fmla="*/ 84544 h 238531"/>
              <a:gd name="connsiteX12" fmla="*/ 11113 w 583075"/>
              <a:gd name="connsiteY12" fmla="*/ 70256 h 238531"/>
              <a:gd name="connsiteX13" fmla="*/ 25400 w 583075"/>
              <a:gd name="connsiteY13" fmla="*/ 59144 h 238531"/>
              <a:gd name="connsiteX14" fmla="*/ 30163 w 583075"/>
              <a:gd name="connsiteY14" fmla="*/ 54381 h 238531"/>
              <a:gd name="connsiteX15" fmla="*/ 38100 w 583075"/>
              <a:gd name="connsiteY15" fmla="*/ 52794 h 238531"/>
              <a:gd name="connsiteX16" fmla="*/ 49213 w 583075"/>
              <a:gd name="connsiteY16" fmla="*/ 49619 h 238531"/>
              <a:gd name="connsiteX17" fmla="*/ 57150 w 583075"/>
              <a:gd name="connsiteY17" fmla="*/ 46444 h 238531"/>
              <a:gd name="connsiteX18" fmla="*/ 61913 w 583075"/>
              <a:gd name="connsiteY18" fmla="*/ 44856 h 238531"/>
              <a:gd name="connsiteX19" fmla="*/ 71438 w 583075"/>
              <a:gd name="connsiteY19" fmla="*/ 40094 h 238531"/>
              <a:gd name="connsiteX20" fmla="*/ 76200 w 583075"/>
              <a:gd name="connsiteY20" fmla="*/ 36919 h 238531"/>
              <a:gd name="connsiteX21" fmla="*/ 85725 w 583075"/>
              <a:gd name="connsiteY21" fmla="*/ 33744 h 238531"/>
              <a:gd name="connsiteX22" fmla="*/ 96838 w 583075"/>
              <a:gd name="connsiteY22" fmla="*/ 30569 h 238531"/>
              <a:gd name="connsiteX23" fmla="*/ 107950 w 583075"/>
              <a:gd name="connsiteY23" fmla="*/ 28981 h 238531"/>
              <a:gd name="connsiteX24" fmla="*/ 117475 w 583075"/>
              <a:gd name="connsiteY24" fmla="*/ 25806 h 238531"/>
              <a:gd name="connsiteX25" fmla="*/ 130175 w 583075"/>
              <a:gd name="connsiteY25" fmla="*/ 22631 h 238531"/>
              <a:gd name="connsiteX26" fmla="*/ 134938 w 583075"/>
              <a:gd name="connsiteY26" fmla="*/ 19456 h 238531"/>
              <a:gd name="connsiteX27" fmla="*/ 373063 w 583075"/>
              <a:gd name="connsiteY27" fmla="*/ 406 h 238531"/>
              <a:gd name="connsiteX28" fmla="*/ 527073 w 583075"/>
              <a:gd name="connsiteY28" fmla="*/ 39726 h 238531"/>
              <a:gd name="connsiteX29" fmla="*/ 582323 w 583075"/>
              <a:gd name="connsiteY29" fmla="*/ 136243 h 238531"/>
              <a:gd name="connsiteX30" fmla="*/ 493713 w 583075"/>
              <a:gd name="connsiteY30" fmla="*/ 238531 h 238531"/>
              <a:gd name="connsiteX0" fmla="*/ 25400 w 583075"/>
              <a:gd name="connsiteY0" fmla="*/ 233630 h 238392"/>
              <a:gd name="connsiteX1" fmla="*/ 26988 w 583075"/>
              <a:gd name="connsiteY1" fmla="*/ 225692 h 238392"/>
              <a:gd name="connsiteX2" fmla="*/ 30163 w 583075"/>
              <a:gd name="connsiteY2" fmla="*/ 220930 h 238392"/>
              <a:gd name="connsiteX3" fmla="*/ 28575 w 583075"/>
              <a:gd name="connsiteY3" fmla="*/ 173305 h 238392"/>
              <a:gd name="connsiteX4" fmla="*/ 19050 w 583075"/>
              <a:gd name="connsiteY4" fmla="*/ 166955 h 238392"/>
              <a:gd name="connsiteX5" fmla="*/ 14288 w 583075"/>
              <a:gd name="connsiteY5" fmla="*/ 160605 h 238392"/>
              <a:gd name="connsiteX6" fmla="*/ 9525 w 583075"/>
              <a:gd name="connsiteY6" fmla="*/ 151080 h 238392"/>
              <a:gd name="connsiteX7" fmla="*/ 4763 w 583075"/>
              <a:gd name="connsiteY7" fmla="*/ 147905 h 238392"/>
              <a:gd name="connsiteX8" fmla="*/ 3175 w 583075"/>
              <a:gd name="connsiteY8" fmla="*/ 139967 h 238392"/>
              <a:gd name="connsiteX9" fmla="*/ 1588 w 583075"/>
              <a:gd name="connsiteY9" fmla="*/ 135205 h 238392"/>
              <a:gd name="connsiteX10" fmla="*/ 0 w 583075"/>
              <a:gd name="connsiteY10" fmla="*/ 125680 h 238392"/>
              <a:gd name="connsiteX11" fmla="*/ 3175 w 583075"/>
              <a:gd name="connsiteY11" fmla="*/ 84405 h 238392"/>
              <a:gd name="connsiteX12" fmla="*/ 11113 w 583075"/>
              <a:gd name="connsiteY12" fmla="*/ 70117 h 238392"/>
              <a:gd name="connsiteX13" fmla="*/ 25400 w 583075"/>
              <a:gd name="connsiteY13" fmla="*/ 59005 h 238392"/>
              <a:gd name="connsiteX14" fmla="*/ 30163 w 583075"/>
              <a:gd name="connsiteY14" fmla="*/ 54242 h 238392"/>
              <a:gd name="connsiteX15" fmla="*/ 38100 w 583075"/>
              <a:gd name="connsiteY15" fmla="*/ 52655 h 238392"/>
              <a:gd name="connsiteX16" fmla="*/ 49213 w 583075"/>
              <a:gd name="connsiteY16" fmla="*/ 49480 h 238392"/>
              <a:gd name="connsiteX17" fmla="*/ 57150 w 583075"/>
              <a:gd name="connsiteY17" fmla="*/ 46305 h 238392"/>
              <a:gd name="connsiteX18" fmla="*/ 61913 w 583075"/>
              <a:gd name="connsiteY18" fmla="*/ 44717 h 238392"/>
              <a:gd name="connsiteX19" fmla="*/ 71438 w 583075"/>
              <a:gd name="connsiteY19" fmla="*/ 39955 h 238392"/>
              <a:gd name="connsiteX20" fmla="*/ 76200 w 583075"/>
              <a:gd name="connsiteY20" fmla="*/ 36780 h 238392"/>
              <a:gd name="connsiteX21" fmla="*/ 85725 w 583075"/>
              <a:gd name="connsiteY21" fmla="*/ 33605 h 238392"/>
              <a:gd name="connsiteX22" fmla="*/ 96838 w 583075"/>
              <a:gd name="connsiteY22" fmla="*/ 30430 h 238392"/>
              <a:gd name="connsiteX23" fmla="*/ 107950 w 583075"/>
              <a:gd name="connsiteY23" fmla="*/ 28842 h 238392"/>
              <a:gd name="connsiteX24" fmla="*/ 117475 w 583075"/>
              <a:gd name="connsiteY24" fmla="*/ 25667 h 238392"/>
              <a:gd name="connsiteX25" fmla="*/ 130175 w 583075"/>
              <a:gd name="connsiteY25" fmla="*/ 22492 h 238392"/>
              <a:gd name="connsiteX26" fmla="*/ 373063 w 583075"/>
              <a:gd name="connsiteY26" fmla="*/ 267 h 238392"/>
              <a:gd name="connsiteX27" fmla="*/ 527073 w 583075"/>
              <a:gd name="connsiteY27" fmla="*/ 39587 h 238392"/>
              <a:gd name="connsiteX28" fmla="*/ 582323 w 583075"/>
              <a:gd name="connsiteY28" fmla="*/ 136104 h 238392"/>
              <a:gd name="connsiteX29" fmla="*/ 493713 w 583075"/>
              <a:gd name="connsiteY29" fmla="*/ 238392 h 238392"/>
              <a:gd name="connsiteX0" fmla="*/ 25400 w 583075"/>
              <a:gd name="connsiteY0" fmla="*/ 233528 h 238290"/>
              <a:gd name="connsiteX1" fmla="*/ 26988 w 583075"/>
              <a:gd name="connsiteY1" fmla="*/ 225590 h 238290"/>
              <a:gd name="connsiteX2" fmla="*/ 30163 w 583075"/>
              <a:gd name="connsiteY2" fmla="*/ 220828 h 238290"/>
              <a:gd name="connsiteX3" fmla="*/ 28575 w 583075"/>
              <a:gd name="connsiteY3" fmla="*/ 173203 h 238290"/>
              <a:gd name="connsiteX4" fmla="*/ 19050 w 583075"/>
              <a:gd name="connsiteY4" fmla="*/ 166853 h 238290"/>
              <a:gd name="connsiteX5" fmla="*/ 14288 w 583075"/>
              <a:gd name="connsiteY5" fmla="*/ 160503 h 238290"/>
              <a:gd name="connsiteX6" fmla="*/ 9525 w 583075"/>
              <a:gd name="connsiteY6" fmla="*/ 150978 h 238290"/>
              <a:gd name="connsiteX7" fmla="*/ 4763 w 583075"/>
              <a:gd name="connsiteY7" fmla="*/ 147803 h 238290"/>
              <a:gd name="connsiteX8" fmla="*/ 3175 w 583075"/>
              <a:gd name="connsiteY8" fmla="*/ 139865 h 238290"/>
              <a:gd name="connsiteX9" fmla="*/ 1588 w 583075"/>
              <a:gd name="connsiteY9" fmla="*/ 135103 h 238290"/>
              <a:gd name="connsiteX10" fmla="*/ 0 w 583075"/>
              <a:gd name="connsiteY10" fmla="*/ 125578 h 238290"/>
              <a:gd name="connsiteX11" fmla="*/ 3175 w 583075"/>
              <a:gd name="connsiteY11" fmla="*/ 84303 h 238290"/>
              <a:gd name="connsiteX12" fmla="*/ 11113 w 583075"/>
              <a:gd name="connsiteY12" fmla="*/ 70015 h 238290"/>
              <a:gd name="connsiteX13" fmla="*/ 25400 w 583075"/>
              <a:gd name="connsiteY13" fmla="*/ 58903 h 238290"/>
              <a:gd name="connsiteX14" fmla="*/ 30163 w 583075"/>
              <a:gd name="connsiteY14" fmla="*/ 54140 h 238290"/>
              <a:gd name="connsiteX15" fmla="*/ 38100 w 583075"/>
              <a:gd name="connsiteY15" fmla="*/ 52553 h 238290"/>
              <a:gd name="connsiteX16" fmla="*/ 49213 w 583075"/>
              <a:gd name="connsiteY16" fmla="*/ 49378 h 238290"/>
              <a:gd name="connsiteX17" fmla="*/ 57150 w 583075"/>
              <a:gd name="connsiteY17" fmla="*/ 46203 h 238290"/>
              <a:gd name="connsiteX18" fmla="*/ 61913 w 583075"/>
              <a:gd name="connsiteY18" fmla="*/ 44615 h 238290"/>
              <a:gd name="connsiteX19" fmla="*/ 71438 w 583075"/>
              <a:gd name="connsiteY19" fmla="*/ 39853 h 238290"/>
              <a:gd name="connsiteX20" fmla="*/ 76200 w 583075"/>
              <a:gd name="connsiteY20" fmla="*/ 36678 h 238290"/>
              <a:gd name="connsiteX21" fmla="*/ 85725 w 583075"/>
              <a:gd name="connsiteY21" fmla="*/ 33503 h 238290"/>
              <a:gd name="connsiteX22" fmla="*/ 96838 w 583075"/>
              <a:gd name="connsiteY22" fmla="*/ 30328 h 238290"/>
              <a:gd name="connsiteX23" fmla="*/ 107950 w 583075"/>
              <a:gd name="connsiteY23" fmla="*/ 28740 h 238290"/>
              <a:gd name="connsiteX24" fmla="*/ 117475 w 583075"/>
              <a:gd name="connsiteY24" fmla="*/ 25565 h 238290"/>
              <a:gd name="connsiteX25" fmla="*/ 373063 w 583075"/>
              <a:gd name="connsiteY25" fmla="*/ 165 h 238290"/>
              <a:gd name="connsiteX26" fmla="*/ 527073 w 583075"/>
              <a:gd name="connsiteY26" fmla="*/ 39485 h 238290"/>
              <a:gd name="connsiteX27" fmla="*/ 582323 w 583075"/>
              <a:gd name="connsiteY27" fmla="*/ 136002 h 238290"/>
              <a:gd name="connsiteX28" fmla="*/ 493713 w 583075"/>
              <a:gd name="connsiteY28" fmla="*/ 238290 h 238290"/>
              <a:gd name="connsiteX0" fmla="*/ 25400 w 583075"/>
              <a:gd name="connsiteY0" fmla="*/ 233454 h 238216"/>
              <a:gd name="connsiteX1" fmla="*/ 26988 w 583075"/>
              <a:gd name="connsiteY1" fmla="*/ 225516 h 238216"/>
              <a:gd name="connsiteX2" fmla="*/ 30163 w 583075"/>
              <a:gd name="connsiteY2" fmla="*/ 220754 h 238216"/>
              <a:gd name="connsiteX3" fmla="*/ 28575 w 583075"/>
              <a:gd name="connsiteY3" fmla="*/ 173129 h 238216"/>
              <a:gd name="connsiteX4" fmla="*/ 19050 w 583075"/>
              <a:gd name="connsiteY4" fmla="*/ 166779 h 238216"/>
              <a:gd name="connsiteX5" fmla="*/ 14288 w 583075"/>
              <a:gd name="connsiteY5" fmla="*/ 160429 h 238216"/>
              <a:gd name="connsiteX6" fmla="*/ 9525 w 583075"/>
              <a:gd name="connsiteY6" fmla="*/ 150904 h 238216"/>
              <a:gd name="connsiteX7" fmla="*/ 4763 w 583075"/>
              <a:gd name="connsiteY7" fmla="*/ 147729 h 238216"/>
              <a:gd name="connsiteX8" fmla="*/ 3175 w 583075"/>
              <a:gd name="connsiteY8" fmla="*/ 139791 h 238216"/>
              <a:gd name="connsiteX9" fmla="*/ 1588 w 583075"/>
              <a:gd name="connsiteY9" fmla="*/ 135029 h 238216"/>
              <a:gd name="connsiteX10" fmla="*/ 0 w 583075"/>
              <a:gd name="connsiteY10" fmla="*/ 125504 h 238216"/>
              <a:gd name="connsiteX11" fmla="*/ 3175 w 583075"/>
              <a:gd name="connsiteY11" fmla="*/ 84229 h 238216"/>
              <a:gd name="connsiteX12" fmla="*/ 11113 w 583075"/>
              <a:gd name="connsiteY12" fmla="*/ 69941 h 238216"/>
              <a:gd name="connsiteX13" fmla="*/ 25400 w 583075"/>
              <a:gd name="connsiteY13" fmla="*/ 58829 h 238216"/>
              <a:gd name="connsiteX14" fmla="*/ 30163 w 583075"/>
              <a:gd name="connsiteY14" fmla="*/ 54066 h 238216"/>
              <a:gd name="connsiteX15" fmla="*/ 38100 w 583075"/>
              <a:gd name="connsiteY15" fmla="*/ 52479 h 238216"/>
              <a:gd name="connsiteX16" fmla="*/ 49213 w 583075"/>
              <a:gd name="connsiteY16" fmla="*/ 49304 h 238216"/>
              <a:gd name="connsiteX17" fmla="*/ 57150 w 583075"/>
              <a:gd name="connsiteY17" fmla="*/ 46129 h 238216"/>
              <a:gd name="connsiteX18" fmla="*/ 61913 w 583075"/>
              <a:gd name="connsiteY18" fmla="*/ 44541 h 238216"/>
              <a:gd name="connsiteX19" fmla="*/ 71438 w 583075"/>
              <a:gd name="connsiteY19" fmla="*/ 39779 h 238216"/>
              <a:gd name="connsiteX20" fmla="*/ 76200 w 583075"/>
              <a:gd name="connsiteY20" fmla="*/ 36604 h 238216"/>
              <a:gd name="connsiteX21" fmla="*/ 85725 w 583075"/>
              <a:gd name="connsiteY21" fmla="*/ 33429 h 238216"/>
              <a:gd name="connsiteX22" fmla="*/ 96838 w 583075"/>
              <a:gd name="connsiteY22" fmla="*/ 30254 h 238216"/>
              <a:gd name="connsiteX23" fmla="*/ 107950 w 583075"/>
              <a:gd name="connsiteY23" fmla="*/ 28666 h 238216"/>
              <a:gd name="connsiteX24" fmla="*/ 373063 w 583075"/>
              <a:gd name="connsiteY24" fmla="*/ 91 h 238216"/>
              <a:gd name="connsiteX25" fmla="*/ 527073 w 583075"/>
              <a:gd name="connsiteY25" fmla="*/ 39411 h 238216"/>
              <a:gd name="connsiteX26" fmla="*/ 582323 w 583075"/>
              <a:gd name="connsiteY26" fmla="*/ 135928 h 238216"/>
              <a:gd name="connsiteX27" fmla="*/ 493713 w 583075"/>
              <a:gd name="connsiteY27" fmla="*/ 238216 h 238216"/>
              <a:gd name="connsiteX0" fmla="*/ 25400 w 583075"/>
              <a:gd name="connsiteY0" fmla="*/ 233428 h 238190"/>
              <a:gd name="connsiteX1" fmla="*/ 26988 w 583075"/>
              <a:gd name="connsiteY1" fmla="*/ 225490 h 238190"/>
              <a:gd name="connsiteX2" fmla="*/ 30163 w 583075"/>
              <a:gd name="connsiteY2" fmla="*/ 220728 h 238190"/>
              <a:gd name="connsiteX3" fmla="*/ 28575 w 583075"/>
              <a:gd name="connsiteY3" fmla="*/ 173103 h 238190"/>
              <a:gd name="connsiteX4" fmla="*/ 19050 w 583075"/>
              <a:gd name="connsiteY4" fmla="*/ 166753 h 238190"/>
              <a:gd name="connsiteX5" fmla="*/ 14288 w 583075"/>
              <a:gd name="connsiteY5" fmla="*/ 160403 h 238190"/>
              <a:gd name="connsiteX6" fmla="*/ 9525 w 583075"/>
              <a:gd name="connsiteY6" fmla="*/ 150878 h 238190"/>
              <a:gd name="connsiteX7" fmla="*/ 4763 w 583075"/>
              <a:gd name="connsiteY7" fmla="*/ 147703 h 238190"/>
              <a:gd name="connsiteX8" fmla="*/ 3175 w 583075"/>
              <a:gd name="connsiteY8" fmla="*/ 139765 h 238190"/>
              <a:gd name="connsiteX9" fmla="*/ 1588 w 583075"/>
              <a:gd name="connsiteY9" fmla="*/ 135003 h 238190"/>
              <a:gd name="connsiteX10" fmla="*/ 0 w 583075"/>
              <a:gd name="connsiteY10" fmla="*/ 125478 h 238190"/>
              <a:gd name="connsiteX11" fmla="*/ 3175 w 583075"/>
              <a:gd name="connsiteY11" fmla="*/ 84203 h 238190"/>
              <a:gd name="connsiteX12" fmla="*/ 11113 w 583075"/>
              <a:gd name="connsiteY12" fmla="*/ 69915 h 238190"/>
              <a:gd name="connsiteX13" fmla="*/ 25400 w 583075"/>
              <a:gd name="connsiteY13" fmla="*/ 58803 h 238190"/>
              <a:gd name="connsiteX14" fmla="*/ 30163 w 583075"/>
              <a:gd name="connsiteY14" fmla="*/ 54040 h 238190"/>
              <a:gd name="connsiteX15" fmla="*/ 38100 w 583075"/>
              <a:gd name="connsiteY15" fmla="*/ 52453 h 238190"/>
              <a:gd name="connsiteX16" fmla="*/ 49213 w 583075"/>
              <a:gd name="connsiteY16" fmla="*/ 49278 h 238190"/>
              <a:gd name="connsiteX17" fmla="*/ 57150 w 583075"/>
              <a:gd name="connsiteY17" fmla="*/ 46103 h 238190"/>
              <a:gd name="connsiteX18" fmla="*/ 61913 w 583075"/>
              <a:gd name="connsiteY18" fmla="*/ 44515 h 238190"/>
              <a:gd name="connsiteX19" fmla="*/ 71438 w 583075"/>
              <a:gd name="connsiteY19" fmla="*/ 39753 h 238190"/>
              <a:gd name="connsiteX20" fmla="*/ 76200 w 583075"/>
              <a:gd name="connsiteY20" fmla="*/ 36578 h 238190"/>
              <a:gd name="connsiteX21" fmla="*/ 85725 w 583075"/>
              <a:gd name="connsiteY21" fmla="*/ 33403 h 238190"/>
              <a:gd name="connsiteX22" fmla="*/ 96838 w 583075"/>
              <a:gd name="connsiteY22" fmla="*/ 30228 h 238190"/>
              <a:gd name="connsiteX23" fmla="*/ 373063 w 583075"/>
              <a:gd name="connsiteY23" fmla="*/ 65 h 238190"/>
              <a:gd name="connsiteX24" fmla="*/ 527073 w 583075"/>
              <a:gd name="connsiteY24" fmla="*/ 39385 h 238190"/>
              <a:gd name="connsiteX25" fmla="*/ 582323 w 583075"/>
              <a:gd name="connsiteY25" fmla="*/ 135902 h 238190"/>
              <a:gd name="connsiteX26" fmla="*/ 493713 w 583075"/>
              <a:gd name="connsiteY26" fmla="*/ 238190 h 238190"/>
              <a:gd name="connsiteX0" fmla="*/ 25400 w 583075"/>
              <a:gd name="connsiteY0" fmla="*/ 233389 h 238151"/>
              <a:gd name="connsiteX1" fmla="*/ 26988 w 583075"/>
              <a:gd name="connsiteY1" fmla="*/ 225451 h 238151"/>
              <a:gd name="connsiteX2" fmla="*/ 30163 w 583075"/>
              <a:gd name="connsiteY2" fmla="*/ 220689 h 238151"/>
              <a:gd name="connsiteX3" fmla="*/ 28575 w 583075"/>
              <a:gd name="connsiteY3" fmla="*/ 173064 h 238151"/>
              <a:gd name="connsiteX4" fmla="*/ 19050 w 583075"/>
              <a:gd name="connsiteY4" fmla="*/ 166714 h 238151"/>
              <a:gd name="connsiteX5" fmla="*/ 14288 w 583075"/>
              <a:gd name="connsiteY5" fmla="*/ 160364 h 238151"/>
              <a:gd name="connsiteX6" fmla="*/ 9525 w 583075"/>
              <a:gd name="connsiteY6" fmla="*/ 150839 h 238151"/>
              <a:gd name="connsiteX7" fmla="*/ 4763 w 583075"/>
              <a:gd name="connsiteY7" fmla="*/ 147664 h 238151"/>
              <a:gd name="connsiteX8" fmla="*/ 3175 w 583075"/>
              <a:gd name="connsiteY8" fmla="*/ 139726 h 238151"/>
              <a:gd name="connsiteX9" fmla="*/ 1588 w 583075"/>
              <a:gd name="connsiteY9" fmla="*/ 134964 h 238151"/>
              <a:gd name="connsiteX10" fmla="*/ 0 w 583075"/>
              <a:gd name="connsiteY10" fmla="*/ 125439 h 238151"/>
              <a:gd name="connsiteX11" fmla="*/ 3175 w 583075"/>
              <a:gd name="connsiteY11" fmla="*/ 84164 h 238151"/>
              <a:gd name="connsiteX12" fmla="*/ 11113 w 583075"/>
              <a:gd name="connsiteY12" fmla="*/ 69876 h 238151"/>
              <a:gd name="connsiteX13" fmla="*/ 25400 w 583075"/>
              <a:gd name="connsiteY13" fmla="*/ 58764 h 238151"/>
              <a:gd name="connsiteX14" fmla="*/ 30163 w 583075"/>
              <a:gd name="connsiteY14" fmla="*/ 54001 h 238151"/>
              <a:gd name="connsiteX15" fmla="*/ 38100 w 583075"/>
              <a:gd name="connsiteY15" fmla="*/ 52414 h 238151"/>
              <a:gd name="connsiteX16" fmla="*/ 49213 w 583075"/>
              <a:gd name="connsiteY16" fmla="*/ 49239 h 238151"/>
              <a:gd name="connsiteX17" fmla="*/ 57150 w 583075"/>
              <a:gd name="connsiteY17" fmla="*/ 46064 h 238151"/>
              <a:gd name="connsiteX18" fmla="*/ 61913 w 583075"/>
              <a:gd name="connsiteY18" fmla="*/ 44476 h 238151"/>
              <a:gd name="connsiteX19" fmla="*/ 71438 w 583075"/>
              <a:gd name="connsiteY19" fmla="*/ 39714 h 238151"/>
              <a:gd name="connsiteX20" fmla="*/ 76200 w 583075"/>
              <a:gd name="connsiteY20" fmla="*/ 36539 h 238151"/>
              <a:gd name="connsiteX21" fmla="*/ 85725 w 583075"/>
              <a:gd name="connsiteY21" fmla="*/ 33364 h 238151"/>
              <a:gd name="connsiteX22" fmla="*/ 373063 w 583075"/>
              <a:gd name="connsiteY22" fmla="*/ 26 h 238151"/>
              <a:gd name="connsiteX23" fmla="*/ 527073 w 583075"/>
              <a:gd name="connsiteY23" fmla="*/ 39346 h 238151"/>
              <a:gd name="connsiteX24" fmla="*/ 582323 w 583075"/>
              <a:gd name="connsiteY24" fmla="*/ 135863 h 238151"/>
              <a:gd name="connsiteX25" fmla="*/ 493713 w 583075"/>
              <a:gd name="connsiteY25" fmla="*/ 238151 h 238151"/>
              <a:gd name="connsiteX0" fmla="*/ 25400 w 583075"/>
              <a:gd name="connsiteY0" fmla="*/ 233369 h 238131"/>
              <a:gd name="connsiteX1" fmla="*/ 26988 w 583075"/>
              <a:gd name="connsiteY1" fmla="*/ 225431 h 238131"/>
              <a:gd name="connsiteX2" fmla="*/ 30163 w 583075"/>
              <a:gd name="connsiteY2" fmla="*/ 220669 h 238131"/>
              <a:gd name="connsiteX3" fmla="*/ 28575 w 583075"/>
              <a:gd name="connsiteY3" fmla="*/ 173044 h 238131"/>
              <a:gd name="connsiteX4" fmla="*/ 19050 w 583075"/>
              <a:gd name="connsiteY4" fmla="*/ 166694 h 238131"/>
              <a:gd name="connsiteX5" fmla="*/ 14288 w 583075"/>
              <a:gd name="connsiteY5" fmla="*/ 160344 h 238131"/>
              <a:gd name="connsiteX6" fmla="*/ 9525 w 583075"/>
              <a:gd name="connsiteY6" fmla="*/ 150819 h 238131"/>
              <a:gd name="connsiteX7" fmla="*/ 4763 w 583075"/>
              <a:gd name="connsiteY7" fmla="*/ 147644 h 238131"/>
              <a:gd name="connsiteX8" fmla="*/ 3175 w 583075"/>
              <a:gd name="connsiteY8" fmla="*/ 139706 h 238131"/>
              <a:gd name="connsiteX9" fmla="*/ 1588 w 583075"/>
              <a:gd name="connsiteY9" fmla="*/ 134944 h 238131"/>
              <a:gd name="connsiteX10" fmla="*/ 0 w 583075"/>
              <a:gd name="connsiteY10" fmla="*/ 125419 h 238131"/>
              <a:gd name="connsiteX11" fmla="*/ 3175 w 583075"/>
              <a:gd name="connsiteY11" fmla="*/ 84144 h 238131"/>
              <a:gd name="connsiteX12" fmla="*/ 11113 w 583075"/>
              <a:gd name="connsiteY12" fmla="*/ 69856 h 238131"/>
              <a:gd name="connsiteX13" fmla="*/ 25400 w 583075"/>
              <a:gd name="connsiteY13" fmla="*/ 58744 h 238131"/>
              <a:gd name="connsiteX14" fmla="*/ 30163 w 583075"/>
              <a:gd name="connsiteY14" fmla="*/ 53981 h 238131"/>
              <a:gd name="connsiteX15" fmla="*/ 38100 w 583075"/>
              <a:gd name="connsiteY15" fmla="*/ 52394 h 238131"/>
              <a:gd name="connsiteX16" fmla="*/ 49213 w 583075"/>
              <a:gd name="connsiteY16" fmla="*/ 49219 h 238131"/>
              <a:gd name="connsiteX17" fmla="*/ 57150 w 583075"/>
              <a:gd name="connsiteY17" fmla="*/ 46044 h 238131"/>
              <a:gd name="connsiteX18" fmla="*/ 61913 w 583075"/>
              <a:gd name="connsiteY18" fmla="*/ 44456 h 238131"/>
              <a:gd name="connsiteX19" fmla="*/ 71438 w 583075"/>
              <a:gd name="connsiteY19" fmla="*/ 39694 h 238131"/>
              <a:gd name="connsiteX20" fmla="*/ 76200 w 583075"/>
              <a:gd name="connsiteY20" fmla="*/ 36519 h 238131"/>
              <a:gd name="connsiteX21" fmla="*/ 373063 w 583075"/>
              <a:gd name="connsiteY21" fmla="*/ 6 h 238131"/>
              <a:gd name="connsiteX22" fmla="*/ 527073 w 583075"/>
              <a:gd name="connsiteY22" fmla="*/ 39326 h 238131"/>
              <a:gd name="connsiteX23" fmla="*/ 582323 w 583075"/>
              <a:gd name="connsiteY23" fmla="*/ 135843 h 238131"/>
              <a:gd name="connsiteX24" fmla="*/ 493713 w 583075"/>
              <a:gd name="connsiteY24" fmla="*/ 238131 h 238131"/>
              <a:gd name="connsiteX0" fmla="*/ 25400 w 583075"/>
              <a:gd name="connsiteY0" fmla="*/ 233364 h 238126"/>
              <a:gd name="connsiteX1" fmla="*/ 26988 w 583075"/>
              <a:gd name="connsiteY1" fmla="*/ 225426 h 238126"/>
              <a:gd name="connsiteX2" fmla="*/ 30163 w 583075"/>
              <a:gd name="connsiteY2" fmla="*/ 220664 h 238126"/>
              <a:gd name="connsiteX3" fmla="*/ 28575 w 583075"/>
              <a:gd name="connsiteY3" fmla="*/ 173039 h 238126"/>
              <a:gd name="connsiteX4" fmla="*/ 19050 w 583075"/>
              <a:gd name="connsiteY4" fmla="*/ 166689 h 238126"/>
              <a:gd name="connsiteX5" fmla="*/ 14288 w 583075"/>
              <a:gd name="connsiteY5" fmla="*/ 160339 h 238126"/>
              <a:gd name="connsiteX6" fmla="*/ 9525 w 583075"/>
              <a:gd name="connsiteY6" fmla="*/ 150814 h 238126"/>
              <a:gd name="connsiteX7" fmla="*/ 4763 w 583075"/>
              <a:gd name="connsiteY7" fmla="*/ 147639 h 238126"/>
              <a:gd name="connsiteX8" fmla="*/ 3175 w 583075"/>
              <a:gd name="connsiteY8" fmla="*/ 139701 h 238126"/>
              <a:gd name="connsiteX9" fmla="*/ 1588 w 583075"/>
              <a:gd name="connsiteY9" fmla="*/ 134939 h 238126"/>
              <a:gd name="connsiteX10" fmla="*/ 0 w 583075"/>
              <a:gd name="connsiteY10" fmla="*/ 125414 h 238126"/>
              <a:gd name="connsiteX11" fmla="*/ 3175 w 583075"/>
              <a:gd name="connsiteY11" fmla="*/ 84139 h 238126"/>
              <a:gd name="connsiteX12" fmla="*/ 11113 w 583075"/>
              <a:gd name="connsiteY12" fmla="*/ 69851 h 238126"/>
              <a:gd name="connsiteX13" fmla="*/ 25400 w 583075"/>
              <a:gd name="connsiteY13" fmla="*/ 58739 h 238126"/>
              <a:gd name="connsiteX14" fmla="*/ 30163 w 583075"/>
              <a:gd name="connsiteY14" fmla="*/ 53976 h 238126"/>
              <a:gd name="connsiteX15" fmla="*/ 38100 w 583075"/>
              <a:gd name="connsiteY15" fmla="*/ 52389 h 238126"/>
              <a:gd name="connsiteX16" fmla="*/ 49213 w 583075"/>
              <a:gd name="connsiteY16" fmla="*/ 49214 h 238126"/>
              <a:gd name="connsiteX17" fmla="*/ 57150 w 583075"/>
              <a:gd name="connsiteY17" fmla="*/ 46039 h 238126"/>
              <a:gd name="connsiteX18" fmla="*/ 61913 w 583075"/>
              <a:gd name="connsiteY18" fmla="*/ 44451 h 238126"/>
              <a:gd name="connsiteX19" fmla="*/ 71438 w 583075"/>
              <a:gd name="connsiteY19" fmla="*/ 39689 h 238126"/>
              <a:gd name="connsiteX20" fmla="*/ 373063 w 583075"/>
              <a:gd name="connsiteY20" fmla="*/ 1 h 238126"/>
              <a:gd name="connsiteX21" fmla="*/ 527073 w 583075"/>
              <a:gd name="connsiteY21" fmla="*/ 39321 h 238126"/>
              <a:gd name="connsiteX22" fmla="*/ 582323 w 583075"/>
              <a:gd name="connsiteY22" fmla="*/ 135838 h 238126"/>
              <a:gd name="connsiteX23" fmla="*/ 493713 w 583075"/>
              <a:gd name="connsiteY23" fmla="*/ 238126 h 238126"/>
              <a:gd name="connsiteX0" fmla="*/ 25400 w 583075"/>
              <a:gd name="connsiteY0" fmla="*/ 233392 h 238154"/>
              <a:gd name="connsiteX1" fmla="*/ 26988 w 583075"/>
              <a:gd name="connsiteY1" fmla="*/ 225454 h 238154"/>
              <a:gd name="connsiteX2" fmla="*/ 30163 w 583075"/>
              <a:gd name="connsiteY2" fmla="*/ 220692 h 238154"/>
              <a:gd name="connsiteX3" fmla="*/ 28575 w 583075"/>
              <a:gd name="connsiteY3" fmla="*/ 173067 h 238154"/>
              <a:gd name="connsiteX4" fmla="*/ 19050 w 583075"/>
              <a:gd name="connsiteY4" fmla="*/ 166717 h 238154"/>
              <a:gd name="connsiteX5" fmla="*/ 14288 w 583075"/>
              <a:gd name="connsiteY5" fmla="*/ 160367 h 238154"/>
              <a:gd name="connsiteX6" fmla="*/ 9525 w 583075"/>
              <a:gd name="connsiteY6" fmla="*/ 150842 h 238154"/>
              <a:gd name="connsiteX7" fmla="*/ 4763 w 583075"/>
              <a:gd name="connsiteY7" fmla="*/ 147667 h 238154"/>
              <a:gd name="connsiteX8" fmla="*/ 3175 w 583075"/>
              <a:gd name="connsiteY8" fmla="*/ 139729 h 238154"/>
              <a:gd name="connsiteX9" fmla="*/ 1588 w 583075"/>
              <a:gd name="connsiteY9" fmla="*/ 134967 h 238154"/>
              <a:gd name="connsiteX10" fmla="*/ 0 w 583075"/>
              <a:gd name="connsiteY10" fmla="*/ 125442 h 238154"/>
              <a:gd name="connsiteX11" fmla="*/ 3175 w 583075"/>
              <a:gd name="connsiteY11" fmla="*/ 84167 h 238154"/>
              <a:gd name="connsiteX12" fmla="*/ 11113 w 583075"/>
              <a:gd name="connsiteY12" fmla="*/ 69879 h 238154"/>
              <a:gd name="connsiteX13" fmla="*/ 25400 w 583075"/>
              <a:gd name="connsiteY13" fmla="*/ 58767 h 238154"/>
              <a:gd name="connsiteX14" fmla="*/ 30163 w 583075"/>
              <a:gd name="connsiteY14" fmla="*/ 54004 h 238154"/>
              <a:gd name="connsiteX15" fmla="*/ 38100 w 583075"/>
              <a:gd name="connsiteY15" fmla="*/ 52417 h 238154"/>
              <a:gd name="connsiteX16" fmla="*/ 49213 w 583075"/>
              <a:gd name="connsiteY16" fmla="*/ 49242 h 238154"/>
              <a:gd name="connsiteX17" fmla="*/ 57150 w 583075"/>
              <a:gd name="connsiteY17" fmla="*/ 46067 h 238154"/>
              <a:gd name="connsiteX18" fmla="*/ 61913 w 583075"/>
              <a:gd name="connsiteY18" fmla="*/ 44479 h 238154"/>
              <a:gd name="connsiteX19" fmla="*/ 373063 w 583075"/>
              <a:gd name="connsiteY19" fmla="*/ 29 h 238154"/>
              <a:gd name="connsiteX20" fmla="*/ 527073 w 583075"/>
              <a:gd name="connsiteY20" fmla="*/ 39349 h 238154"/>
              <a:gd name="connsiteX21" fmla="*/ 582323 w 583075"/>
              <a:gd name="connsiteY21" fmla="*/ 135866 h 238154"/>
              <a:gd name="connsiteX22" fmla="*/ 493713 w 583075"/>
              <a:gd name="connsiteY22" fmla="*/ 238154 h 238154"/>
              <a:gd name="connsiteX0" fmla="*/ 25400 w 583075"/>
              <a:gd name="connsiteY0" fmla="*/ 233413 h 238175"/>
              <a:gd name="connsiteX1" fmla="*/ 26988 w 583075"/>
              <a:gd name="connsiteY1" fmla="*/ 225475 h 238175"/>
              <a:gd name="connsiteX2" fmla="*/ 30163 w 583075"/>
              <a:gd name="connsiteY2" fmla="*/ 220713 h 238175"/>
              <a:gd name="connsiteX3" fmla="*/ 28575 w 583075"/>
              <a:gd name="connsiteY3" fmla="*/ 173088 h 238175"/>
              <a:gd name="connsiteX4" fmla="*/ 19050 w 583075"/>
              <a:gd name="connsiteY4" fmla="*/ 166738 h 238175"/>
              <a:gd name="connsiteX5" fmla="*/ 14288 w 583075"/>
              <a:gd name="connsiteY5" fmla="*/ 160388 h 238175"/>
              <a:gd name="connsiteX6" fmla="*/ 9525 w 583075"/>
              <a:gd name="connsiteY6" fmla="*/ 150863 h 238175"/>
              <a:gd name="connsiteX7" fmla="*/ 4763 w 583075"/>
              <a:gd name="connsiteY7" fmla="*/ 147688 h 238175"/>
              <a:gd name="connsiteX8" fmla="*/ 3175 w 583075"/>
              <a:gd name="connsiteY8" fmla="*/ 139750 h 238175"/>
              <a:gd name="connsiteX9" fmla="*/ 1588 w 583075"/>
              <a:gd name="connsiteY9" fmla="*/ 134988 h 238175"/>
              <a:gd name="connsiteX10" fmla="*/ 0 w 583075"/>
              <a:gd name="connsiteY10" fmla="*/ 125463 h 238175"/>
              <a:gd name="connsiteX11" fmla="*/ 3175 w 583075"/>
              <a:gd name="connsiteY11" fmla="*/ 84188 h 238175"/>
              <a:gd name="connsiteX12" fmla="*/ 11113 w 583075"/>
              <a:gd name="connsiteY12" fmla="*/ 69900 h 238175"/>
              <a:gd name="connsiteX13" fmla="*/ 25400 w 583075"/>
              <a:gd name="connsiteY13" fmla="*/ 58788 h 238175"/>
              <a:gd name="connsiteX14" fmla="*/ 30163 w 583075"/>
              <a:gd name="connsiteY14" fmla="*/ 54025 h 238175"/>
              <a:gd name="connsiteX15" fmla="*/ 38100 w 583075"/>
              <a:gd name="connsiteY15" fmla="*/ 52438 h 238175"/>
              <a:gd name="connsiteX16" fmla="*/ 49213 w 583075"/>
              <a:gd name="connsiteY16" fmla="*/ 49263 h 238175"/>
              <a:gd name="connsiteX17" fmla="*/ 57150 w 583075"/>
              <a:gd name="connsiteY17" fmla="*/ 46088 h 238175"/>
              <a:gd name="connsiteX18" fmla="*/ 373063 w 583075"/>
              <a:gd name="connsiteY18" fmla="*/ 50 h 238175"/>
              <a:gd name="connsiteX19" fmla="*/ 527073 w 583075"/>
              <a:gd name="connsiteY19" fmla="*/ 39370 h 238175"/>
              <a:gd name="connsiteX20" fmla="*/ 582323 w 583075"/>
              <a:gd name="connsiteY20" fmla="*/ 135887 h 238175"/>
              <a:gd name="connsiteX21" fmla="*/ 493713 w 583075"/>
              <a:gd name="connsiteY21" fmla="*/ 238175 h 238175"/>
              <a:gd name="connsiteX0" fmla="*/ 25400 w 583075"/>
              <a:gd name="connsiteY0" fmla="*/ 233413 h 238175"/>
              <a:gd name="connsiteX1" fmla="*/ 26988 w 583075"/>
              <a:gd name="connsiteY1" fmla="*/ 225475 h 238175"/>
              <a:gd name="connsiteX2" fmla="*/ 30163 w 583075"/>
              <a:gd name="connsiteY2" fmla="*/ 220713 h 238175"/>
              <a:gd name="connsiteX3" fmla="*/ 28575 w 583075"/>
              <a:gd name="connsiteY3" fmla="*/ 173088 h 238175"/>
              <a:gd name="connsiteX4" fmla="*/ 19050 w 583075"/>
              <a:gd name="connsiteY4" fmla="*/ 166738 h 238175"/>
              <a:gd name="connsiteX5" fmla="*/ 14288 w 583075"/>
              <a:gd name="connsiteY5" fmla="*/ 160388 h 238175"/>
              <a:gd name="connsiteX6" fmla="*/ 9525 w 583075"/>
              <a:gd name="connsiteY6" fmla="*/ 150863 h 238175"/>
              <a:gd name="connsiteX7" fmla="*/ 4763 w 583075"/>
              <a:gd name="connsiteY7" fmla="*/ 147688 h 238175"/>
              <a:gd name="connsiteX8" fmla="*/ 3175 w 583075"/>
              <a:gd name="connsiteY8" fmla="*/ 139750 h 238175"/>
              <a:gd name="connsiteX9" fmla="*/ 1588 w 583075"/>
              <a:gd name="connsiteY9" fmla="*/ 134988 h 238175"/>
              <a:gd name="connsiteX10" fmla="*/ 0 w 583075"/>
              <a:gd name="connsiteY10" fmla="*/ 125463 h 238175"/>
              <a:gd name="connsiteX11" fmla="*/ 3175 w 583075"/>
              <a:gd name="connsiteY11" fmla="*/ 84188 h 238175"/>
              <a:gd name="connsiteX12" fmla="*/ 11113 w 583075"/>
              <a:gd name="connsiteY12" fmla="*/ 69900 h 238175"/>
              <a:gd name="connsiteX13" fmla="*/ 25400 w 583075"/>
              <a:gd name="connsiteY13" fmla="*/ 58788 h 238175"/>
              <a:gd name="connsiteX14" fmla="*/ 30163 w 583075"/>
              <a:gd name="connsiteY14" fmla="*/ 54025 h 238175"/>
              <a:gd name="connsiteX15" fmla="*/ 38100 w 583075"/>
              <a:gd name="connsiteY15" fmla="*/ 52438 h 238175"/>
              <a:gd name="connsiteX16" fmla="*/ 57150 w 583075"/>
              <a:gd name="connsiteY16" fmla="*/ 46088 h 238175"/>
              <a:gd name="connsiteX17" fmla="*/ 373063 w 583075"/>
              <a:gd name="connsiteY17" fmla="*/ 50 h 238175"/>
              <a:gd name="connsiteX18" fmla="*/ 527073 w 583075"/>
              <a:gd name="connsiteY18" fmla="*/ 39370 h 238175"/>
              <a:gd name="connsiteX19" fmla="*/ 582323 w 583075"/>
              <a:gd name="connsiteY19" fmla="*/ 135887 h 238175"/>
              <a:gd name="connsiteX20" fmla="*/ 493713 w 583075"/>
              <a:gd name="connsiteY20" fmla="*/ 238175 h 238175"/>
              <a:gd name="connsiteX0" fmla="*/ 25400 w 583075"/>
              <a:gd name="connsiteY0" fmla="*/ 233534 h 238296"/>
              <a:gd name="connsiteX1" fmla="*/ 26988 w 583075"/>
              <a:gd name="connsiteY1" fmla="*/ 225596 h 238296"/>
              <a:gd name="connsiteX2" fmla="*/ 30163 w 583075"/>
              <a:gd name="connsiteY2" fmla="*/ 220834 h 238296"/>
              <a:gd name="connsiteX3" fmla="*/ 28575 w 583075"/>
              <a:gd name="connsiteY3" fmla="*/ 173209 h 238296"/>
              <a:gd name="connsiteX4" fmla="*/ 19050 w 583075"/>
              <a:gd name="connsiteY4" fmla="*/ 166859 h 238296"/>
              <a:gd name="connsiteX5" fmla="*/ 14288 w 583075"/>
              <a:gd name="connsiteY5" fmla="*/ 160509 h 238296"/>
              <a:gd name="connsiteX6" fmla="*/ 9525 w 583075"/>
              <a:gd name="connsiteY6" fmla="*/ 150984 h 238296"/>
              <a:gd name="connsiteX7" fmla="*/ 4763 w 583075"/>
              <a:gd name="connsiteY7" fmla="*/ 147809 h 238296"/>
              <a:gd name="connsiteX8" fmla="*/ 3175 w 583075"/>
              <a:gd name="connsiteY8" fmla="*/ 139871 h 238296"/>
              <a:gd name="connsiteX9" fmla="*/ 1588 w 583075"/>
              <a:gd name="connsiteY9" fmla="*/ 135109 h 238296"/>
              <a:gd name="connsiteX10" fmla="*/ 0 w 583075"/>
              <a:gd name="connsiteY10" fmla="*/ 125584 h 238296"/>
              <a:gd name="connsiteX11" fmla="*/ 3175 w 583075"/>
              <a:gd name="connsiteY11" fmla="*/ 84309 h 238296"/>
              <a:gd name="connsiteX12" fmla="*/ 11113 w 583075"/>
              <a:gd name="connsiteY12" fmla="*/ 70021 h 238296"/>
              <a:gd name="connsiteX13" fmla="*/ 25400 w 583075"/>
              <a:gd name="connsiteY13" fmla="*/ 58909 h 238296"/>
              <a:gd name="connsiteX14" fmla="*/ 30163 w 583075"/>
              <a:gd name="connsiteY14" fmla="*/ 54146 h 238296"/>
              <a:gd name="connsiteX15" fmla="*/ 38100 w 583075"/>
              <a:gd name="connsiteY15" fmla="*/ 52559 h 238296"/>
              <a:gd name="connsiteX16" fmla="*/ 373063 w 583075"/>
              <a:gd name="connsiteY16" fmla="*/ 171 h 238296"/>
              <a:gd name="connsiteX17" fmla="*/ 527073 w 583075"/>
              <a:gd name="connsiteY17" fmla="*/ 39491 h 238296"/>
              <a:gd name="connsiteX18" fmla="*/ 582323 w 583075"/>
              <a:gd name="connsiteY18" fmla="*/ 136008 h 238296"/>
              <a:gd name="connsiteX19" fmla="*/ 493713 w 583075"/>
              <a:gd name="connsiteY19" fmla="*/ 238296 h 238296"/>
              <a:gd name="connsiteX0" fmla="*/ 25400 w 583075"/>
              <a:gd name="connsiteY0" fmla="*/ 233573 h 238335"/>
              <a:gd name="connsiteX1" fmla="*/ 26988 w 583075"/>
              <a:gd name="connsiteY1" fmla="*/ 225635 h 238335"/>
              <a:gd name="connsiteX2" fmla="*/ 30163 w 583075"/>
              <a:gd name="connsiteY2" fmla="*/ 220873 h 238335"/>
              <a:gd name="connsiteX3" fmla="*/ 28575 w 583075"/>
              <a:gd name="connsiteY3" fmla="*/ 173248 h 238335"/>
              <a:gd name="connsiteX4" fmla="*/ 19050 w 583075"/>
              <a:gd name="connsiteY4" fmla="*/ 166898 h 238335"/>
              <a:gd name="connsiteX5" fmla="*/ 14288 w 583075"/>
              <a:gd name="connsiteY5" fmla="*/ 160548 h 238335"/>
              <a:gd name="connsiteX6" fmla="*/ 9525 w 583075"/>
              <a:gd name="connsiteY6" fmla="*/ 151023 h 238335"/>
              <a:gd name="connsiteX7" fmla="*/ 4763 w 583075"/>
              <a:gd name="connsiteY7" fmla="*/ 147848 h 238335"/>
              <a:gd name="connsiteX8" fmla="*/ 3175 w 583075"/>
              <a:gd name="connsiteY8" fmla="*/ 139910 h 238335"/>
              <a:gd name="connsiteX9" fmla="*/ 1588 w 583075"/>
              <a:gd name="connsiteY9" fmla="*/ 135148 h 238335"/>
              <a:gd name="connsiteX10" fmla="*/ 0 w 583075"/>
              <a:gd name="connsiteY10" fmla="*/ 125623 h 238335"/>
              <a:gd name="connsiteX11" fmla="*/ 3175 w 583075"/>
              <a:gd name="connsiteY11" fmla="*/ 84348 h 238335"/>
              <a:gd name="connsiteX12" fmla="*/ 11113 w 583075"/>
              <a:gd name="connsiteY12" fmla="*/ 70060 h 238335"/>
              <a:gd name="connsiteX13" fmla="*/ 25400 w 583075"/>
              <a:gd name="connsiteY13" fmla="*/ 58948 h 238335"/>
              <a:gd name="connsiteX14" fmla="*/ 30163 w 583075"/>
              <a:gd name="connsiteY14" fmla="*/ 54185 h 238335"/>
              <a:gd name="connsiteX15" fmla="*/ 373063 w 583075"/>
              <a:gd name="connsiteY15" fmla="*/ 210 h 238335"/>
              <a:gd name="connsiteX16" fmla="*/ 527073 w 583075"/>
              <a:gd name="connsiteY16" fmla="*/ 39530 h 238335"/>
              <a:gd name="connsiteX17" fmla="*/ 582323 w 583075"/>
              <a:gd name="connsiteY17" fmla="*/ 136047 h 238335"/>
              <a:gd name="connsiteX18" fmla="*/ 493713 w 583075"/>
              <a:gd name="connsiteY18" fmla="*/ 238335 h 238335"/>
              <a:gd name="connsiteX0" fmla="*/ 26711 w 584386"/>
              <a:gd name="connsiteY0" fmla="*/ 233573 h 238335"/>
              <a:gd name="connsiteX1" fmla="*/ 28299 w 584386"/>
              <a:gd name="connsiteY1" fmla="*/ 225635 h 238335"/>
              <a:gd name="connsiteX2" fmla="*/ 31474 w 584386"/>
              <a:gd name="connsiteY2" fmla="*/ 220873 h 238335"/>
              <a:gd name="connsiteX3" fmla="*/ 29886 w 584386"/>
              <a:gd name="connsiteY3" fmla="*/ 173248 h 238335"/>
              <a:gd name="connsiteX4" fmla="*/ 20361 w 584386"/>
              <a:gd name="connsiteY4" fmla="*/ 166898 h 238335"/>
              <a:gd name="connsiteX5" fmla="*/ 15599 w 584386"/>
              <a:gd name="connsiteY5" fmla="*/ 160548 h 238335"/>
              <a:gd name="connsiteX6" fmla="*/ 10836 w 584386"/>
              <a:gd name="connsiteY6" fmla="*/ 151023 h 238335"/>
              <a:gd name="connsiteX7" fmla="*/ 6074 w 584386"/>
              <a:gd name="connsiteY7" fmla="*/ 147848 h 238335"/>
              <a:gd name="connsiteX8" fmla="*/ 4486 w 584386"/>
              <a:gd name="connsiteY8" fmla="*/ 139910 h 238335"/>
              <a:gd name="connsiteX9" fmla="*/ 2899 w 584386"/>
              <a:gd name="connsiteY9" fmla="*/ 135148 h 238335"/>
              <a:gd name="connsiteX10" fmla="*/ 1311 w 584386"/>
              <a:gd name="connsiteY10" fmla="*/ 125623 h 238335"/>
              <a:gd name="connsiteX11" fmla="*/ 4486 w 584386"/>
              <a:gd name="connsiteY11" fmla="*/ 84348 h 238335"/>
              <a:gd name="connsiteX12" fmla="*/ 12424 w 584386"/>
              <a:gd name="connsiteY12" fmla="*/ 70060 h 238335"/>
              <a:gd name="connsiteX13" fmla="*/ 31474 w 584386"/>
              <a:gd name="connsiteY13" fmla="*/ 54185 h 238335"/>
              <a:gd name="connsiteX14" fmla="*/ 374374 w 584386"/>
              <a:gd name="connsiteY14" fmla="*/ 210 h 238335"/>
              <a:gd name="connsiteX15" fmla="*/ 528384 w 584386"/>
              <a:gd name="connsiteY15" fmla="*/ 39530 h 238335"/>
              <a:gd name="connsiteX16" fmla="*/ 583634 w 584386"/>
              <a:gd name="connsiteY16" fmla="*/ 136047 h 238335"/>
              <a:gd name="connsiteX17" fmla="*/ 495024 w 584386"/>
              <a:gd name="connsiteY17" fmla="*/ 238335 h 238335"/>
              <a:gd name="connsiteX0" fmla="*/ 43506 w 601181"/>
              <a:gd name="connsiteY0" fmla="*/ 234109 h 238871"/>
              <a:gd name="connsiteX1" fmla="*/ 45094 w 601181"/>
              <a:gd name="connsiteY1" fmla="*/ 226171 h 238871"/>
              <a:gd name="connsiteX2" fmla="*/ 48269 w 601181"/>
              <a:gd name="connsiteY2" fmla="*/ 221409 h 238871"/>
              <a:gd name="connsiteX3" fmla="*/ 46681 w 601181"/>
              <a:gd name="connsiteY3" fmla="*/ 173784 h 238871"/>
              <a:gd name="connsiteX4" fmla="*/ 37156 w 601181"/>
              <a:gd name="connsiteY4" fmla="*/ 167434 h 238871"/>
              <a:gd name="connsiteX5" fmla="*/ 32394 w 601181"/>
              <a:gd name="connsiteY5" fmla="*/ 161084 h 238871"/>
              <a:gd name="connsiteX6" fmla="*/ 27631 w 601181"/>
              <a:gd name="connsiteY6" fmla="*/ 151559 h 238871"/>
              <a:gd name="connsiteX7" fmla="*/ 22869 w 601181"/>
              <a:gd name="connsiteY7" fmla="*/ 148384 h 238871"/>
              <a:gd name="connsiteX8" fmla="*/ 21281 w 601181"/>
              <a:gd name="connsiteY8" fmla="*/ 140446 h 238871"/>
              <a:gd name="connsiteX9" fmla="*/ 19694 w 601181"/>
              <a:gd name="connsiteY9" fmla="*/ 135684 h 238871"/>
              <a:gd name="connsiteX10" fmla="*/ 18106 w 601181"/>
              <a:gd name="connsiteY10" fmla="*/ 126159 h 238871"/>
              <a:gd name="connsiteX11" fmla="*/ 21281 w 601181"/>
              <a:gd name="connsiteY11" fmla="*/ 84884 h 238871"/>
              <a:gd name="connsiteX12" fmla="*/ 29219 w 601181"/>
              <a:gd name="connsiteY12" fmla="*/ 70596 h 238871"/>
              <a:gd name="connsiteX13" fmla="*/ 391169 w 601181"/>
              <a:gd name="connsiteY13" fmla="*/ 746 h 238871"/>
              <a:gd name="connsiteX14" fmla="*/ 545179 w 601181"/>
              <a:gd name="connsiteY14" fmla="*/ 40066 h 238871"/>
              <a:gd name="connsiteX15" fmla="*/ 600429 w 601181"/>
              <a:gd name="connsiteY15" fmla="*/ 136583 h 238871"/>
              <a:gd name="connsiteX16" fmla="*/ 511819 w 601181"/>
              <a:gd name="connsiteY16" fmla="*/ 238871 h 238871"/>
              <a:gd name="connsiteX0" fmla="*/ 50463 w 608138"/>
              <a:gd name="connsiteY0" fmla="*/ 234746 h 239508"/>
              <a:gd name="connsiteX1" fmla="*/ 52051 w 608138"/>
              <a:gd name="connsiteY1" fmla="*/ 226808 h 239508"/>
              <a:gd name="connsiteX2" fmla="*/ 55226 w 608138"/>
              <a:gd name="connsiteY2" fmla="*/ 222046 h 239508"/>
              <a:gd name="connsiteX3" fmla="*/ 53638 w 608138"/>
              <a:gd name="connsiteY3" fmla="*/ 174421 h 239508"/>
              <a:gd name="connsiteX4" fmla="*/ 44113 w 608138"/>
              <a:gd name="connsiteY4" fmla="*/ 168071 h 239508"/>
              <a:gd name="connsiteX5" fmla="*/ 39351 w 608138"/>
              <a:gd name="connsiteY5" fmla="*/ 161721 h 239508"/>
              <a:gd name="connsiteX6" fmla="*/ 34588 w 608138"/>
              <a:gd name="connsiteY6" fmla="*/ 152196 h 239508"/>
              <a:gd name="connsiteX7" fmla="*/ 29826 w 608138"/>
              <a:gd name="connsiteY7" fmla="*/ 149021 h 239508"/>
              <a:gd name="connsiteX8" fmla="*/ 28238 w 608138"/>
              <a:gd name="connsiteY8" fmla="*/ 141083 h 239508"/>
              <a:gd name="connsiteX9" fmla="*/ 26651 w 608138"/>
              <a:gd name="connsiteY9" fmla="*/ 136321 h 239508"/>
              <a:gd name="connsiteX10" fmla="*/ 25063 w 608138"/>
              <a:gd name="connsiteY10" fmla="*/ 126796 h 239508"/>
              <a:gd name="connsiteX11" fmla="*/ 28238 w 608138"/>
              <a:gd name="connsiteY11" fmla="*/ 85521 h 239508"/>
              <a:gd name="connsiteX12" fmla="*/ 398126 w 608138"/>
              <a:gd name="connsiteY12" fmla="*/ 1383 h 239508"/>
              <a:gd name="connsiteX13" fmla="*/ 552136 w 608138"/>
              <a:gd name="connsiteY13" fmla="*/ 40703 h 239508"/>
              <a:gd name="connsiteX14" fmla="*/ 607386 w 608138"/>
              <a:gd name="connsiteY14" fmla="*/ 137220 h 239508"/>
              <a:gd name="connsiteX15" fmla="*/ 518776 w 608138"/>
              <a:gd name="connsiteY15" fmla="*/ 239508 h 239508"/>
              <a:gd name="connsiteX0" fmla="*/ 25400 w 583075"/>
              <a:gd name="connsiteY0" fmla="*/ 237015 h 241777"/>
              <a:gd name="connsiteX1" fmla="*/ 26988 w 583075"/>
              <a:gd name="connsiteY1" fmla="*/ 229077 h 241777"/>
              <a:gd name="connsiteX2" fmla="*/ 30163 w 583075"/>
              <a:gd name="connsiteY2" fmla="*/ 224315 h 241777"/>
              <a:gd name="connsiteX3" fmla="*/ 28575 w 583075"/>
              <a:gd name="connsiteY3" fmla="*/ 176690 h 241777"/>
              <a:gd name="connsiteX4" fmla="*/ 19050 w 583075"/>
              <a:gd name="connsiteY4" fmla="*/ 170340 h 241777"/>
              <a:gd name="connsiteX5" fmla="*/ 14288 w 583075"/>
              <a:gd name="connsiteY5" fmla="*/ 163990 h 241777"/>
              <a:gd name="connsiteX6" fmla="*/ 9525 w 583075"/>
              <a:gd name="connsiteY6" fmla="*/ 154465 h 241777"/>
              <a:gd name="connsiteX7" fmla="*/ 4763 w 583075"/>
              <a:gd name="connsiteY7" fmla="*/ 151290 h 241777"/>
              <a:gd name="connsiteX8" fmla="*/ 3175 w 583075"/>
              <a:gd name="connsiteY8" fmla="*/ 143352 h 241777"/>
              <a:gd name="connsiteX9" fmla="*/ 1588 w 583075"/>
              <a:gd name="connsiteY9" fmla="*/ 138590 h 241777"/>
              <a:gd name="connsiteX10" fmla="*/ 0 w 583075"/>
              <a:gd name="connsiteY10" fmla="*/ 129065 h 241777"/>
              <a:gd name="connsiteX11" fmla="*/ 373063 w 583075"/>
              <a:gd name="connsiteY11" fmla="*/ 3652 h 241777"/>
              <a:gd name="connsiteX12" fmla="*/ 527073 w 583075"/>
              <a:gd name="connsiteY12" fmla="*/ 42972 h 241777"/>
              <a:gd name="connsiteX13" fmla="*/ 582323 w 583075"/>
              <a:gd name="connsiteY13" fmla="*/ 139489 h 241777"/>
              <a:gd name="connsiteX14" fmla="*/ 493713 w 583075"/>
              <a:gd name="connsiteY14" fmla="*/ 241777 h 241777"/>
              <a:gd name="connsiteX0" fmla="*/ 28481 w 586156"/>
              <a:gd name="connsiteY0" fmla="*/ 233966 h 238728"/>
              <a:gd name="connsiteX1" fmla="*/ 30069 w 586156"/>
              <a:gd name="connsiteY1" fmla="*/ 226028 h 238728"/>
              <a:gd name="connsiteX2" fmla="*/ 33244 w 586156"/>
              <a:gd name="connsiteY2" fmla="*/ 221266 h 238728"/>
              <a:gd name="connsiteX3" fmla="*/ 31656 w 586156"/>
              <a:gd name="connsiteY3" fmla="*/ 173641 h 238728"/>
              <a:gd name="connsiteX4" fmla="*/ 22131 w 586156"/>
              <a:gd name="connsiteY4" fmla="*/ 167291 h 238728"/>
              <a:gd name="connsiteX5" fmla="*/ 17369 w 586156"/>
              <a:gd name="connsiteY5" fmla="*/ 160941 h 238728"/>
              <a:gd name="connsiteX6" fmla="*/ 12606 w 586156"/>
              <a:gd name="connsiteY6" fmla="*/ 151416 h 238728"/>
              <a:gd name="connsiteX7" fmla="*/ 7844 w 586156"/>
              <a:gd name="connsiteY7" fmla="*/ 148241 h 238728"/>
              <a:gd name="connsiteX8" fmla="*/ 6256 w 586156"/>
              <a:gd name="connsiteY8" fmla="*/ 140303 h 238728"/>
              <a:gd name="connsiteX9" fmla="*/ 4669 w 586156"/>
              <a:gd name="connsiteY9" fmla="*/ 135541 h 238728"/>
              <a:gd name="connsiteX10" fmla="*/ 73355 w 586156"/>
              <a:gd name="connsiteY10" fmla="*/ 25139 h 238728"/>
              <a:gd name="connsiteX11" fmla="*/ 376144 w 586156"/>
              <a:gd name="connsiteY11" fmla="*/ 603 h 238728"/>
              <a:gd name="connsiteX12" fmla="*/ 530154 w 586156"/>
              <a:gd name="connsiteY12" fmla="*/ 39923 h 238728"/>
              <a:gd name="connsiteX13" fmla="*/ 585404 w 586156"/>
              <a:gd name="connsiteY13" fmla="*/ 136440 h 238728"/>
              <a:gd name="connsiteX14" fmla="*/ 496794 w 586156"/>
              <a:gd name="connsiteY14" fmla="*/ 238728 h 238728"/>
              <a:gd name="connsiteX0" fmla="*/ 63309 w 620984"/>
              <a:gd name="connsiteY0" fmla="*/ 233966 h 238728"/>
              <a:gd name="connsiteX1" fmla="*/ 64897 w 620984"/>
              <a:gd name="connsiteY1" fmla="*/ 226028 h 238728"/>
              <a:gd name="connsiteX2" fmla="*/ 68072 w 620984"/>
              <a:gd name="connsiteY2" fmla="*/ 221266 h 238728"/>
              <a:gd name="connsiteX3" fmla="*/ 66484 w 620984"/>
              <a:gd name="connsiteY3" fmla="*/ 173641 h 238728"/>
              <a:gd name="connsiteX4" fmla="*/ 56959 w 620984"/>
              <a:gd name="connsiteY4" fmla="*/ 167291 h 238728"/>
              <a:gd name="connsiteX5" fmla="*/ 52197 w 620984"/>
              <a:gd name="connsiteY5" fmla="*/ 160941 h 238728"/>
              <a:gd name="connsiteX6" fmla="*/ 47434 w 620984"/>
              <a:gd name="connsiteY6" fmla="*/ 151416 h 238728"/>
              <a:gd name="connsiteX7" fmla="*/ 42672 w 620984"/>
              <a:gd name="connsiteY7" fmla="*/ 148241 h 238728"/>
              <a:gd name="connsiteX8" fmla="*/ 41084 w 620984"/>
              <a:gd name="connsiteY8" fmla="*/ 140303 h 238728"/>
              <a:gd name="connsiteX9" fmla="*/ 1823 w 620984"/>
              <a:gd name="connsiteY9" fmla="*/ 108400 h 238728"/>
              <a:gd name="connsiteX10" fmla="*/ 108183 w 620984"/>
              <a:gd name="connsiteY10" fmla="*/ 25139 h 238728"/>
              <a:gd name="connsiteX11" fmla="*/ 410972 w 620984"/>
              <a:gd name="connsiteY11" fmla="*/ 603 h 238728"/>
              <a:gd name="connsiteX12" fmla="*/ 564982 w 620984"/>
              <a:gd name="connsiteY12" fmla="*/ 39923 h 238728"/>
              <a:gd name="connsiteX13" fmla="*/ 620232 w 620984"/>
              <a:gd name="connsiteY13" fmla="*/ 136440 h 238728"/>
              <a:gd name="connsiteX14" fmla="*/ 531622 w 620984"/>
              <a:gd name="connsiteY14" fmla="*/ 238728 h 238728"/>
              <a:gd name="connsiteX0" fmla="*/ 63212 w 620887"/>
              <a:gd name="connsiteY0" fmla="*/ 233966 h 238728"/>
              <a:gd name="connsiteX1" fmla="*/ 64800 w 620887"/>
              <a:gd name="connsiteY1" fmla="*/ 226028 h 238728"/>
              <a:gd name="connsiteX2" fmla="*/ 67975 w 620887"/>
              <a:gd name="connsiteY2" fmla="*/ 221266 h 238728"/>
              <a:gd name="connsiteX3" fmla="*/ 66387 w 620887"/>
              <a:gd name="connsiteY3" fmla="*/ 173641 h 238728"/>
              <a:gd name="connsiteX4" fmla="*/ 56862 w 620887"/>
              <a:gd name="connsiteY4" fmla="*/ 167291 h 238728"/>
              <a:gd name="connsiteX5" fmla="*/ 52100 w 620887"/>
              <a:gd name="connsiteY5" fmla="*/ 160941 h 238728"/>
              <a:gd name="connsiteX6" fmla="*/ 47337 w 620887"/>
              <a:gd name="connsiteY6" fmla="*/ 151416 h 238728"/>
              <a:gd name="connsiteX7" fmla="*/ 42575 w 620887"/>
              <a:gd name="connsiteY7" fmla="*/ 148241 h 238728"/>
              <a:gd name="connsiteX8" fmla="*/ 1726 w 620887"/>
              <a:gd name="connsiteY8" fmla="*/ 108400 h 238728"/>
              <a:gd name="connsiteX9" fmla="*/ 108086 w 620887"/>
              <a:gd name="connsiteY9" fmla="*/ 25139 h 238728"/>
              <a:gd name="connsiteX10" fmla="*/ 410875 w 620887"/>
              <a:gd name="connsiteY10" fmla="*/ 603 h 238728"/>
              <a:gd name="connsiteX11" fmla="*/ 564885 w 620887"/>
              <a:gd name="connsiteY11" fmla="*/ 39923 h 238728"/>
              <a:gd name="connsiteX12" fmla="*/ 620135 w 620887"/>
              <a:gd name="connsiteY12" fmla="*/ 136440 h 238728"/>
              <a:gd name="connsiteX13" fmla="*/ 531525 w 620887"/>
              <a:gd name="connsiteY13" fmla="*/ 238728 h 238728"/>
              <a:gd name="connsiteX0" fmla="*/ 62899 w 620574"/>
              <a:gd name="connsiteY0" fmla="*/ 233966 h 238728"/>
              <a:gd name="connsiteX1" fmla="*/ 64487 w 620574"/>
              <a:gd name="connsiteY1" fmla="*/ 226028 h 238728"/>
              <a:gd name="connsiteX2" fmla="*/ 67662 w 620574"/>
              <a:gd name="connsiteY2" fmla="*/ 221266 h 238728"/>
              <a:gd name="connsiteX3" fmla="*/ 66074 w 620574"/>
              <a:gd name="connsiteY3" fmla="*/ 173641 h 238728"/>
              <a:gd name="connsiteX4" fmla="*/ 56549 w 620574"/>
              <a:gd name="connsiteY4" fmla="*/ 167291 h 238728"/>
              <a:gd name="connsiteX5" fmla="*/ 51787 w 620574"/>
              <a:gd name="connsiteY5" fmla="*/ 160941 h 238728"/>
              <a:gd name="connsiteX6" fmla="*/ 47024 w 620574"/>
              <a:gd name="connsiteY6" fmla="*/ 151416 h 238728"/>
              <a:gd name="connsiteX7" fmla="*/ 1413 w 620574"/>
              <a:gd name="connsiteY7" fmla="*/ 108400 h 238728"/>
              <a:gd name="connsiteX8" fmla="*/ 107773 w 620574"/>
              <a:gd name="connsiteY8" fmla="*/ 25139 h 238728"/>
              <a:gd name="connsiteX9" fmla="*/ 410562 w 620574"/>
              <a:gd name="connsiteY9" fmla="*/ 603 h 238728"/>
              <a:gd name="connsiteX10" fmla="*/ 564572 w 620574"/>
              <a:gd name="connsiteY10" fmla="*/ 39923 h 238728"/>
              <a:gd name="connsiteX11" fmla="*/ 619822 w 620574"/>
              <a:gd name="connsiteY11" fmla="*/ 136440 h 238728"/>
              <a:gd name="connsiteX12" fmla="*/ 531212 w 620574"/>
              <a:gd name="connsiteY12" fmla="*/ 238728 h 238728"/>
              <a:gd name="connsiteX0" fmla="*/ 62631 w 620306"/>
              <a:gd name="connsiteY0" fmla="*/ 233966 h 238728"/>
              <a:gd name="connsiteX1" fmla="*/ 64219 w 620306"/>
              <a:gd name="connsiteY1" fmla="*/ 226028 h 238728"/>
              <a:gd name="connsiteX2" fmla="*/ 67394 w 620306"/>
              <a:gd name="connsiteY2" fmla="*/ 221266 h 238728"/>
              <a:gd name="connsiteX3" fmla="*/ 65806 w 620306"/>
              <a:gd name="connsiteY3" fmla="*/ 173641 h 238728"/>
              <a:gd name="connsiteX4" fmla="*/ 56281 w 620306"/>
              <a:gd name="connsiteY4" fmla="*/ 167291 h 238728"/>
              <a:gd name="connsiteX5" fmla="*/ 51519 w 620306"/>
              <a:gd name="connsiteY5" fmla="*/ 160941 h 238728"/>
              <a:gd name="connsiteX6" fmla="*/ 1145 w 620306"/>
              <a:gd name="connsiteY6" fmla="*/ 108400 h 238728"/>
              <a:gd name="connsiteX7" fmla="*/ 107505 w 620306"/>
              <a:gd name="connsiteY7" fmla="*/ 25139 h 238728"/>
              <a:gd name="connsiteX8" fmla="*/ 410294 w 620306"/>
              <a:gd name="connsiteY8" fmla="*/ 603 h 238728"/>
              <a:gd name="connsiteX9" fmla="*/ 564304 w 620306"/>
              <a:gd name="connsiteY9" fmla="*/ 39923 h 238728"/>
              <a:gd name="connsiteX10" fmla="*/ 619554 w 620306"/>
              <a:gd name="connsiteY10" fmla="*/ 136440 h 238728"/>
              <a:gd name="connsiteX11" fmla="*/ 530944 w 620306"/>
              <a:gd name="connsiteY11" fmla="*/ 238728 h 238728"/>
              <a:gd name="connsiteX0" fmla="*/ 62414 w 620089"/>
              <a:gd name="connsiteY0" fmla="*/ 233966 h 238728"/>
              <a:gd name="connsiteX1" fmla="*/ 64002 w 620089"/>
              <a:gd name="connsiteY1" fmla="*/ 226028 h 238728"/>
              <a:gd name="connsiteX2" fmla="*/ 67177 w 620089"/>
              <a:gd name="connsiteY2" fmla="*/ 221266 h 238728"/>
              <a:gd name="connsiteX3" fmla="*/ 65589 w 620089"/>
              <a:gd name="connsiteY3" fmla="*/ 173641 h 238728"/>
              <a:gd name="connsiteX4" fmla="*/ 56064 w 620089"/>
              <a:gd name="connsiteY4" fmla="*/ 167291 h 238728"/>
              <a:gd name="connsiteX5" fmla="*/ 928 w 620089"/>
              <a:gd name="connsiteY5" fmla="*/ 108400 h 238728"/>
              <a:gd name="connsiteX6" fmla="*/ 107288 w 620089"/>
              <a:gd name="connsiteY6" fmla="*/ 25139 h 238728"/>
              <a:gd name="connsiteX7" fmla="*/ 410077 w 620089"/>
              <a:gd name="connsiteY7" fmla="*/ 603 h 238728"/>
              <a:gd name="connsiteX8" fmla="*/ 564087 w 620089"/>
              <a:gd name="connsiteY8" fmla="*/ 39923 h 238728"/>
              <a:gd name="connsiteX9" fmla="*/ 619337 w 620089"/>
              <a:gd name="connsiteY9" fmla="*/ 136440 h 238728"/>
              <a:gd name="connsiteX10" fmla="*/ 530727 w 620089"/>
              <a:gd name="connsiteY10" fmla="*/ 238728 h 238728"/>
              <a:gd name="connsiteX0" fmla="*/ 62040 w 619715"/>
              <a:gd name="connsiteY0" fmla="*/ 233966 h 238728"/>
              <a:gd name="connsiteX1" fmla="*/ 63628 w 619715"/>
              <a:gd name="connsiteY1" fmla="*/ 226028 h 238728"/>
              <a:gd name="connsiteX2" fmla="*/ 66803 w 619715"/>
              <a:gd name="connsiteY2" fmla="*/ 221266 h 238728"/>
              <a:gd name="connsiteX3" fmla="*/ 65215 w 619715"/>
              <a:gd name="connsiteY3" fmla="*/ 173641 h 238728"/>
              <a:gd name="connsiteX4" fmla="*/ 554 w 619715"/>
              <a:gd name="connsiteY4" fmla="*/ 108400 h 238728"/>
              <a:gd name="connsiteX5" fmla="*/ 106914 w 619715"/>
              <a:gd name="connsiteY5" fmla="*/ 25139 h 238728"/>
              <a:gd name="connsiteX6" fmla="*/ 409703 w 619715"/>
              <a:gd name="connsiteY6" fmla="*/ 603 h 238728"/>
              <a:gd name="connsiteX7" fmla="*/ 563713 w 619715"/>
              <a:gd name="connsiteY7" fmla="*/ 39923 h 238728"/>
              <a:gd name="connsiteX8" fmla="*/ 618963 w 619715"/>
              <a:gd name="connsiteY8" fmla="*/ 136440 h 238728"/>
              <a:gd name="connsiteX9" fmla="*/ 530353 w 619715"/>
              <a:gd name="connsiteY9" fmla="*/ 238728 h 238728"/>
              <a:gd name="connsiteX0" fmla="*/ 64369 w 622044"/>
              <a:gd name="connsiteY0" fmla="*/ 233966 h 238728"/>
              <a:gd name="connsiteX1" fmla="*/ 65957 w 622044"/>
              <a:gd name="connsiteY1" fmla="*/ 226028 h 238728"/>
              <a:gd name="connsiteX2" fmla="*/ 69132 w 622044"/>
              <a:gd name="connsiteY2" fmla="*/ 221266 h 238728"/>
              <a:gd name="connsiteX3" fmla="*/ 33527 w 622044"/>
              <a:gd name="connsiteY3" fmla="*/ 170975 h 238728"/>
              <a:gd name="connsiteX4" fmla="*/ 2883 w 622044"/>
              <a:gd name="connsiteY4" fmla="*/ 108400 h 238728"/>
              <a:gd name="connsiteX5" fmla="*/ 109243 w 622044"/>
              <a:gd name="connsiteY5" fmla="*/ 25139 h 238728"/>
              <a:gd name="connsiteX6" fmla="*/ 412032 w 622044"/>
              <a:gd name="connsiteY6" fmla="*/ 603 h 238728"/>
              <a:gd name="connsiteX7" fmla="*/ 566042 w 622044"/>
              <a:gd name="connsiteY7" fmla="*/ 39923 h 238728"/>
              <a:gd name="connsiteX8" fmla="*/ 621292 w 622044"/>
              <a:gd name="connsiteY8" fmla="*/ 136440 h 238728"/>
              <a:gd name="connsiteX9" fmla="*/ 532682 w 622044"/>
              <a:gd name="connsiteY9" fmla="*/ 238728 h 238728"/>
              <a:gd name="connsiteX0" fmla="*/ 64337 w 622012"/>
              <a:gd name="connsiteY0" fmla="*/ 233966 h 238728"/>
              <a:gd name="connsiteX1" fmla="*/ 65925 w 622012"/>
              <a:gd name="connsiteY1" fmla="*/ 226028 h 238728"/>
              <a:gd name="connsiteX2" fmla="*/ 33495 w 622012"/>
              <a:gd name="connsiteY2" fmla="*/ 170975 h 238728"/>
              <a:gd name="connsiteX3" fmla="*/ 2851 w 622012"/>
              <a:gd name="connsiteY3" fmla="*/ 108400 h 238728"/>
              <a:gd name="connsiteX4" fmla="*/ 109211 w 622012"/>
              <a:gd name="connsiteY4" fmla="*/ 25139 h 238728"/>
              <a:gd name="connsiteX5" fmla="*/ 412000 w 622012"/>
              <a:gd name="connsiteY5" fmla="*/ 603 h 238728"/>
              <a:gd name="connsiteX6" fmla="*/ 566010 w 622012"/>
              <a:gd name="connsiteY6" fmla="*/ 39923 h 238728"/>
              <a:gd name="connsiteX7" fmla="*/ 621260 w 622012"/>
              <a:gd name="connsiteY7" fmla="*/ 136440 h 238728"/>
              <a:gd name="connsiteX8" fmla="*/ 532650 w 622012"/>
              <a:gd name="connsiteY8" fmla="*/ 238728 h 238728"/>
              <a:gd name="connsiteX0" fmla="*/ 64320 w 621995"/>
              <a:gd name="connsiteY0" fmla="*/ 233966 h 238728"/>
              <a:gd name="connsiteX1" fmla="*/ 33478 w 621995"/>
              <a:gd name="connsiteY1" fmla="*/ 170975 h 238728"/>
              <a:gd name="connsiteX2" fmla="*/ 2834 w 621995"/>
              <a:gd name="connsiteY2" fmla="*/ 108400 h 238728"/>
              <a:gd name="connsiteX3" fmla="*/ 109194 w 621995"/>
              <a:gd name="connsiteY3" fmla="*/ 25139 h 238728"/>
              <a:gd name="connsiteX4" fmla="*/ 411983 w 621995"/>
              <a:gd name="connsiteY4" fmla="*/ 603 h 238728"/>
              <a:gd name="connsiteX5" fmla="*/ 565993 w 621995"/>
              <a:gd name="connsiteY5" fmla="*/ 39923 h 238728"/>
              <a:gd name="connsiteX6" fmla="*/ 621243 w 621995"/>
              <a:gd name="connsiteY6" fmla="*/ 136440 h 238728"/>
              <a:gd name="connsiteX7" fmla="*/ 532633 w 621995"/>
              <a:gd name="connsiteY7" fmla="*/ 238728 h 238728"/>
              <a:gd name="connsiteX0" fmla="*/ 67790 w 625465"/>
              <a:gd name="connsiteY0" fmla="*/ 233966 h 238728"/>
              <a:gd name="connsiteX1" fmla="*/ 18254 w 625465"/>
              <a:gd name="connsiteY1" fmla="*/ 159005 h 238728"/>
              <a:gd name="connsiteX2" fmla="*/ 6304 w 625465"/>
              <a:gd name="connsiteY2" fmla="*/ 108400 h 238728"/>
              <a:gd name="connsiteX3" fmla="*/ 112664 w 625465"/>
              <a:gd name="connsiteY3" fmla="*/ 25139 h 238728"/>
              <a:gd name="connsiteX4" fmla="*/ 415453 w 625465"/>
              <a:gd name="connsiteY4" fmla="*/ 603 h 238728"/>
              <a:gd name="connsiteX5" fmla="*/ 569463 w 625465"/>
              <a:gd name="connsiteY5" fmla="*/ 39923 h 238728"/>
              <a:gd name="connsiteX6" fmla="*/ 624713 w 625465"/>
              <a:gd name="connsiteY6" fmla="*/ 136440 h 238728"/>
              <a:gd name="connsiteX7" fmla="*/ 536103 w 625465"/>
              <a:gd name="connsiteY7" fmla="*/ 238728 h 238728"/>
              <a:gd name="connsiteX0" fmla="*/ 58122 w 615797"/>
              <a:gd name="connsiteY0" fmla="*/ 233966 h 238728"/>
              <a:gd name="connsiteX1" fmla="*/ 8586 w 615797"/>
              <a:gd name="connsiteY1" fmla="*/ 159005 h 238728"/>
              <a:gd name="connsiteX2" fmla="*/ 9539 w 615797"/>
              <a:gd name="connsiteY2" fmla="*/ 88494 h 238728"/>
              <a:gd name="connsiteX3" fmla="*/ 102996 w 615797"/>
              <a:gd name="connsiteY3" fmla="*/ 25139 h 238728"/>
              <a:gd name="connsiteX4" fmla="*/ 405785 w 615797"/>
              <a:gd name="connsiteY4" fmla="*/ 603 h 238728"/>
              <a:gd name="connsiteX5" fmla="*/ 559795 w 615797"/>
              <a:gd name="connsiteY5" fmla="*/ 39923 h 238728"/>
              <a:gd name="connsiteX6" fmla="*/ 615045 w 615797"/>
              <a:gd name="connsiteY6" fmla="*/ 136440 h 238728"/>
              <a:gd name="connsiteX7" fmla="*/ 526435 w 615797"/>
              <a:gd name="connsiteY7" fmla="*/ 238728 h 238728"/>
              <a:gd name="connsiteX0" fmla="*/ 58082 w 615757"/>
              <a:gd name="connsiteY0" fmla="*/ 235254 h 240016"/>
              <a:gd name="connsiteX1" fmla="*/ 8546 w 615757"/>
              <a:gd name="connsiteY1" fmla="*/ 160293 h 240016"/>
              <a:gd name="connsiteX2" fmla="*/ 9499 w 615757"/>
              <a:gd name="connsiteY2" fmla="*/ 89782 h 240016"/>
              <a:gd name="connsiteX3" fmla="*/ 102383 w 615757"/>
              <a:gd name="connsiteY3" fmla="*/ 20023 h 240016"/>
              <a:gd name="connsiteX4" fmla="*/ 405745 w 615757"/>
              <a:gd name="connsiteY4" fmla="*/ 1891 h 240016"/>
              <a:gd name="connsiteX5" fmla="*/ 559755 w 615757"/>
              <a:gd name="connsiteY5" fmla="*/ 41211 h 240016"/>
              <a:gd name="connsiteX6" fmla="*/ 615005 w 615757"/>
              <a:gd name="connsiteY6" fmla="*/ 137728 h 240016"/>
              <a:gd name="connsiteX7" fmla="*/ 526395 w 615757"/>
              <a:gd name="connsiteY7" fmla="*/ 240016 h 240016"/>
              <a:gd name="connsiteX0" fmla="*/ 58082 w 603466"/>
              <a:gd name="connsiteY0" fmla="*/ 235254 h 240016"/>
              <a:gd name="connsiteX1" fmla="*/ 8546 w 603466"/>
              <a:gd name="connsiteY1" fmla="*/ 160293 h 240016"/>
              <a:gd name="connsiteX2" fmla="*/ 9499 w 603466"/>
              <a:gd name="connsiteY2" fmla="*/ 89782 h 240016"/>
              <a:gd name="connsiteX3" fmla="*/ 102383 w 603466"/>
              <a:gd name="connsiteY3" fmla="*/ 20023 h 240016"/>
              <a:gd name="connsiteX4" fmla="*/ 405745 w 603466"/>
              <a:gd name="connsiteY4" fmla="*/ 1891 h 240016"/>
              <a:gd name="connsiteX5" fmla="*/ 559755 w 603466"/>
              <a:gd name="connsiteY5" fmla="*/ 41211 h 240016"/>
              <a:gd name="connsiteX6" fmla="*/ 602351 w 603466"/>
              <a:gd name="connsiteY6" fmla="*/ 127612 h 240016"/>
              <a:gd name="connsiteX7" fmla="*/ 526395 w 603466"/>
              <a:gd name="connsiteY7" fmla="*/ 240016 h 240016"/>
              <a:gd name="connsiteX0" fmla="*/ 58082 w 602351"/>
              <a:gd name="connsiteY0" fmla="*/ 234667 h 239429"/>
              <a:gd name="connsiteX1" fmla="*/ 8546 w 602351"/>
              <a:gd name="connsiteY1" fmla="*/ 159706 h 239429"/>
              <a:gd name="connsiteX2" fmla="*/ 9499 w 602351"/>
              <a:gd name="connsiteY2" fmla="*/ 89195 h 239429"/>
              <a:gd name="connsiteX3" fmla="*/ 102383 w 602351"/>
              <a:gd name="connsiteY3" fmla="*/ 19436 h 239429"/>
              <a:gd name="connsiteX4" fmla="*/ 405745 w 602351"/>
              <a:gd name="connsiteY4" fmla="*/ 1304 h 239429"/>
              <a:gd name="connsiteX5" fmla="*/ 525261 w 602351"/>
              <a:gd name="connsiteY5" fmla="*/ 32622 h 239429"/>
              <a:gd name="connsiteX6" fmla="*/ 602351 w 602351"/>
              <a:gd name="connsiteY6" fmla="*/ 127025 h 239429"/>
              <a:gd name="connsiteX7" fmla="*/ 526395 w 602351"/>
              <a:gd name="connsiteY7" fmla="*/ 239429 h 239429"/>
              <a:gd name="connsiteX0" fmla="*/ 58082 w 603527"/>
              <a:gd name="connsiteY0" fmla="*/ 234544 h 239306"/>
              <a:gd name="connsiteX1" fmla="*/ 8546 w 603527"/>
              <a:gd name="connsiteY1" fmla="*/ 159583 h 239306"/>
              <a:gd name="connsiteX2" fmla="*/ 9499 w 603527"/>
              <a:gd name="connsiteY2" fmla="*/ 89072 h 239306"/>
              <a:gd name="connsiteX3" fmla="*/ 102383 w 603527"/>
              <a:gd name="connsiteY3" fmla="*/ 19313 h 239306"/>
              <a:gd name="connsiteX4" fmla="*/ 405745 w 603527"/>
              <a:gd name="connsiteY4" fmla="*/ 1181 h 239306"/>
              <a:gd name="connsiteX5" fmla="*/ 560357 w 603527"/>
              <a:gd name="connsiteY5" fmla="*/ 30826 h 239306"/>
              <a:gd name="connsiteX6" fmla="*/ 602351 w 603527"/>
              <a:gd name="connsiteY6" fmla="*/ 126902 h 239306"/>
              <a:gd name="connsiteX7" fmla="*/ 526395 w 603527"/>
              <a:gd name="connsiteY7" fmla="*/ 239306 h 239306"/>
              <a:gd name="connsiteX0" fmla="*/ 58082 w 603565"/>
              <a:gd name="connsiteY0" fmla="*/ 235235 h 239997"/>
              <a:gd name="connsiteX1" fmla="*/ 8546 w 603565"/>
              <a:gd name="connsiteY1" fmla="*/ 160274 h 239997"/>
              <a:gd name="connsiteX2" fmla="*/ 9499 w 603565"/>
              <a:gd name="connsiteY2" fmla="*/ 89763 h 239997"/>
              <a:gd name="connsiteX3" fmla="*/ 102383 w 603565"/>
              <a:gd name="connsiteY3" fmla="*/ 20004 h 239997"/>
              <a:gd name="connsiteX4" fmla="*/ 401264 w 603565"/>
              <a:gd name="connsiteY4" fmla="*/ 1013 h 239997"/>
              <a:gd name="connsiteX5" fmla="*/ 560357 w 603565"/>
              <a:gd name="connsiteY5" fmla="*/ 31517 h 239997"/>
              <a:gd name="connsiteX6" fmla="*/ 602351 w 603565"/>
              <a:gd name="connsiteY6" fmla="*/ 127593 h 239997"/>
              <a:gd name="connsiteX7" fmla="*/ 526395 w 603565"/>
              <a:gd name="connsiteY7" fmla="*/ 239997 h 239997"/>
              <a:gd name="connsiteX0" fmla="*/ 57300 w 602783"/>
              <a:gd name="connsiteY0" fmla="*/ 234695 h 239457"/>
              <a:gd name="connsiteX1" fmla="*/ 7764 w 602783"/>
              <a:gd name="connsiteY1" fmla="*/ 159734 h 239457"/>
              <a:gd name="connsiteX2" fmla="*/ 8717 w 602783"/>
              <a:gd name="connsiteY2" fmla="*/ 89223 h 239457"/>
              <a:gd name="connsiteX3" fmla="*/ 90093 w 602783"/>
              <a:gd name="connsiteY3" fmla="*/ 22156 h 239457"/>
              <a:gd name="connsiteX4" fmla="*/ 400482 w 602783"/>
              <a:gd name="connsiteY4" fmla="*/ 473 h 239457"/>
              <a:gd name="connsiteX5" fmla="*/ 559575 w 602783"/>
              <a:gd name="connsiteY5" fmla="*/ 30977 h 239457"/>
              <a:gd name="connsiteX6" fmla="*/ 601569 w 602783"/>
              <a:gd name="connsiteY6" fmla="*/ 127053 h 239457"/>
              <a:gd name="connsiteX7" fmla="*/ 525613 w 602783"/>
              <a:gd name="connsiteY7" fmla="*/ 239457 h 239457"/>
              <a:gd name="connsiteX0" fmla="*/ 62395 w 607878"/>
              <a:gd name="connsiteY0" fmla="*/ 234695 h 239457"/>
              <a:gd name="connsiteX1" fmla="*/ 12859 w 607878"/>
              <a:gd name="connsiteY1" fmla="*/ 159734 h 239457"/>
              <a:gd name="connsiteX2" fmla="*/ 6530 w 607878"/>
              <a:gd name="connsiteY2" fmla="*/ 73494 h 239457"/>
              <a:gd name="connsiteX3" fmla="*/ 95188 w 607878"/>
              <a:gd name="connsiteY3" fmla="*/ 22156 h 239457"/>
              <a:gd name="connsiteX4" fmla="*/ 405577 w 607878"/>
              <a:gd name="connsiteY4" fmla="*/ 473 h 239457"/>
              <a:gd name="connsiteX5" fmla="*/ 564670 w 607878"/>
              <a:gd name="connsiteY5" fmla="*/ 30977 h 239457"/>
              <a:gd name="connsiteX6" fmla="*/ 606664 w 607878"/>
              <a:gd name="connsiteY6" fmla="*/ 127053 h 239457"/>
              <a:gd name="connsiteX7" fmla="*/ 530708 w 607878"/>
              <a:gd name="connsiteY7" fmla="*/ 239457 h 239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7878" h="239457">
                <a:moveTo>
                  <a:pt x="62395" y="234695"/>
                </a:moveTo>
                <a:cubicBezTo>
                  <a:pt x="45883" y="209708"/>
                  <a:pt x="22170" y="186601"/>
                  <a:pt x="12859" y="159734"/>
                </a:cubicBezTo>
                <a:cubicBezTo>
                  <a:pt x="3548" y="132867"/>
                  <a:pt x="-7191" y="96424"/>
                  <a:pt x="6530" y="73494"/>
                </a:cubicBezTo>
                <a:cubicBezTo>
                  <a:pt x="20251" y="50564"/>
                  <a:pt x="95717" y="25331"/>
                  <a:pt x="95188" y="22156"/>
                </a:cubicBezTo>
                <a:cubicBezTo>
                  <a:pt x="157100" y="-334"/>
                  <a:pt x="327330" y="-997"/>
                  <a:pt x="405577" y="473"/>
                </a:cubicBezTo>
                <a:cubicBezTo>
                  <a:pt x="483824" y="1943"/>
                  <a:pt x="531156" y="9880"/>
                  <a:pt x="564670" y="30977"/>
                </a:cubicBezTo>
                <a:cubicBezTo>
                  <a:pt x="598185" y="52074"/>
                  <a:pt x="612324" y="92306"/>
                  <a:pt x="606664" y="127053"/>
                </a:cubicBezTo>
                <a:cubicBezTo>
                  <a:pt x="601004" y="161800"/>
                  <a:pt x="547578" y="210631"/>
                  <a:pt x="530708" y="239457"/>
                </a:cubicBezTo>
              </a:path>
            </a:pathLst>
          </a:custGeom>
          <a:noFill/>
          <a:ln w="38100">
            <a:solidFill>
              <a:srgbClr val="EF8511"/>
            </a:solidFill>
            <a:headEnd type="triangl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4" name="Textfeld 73"/>
          <p:cNvSpPr txBox="1"/>
          <p:nvPr/>
        </p:nvSpPr>
        <p:spPr>
          <a:xfrm>
            <a:off x="8536007" y="1330559"/>
            <a:ext cx="9012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Ladepumpe</a:t>
            </a:r>
          </a:p>
          <a:p>
            <a:r>
              <a:rPr lang="de-DE" sz="1200"/>
              <a:t> drückt</a:t>
            </a:r>
            <a:endParaRPr lang="de-DE"/>
          </a:p>
        </p:txBody>
      </p:sp>
      <p:sp>
        <p:nvSpPr>
          <p:cNvPr id="77" name="Textfeld 76"/>
          <p:cNvSpPr txBox="1"/>
          <p:nvPr/>
        </p:nvSpPr>
        <p:spPr>
          <a:xfrm>
            <a:off x="10765985" y="1394071"/>
            <a:ext cx="1189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Heizkreispumpe</a:t>
            </a:r>
          </a:p>
          <a:p>
            <a:r>
              <a:rPr lang="de-DE" sz="1200"/>
              <a:t>zieht </a:t>
            </a:r>
            <a:endParaRPr lang="de-DE"/>
          </a:p>
        </p:txBody>
      </p:sp>
      <p:sp>
        <p:nvSpPr>
          <p:cNvPr id="79" name="Untertitel 3">
            <a:extLst>
              <a:ext uri="{FF2B5EF4-FFF2-40B4-BE49-F238E27FC236}">
                <a16:creationId xmlns:a16="http://schemas.microsoft.com/office/drawing/2014/main" id="{6B47841B-FE12-4FC7-95F5-3C7C4723C534}"/>
              </a:ext>
            </a:extLst>
          </p:cNvPr>
          <p:cNvSpPr txBox="1">
            <a:spLocks/>
          </p:cNvSpPr>
          <p:nvPr/>
        </p:nvSpPr>
        <p:spPr>
          <a:xfrm>
            <a:off x="542693" y="954445"/>
            <a:ext cx="3148202" cy="12563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rgbClr val="FF0000"/>
                </a:solidFill>
                <a:latin typeface="Lato Black" panose="020F0A02020204030203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>
                <a:solidFill>
                  <a:schemeClr val="tx1"/>
                </a:solidFill>
              </a:rPr>
              <a:t>Übergang Frühling/Herbst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>
                <a:solidFill>
                  <a:schemeClr val="tx1"/>
                </a:solidFill>
              </a:rPr>
              <a:t>Milde Außentemperaturen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>
                <a:solidFill>
                  <a:schemeClr val="tx1"/>
                </a:solidFill>
              </a:rPr>
              <a:t>Heizlast &lt; minimale WP-Leistung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de-DE" sz="1400">
                <a:solidFill>
                  <a:schemeClr val="tx1"/>
                </a:solidFill>
              </a:rPr>
              <a:t>Wärmepumpe im Taktbetrieb</a:t>
            </a:r>
          </a:p>
        </p:txBody>
      </p:sp>
      <p:sp>
        <p:nvSpPr>
          <p:cNvPr id="33" name="Freihandform 32"/>
          <p:cNvSpPr/>
          <p:nvPr/>
        </p:nvSpPr>
        <p:spPr>
          <a:xfrm>
            <a:off x="6392863" y="2709863"/>
            <a:ext cx="152628" cy="463550"/>
          </a:xfrm>
          <a:custGeom>
            <a:avLst/>
            <a:gdLst>
              <a:gd name="connsiteX0" fmla="*/ 0 w 152628"/>
              <a:gd name="connsiteY0" fmla="*/ 0 h 463550"/>
              <a:gd name="connsiteX1" fmla="*/ 4762 w 152628"/>
              <a:gd name="connsiteY1" fmla="*/ 22225 h 463550"/>
              <a:gd name="connsiteX2" fmla="*/ 11112 w 152628"/>
              <a:gd name="connsiteY2" fmla="*/ 31750 h 463550"/>
              <a:gd name="connsiteX3" fmla="*/ 20637 w 152628"/>
              <a:gd name="connsiteY3" fmla="*/ 38100 h 463550"/>
              <a:gd name="connsiteX4" fmla="*/ 23812 w 152628"/>
              <a:gd name="connsiteY4" fmla="*/ 42862 h 463550"/>
              <a:gd name="connsiteX5" fmla="*/ 33337 w 152628"/>
              <a:gd name="connsiteY5" fmla="*/ 53975 h 463550"/>
              <a:gd name="connsiteX6" fmla="*/ 36512 w 152628"/>
              <a:gd name="connsiteY6" fmla="*/ 60325 h 463550"/>
              <a:gd name="connsiteX7" fmla="*/ 41275 w 152628"/>
              <a:gd name="connsiteY7" fmla="*/ 63500 h 463550"/>
              <a:gd name="connsiteX8" fmla="*/ 52387 w 152628"/>
              <a:gd name="connsiteY8" fmla="*/ 74612 h 463550"/>
              <a:gd name="connsiteX9" fmla="*/ 52387 w 152628"/>
              <a:gd name="connsiteY9" fmla="*/ 74612 h 463550"/>
              <a:gd name="connsiteX10" fmla="*/ 65087 w 152628"/>
              <a:gd name="connsiteY10" fmla="*/ 90487 h 463550"/>
              <a:gd name="connsiteX11" fmla="*/ 74612 w 152628"/>
              <a:gd name="connsiteY11" fmla="*/ 98425 h 463550"/>
              <a:gd name="connsiteX12" fmla="*/ 88900 w 152628"/>
              <a:gd name="connsiteY12" fmla="*/ 114300 h 463550"/>
              <a:gd name="connsiteX13" fmla="*/ 93662 w 152628"/>
              <a:gd name="connsiteY13" fmla="*/ 119062 h 463550"/>
              <a:gd name="connsiteX14" fmla="*/ 100012 w 152628"/>
              <a:gd name="connsiteY14" fmla="*/ 128587 h 463550"/>
              <a:gd name="connsiteX15" fmla="*/ 103187 w 152628"/>
              <a:gd name="connsiteY15" fmla="*/ 133350 h 463550"/>
              <a:gd name="connsiteX16" fmla="*/ 107950 w 152628"/>
              <a:gd name="connsiteY16" fmla="*/ 138112 h 463550"/>
              <a:gd name="connsiteX17" fmla="*/ 120650 w 152628"/>
              <a:gd name="connsiteY17" fmla="*/ 158750 h 463550"/>
              <a:gd name="connsiteX18" fmla="*/ 127000 w 152628"/>
              <a:gd name="connsiteY18" fmla="*/ 176212 h 463550"/>
              <a:gd name="connsiteX19" fmla="*/ 130175 w 152628"/>
              <a:gd name="connsiteY19" fmla="*/ 180975 h 463550"/>
              <a:gd name="connsiteX20" fmla="*/ 133350 w 152628"/>
              <a:gd name="connsiteY20" fmla="*/ 195262 h 463550"/>
              <a:gd name="connsiteX21" fmla="*/ 136525 w 152628"/>
              <a:gd name="connsiteY21" fmla="*/ 206375 h 463550"/>
              <a:gd name="connsiteX22" fmla="*/ 139700 w 152628"/>
              <a:gd name="connsiteY22" fmla="*/ 211137 h 463550"/>
              <a:gd name="connsiteX23" fmla="*/ 142875 w 152628"/>
              <a:gd name="connsiteY23" fmla="*/ 223837 h 463550"/>
              <a:gd name="connsiteX24" fmla="*/ 144462 w 152628"/>
              <a:gd name="connsiteY24" fmla="*/ 228600 h 463550"/>
              <a:gd name="connsiteX25" fmla="*/ 146050 w 152628"/>
              <a:gd name="connsiteY25" fmla="*/ 236537 h 463550"/>
              <a:gd name="connsiteX26" fmla="*/ 149225 w 152628"/>
              <a:gd name="connsiteY26" fmla="*/ 246062 h 463550"/>
              <a:gd name="connsiteX27" fmla="*/ 150812 w 152628"/>
              <a:gd name="connsiteY27" fmla="*/ 258762 h 463550"/>
              <a:gd name="connsiteX28" fmla="*/ 152400 w 152628"/>
              <a:gd name="connsiteY28" fmla="*/ 265112 h 463550"/>
              <a:gd name="connsiteX29" fmla="*/ 152400 w 152628"/>
              <a:gd name="connsiteY29" fmla="*/ 463550 h 46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52628" h="463550">
                <a:moveTo>
                  <a:pt x="0" y="0"/>
                </a:moveTo>
                <a:cubicBezTo>
                  <a:pt x="1006" y="7044"/>
                  <a:pt x="1718" y="15630"/>
                  <a:pt x="4762" y="22225"/>
                </a:cubicBezTo>
                <a:cubicBezTo>
                  <a:pt x="6361" y="25690"/>
                  <a:pt x="7937" y="29633"/>
                  <a:pt x="11112" y="31750"/>
                </a:cubicBezTo>
                <a:lnTo>
                  <a:pt x="20637" y="38100"/>
                </a:lnTo>
                <a:cubicBezTo>
                  <a:pt x="21695" y="39687"/>
                  <a:pt x="22591" y="41396"/>
                  <a:pt x="23812" y="42862"/>
                </a:cubicBezTo>
                <a:cubicBezTo>
                  <a:pt x="30306" y="50654"/>
                  <a:pt x="27393" y="44464"/>
                  <a:pt x="33337" y="53975"/>
                </a:cubicBezTo>
                <a:cubicBezTo>
                  <a:pt x="34591" y="55982"/>
                  <a:pt x="34997" y="58507"/>
                  <a:pt x="36512" y="60325"/>
                </a:cubicBezTo>
                <a:cubicBezTo>
                  <a:pt x="37734" y="61791"/>
                  <a:pt x="39857" y="62224"/>
                  <a:pt x="41275" y="63500"/>
                </a:cubicBezTo>
                <a:cubicBezTo>
                  <a:pt x="45169" y="67004"/>
                  <a:pt x="48683" y="70908"/>
                  <a:pt x="52387" y="74612"/>
                </a:cubicBezTo>
                <a:lnTo>
                  <a:pt x="52387" y="74612"/>
                </a:lnTo>
                <a:cubicBezTo>
                  <a:pt x="57834" y="82782"/>
                  <a:pt x="58050" y="84455"/>
                  <a:pt x="65087" y="90487"/>
                </a:cubicBezTo>
                <a:cubicBezTo>
                  <a:pt x="73005" y="97274"/>
                  <a:pt x="66987" y="89528"/>
                  <a:pt x="74612" y="98425"/>
                </a:cubicBezTo>
                <a:cubicBezTo>
                  <a:pt x="89516" y="115813"/>
                  <a:pt x="64868" y="90268"/>
                  <a:pt x="88900" y="114300"/>
                </a:cubicBezTo>
                <a:cubicBezTo>
                  <a:pt x="90487" y="115887"/>
                  <a:pt x="92417" y="117194"/>
                  <a:pt x="93662" y="119062"/>
                </a:cubicBezTo>
                <a:lnTo>
                  <a:pt x="100012" y="128587"/>
                </a:lnTo>
                <a:cubicBezTo>
                  <a:pt x="101070" y="130175"/>
                  <a:pt x="101838" y="132001"/>
                  <a:pt x="103187" y="133350"/>
                </a:cubicBezTo>
                <a:cubicBezTo>
                  <a:pt x="104775" y="134937"/>
                  <a:pt x="106678" y="136262"/>
                  <a:pt x="107950" y="138112"/>
                </a:cubicBezTo>
                <a:cubicBezTo>
                  <a:pt x="112526" y="144768"/>
                  <a:pt x="120650" y="158750"/>
                  <a:pt x="120650" y="158750"/>
                </a:cubicBezTo>
                <a:cubicBezTo>
                  <a:pt x="122132" y="163197"/>
                  <a:pt x="124790" y="171793"/>
                  <a:pt x="127000" y="176212"/>
                </a:cubicBezTo>
                <a:cubicBezTo>
                  <a:pt x="127853" y="177919"/>
                  <a:pt x="129117" y="179387"/>
                  <a:pt x="130175" y="180975"/>
                </a:cubicBezTo>
                <a:cubicBezTo>
                  <a:pt x="133041" y="198177"/>
                  <a:pt x="130222" y="184314"/>
                  <a:pt x="133350" y="195262"/>
                </a:cubicBezTo>
                <a:cubicBezTo>
                  <a:pt x="134030" y="197642"/>
                  <a:pt x="135254" y="203833"/>
                  <a:pt x="136525" y="206375"/>
                </a:cubicBezTo>
                <a:cubicBezTo>
                  <a:pt x="137378" y="208081"/>
                  <a:pt x="138642" y="209550"/>
                  <a:pt x="139700" y="211137"/>
                </a:cubicBezTo>
                <a:cubicBezTo>
                  <a:pt x="140758" y="215370"/>
                  <a:pt x="141496" y="219697"/>
                  <a:pt x="142875" y="223837"/>
                </a:cubicBezTo>
                <a:cubicBezTo>
                  <a:pt x="143404" y="225425"/>
                  <a:pt x="144056" y="226976"/>
                  <a:pt x="144462" y="228600"/>
                </a:cubicBezTo>
                <a:cubicBezTo>
                  <a:pt x="145116" y="231218"/>
                  <a:pt x="145340" y="233934"/>
                  <a:pt x="146050" y="236537"/>
                </a:cubicBezTo>
                <a:cubicBezTo>
                  <a:pt x="146931" y="239766"/>
                  <a:pt x="149225" y="246062"/>
                  <a:pt x="149225" y="246062"/>
                </a:cubicBezTo>
                <a:cubicBezTo>
                  <a:pt x="149754" y="250295"/>
                  <a:pt x="150111" y="254554"/>
                  <a:pt x="150812" y="258762"/>
                </a:cubicBezTo>
                <a:cubicBezTo>
                  <a:pt x="151171" y="260914"/>
                  <a:pt x="152383" y="262930"/>
                  <a:pt x="152400" y="265112"/>
                </a:cubicBezTo>
                <a:cubicBezTo>
                  <a:pt x="152913" y="331256"/>
                  <a:pt x="152400" y="397404"/>
                  <a:pt x="152400" y="463550"/>
                </a:cubicBezTo>
              </a:path>
            </a:pathLst>
          </a:custGeom>
          <a:noFill/>
          <a:ln w="15875">
            <a:solidFill>
              <a:srgbClr val="EF8511"/>
            </a:solidFill>
            <a:prstDash val="sysDash"/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Freihandform 37"/>
          <p:cNvSpPr/>
          <p:nvPr/>
        </p:nvSpPr>
        <p:spPr>
          <a:xfrm>
            <a:off x="10032862" y="1765300"/>
            <a:ext cx="279421" cy="692150"/>
          </a:xfrm>
          <a:custGeom>
            <a:avLst/>
            <a:gdLst>
              <a:gd name="connsiteX0" fmla="*/ 163121 w 279421"/>
              <a:gd name="connsiteY0" fmla="*/ 0 h 692150"/>
              <a:gd name="connsiteX1" fmla="*/ 192755 w 279421"/>
              <a:gd name="connsiteY1" fmla="*/ 2117 h 692150"/>
              <a:gd name="connsiteX2" fmla="*/ 205455 w 279421"/>
              <a:gd name="connsiteY2" fmla="*/ 6350 h 692150"/>
              <a:gd name="connsiteX3" fmla="*/ 230855 w 279421"/>
              <a:gd name="connsiteY3" fmla="*/ 12700 h 692150"/>
              <a:gd name="connsiteX4" fmla="*/ 237205 w 279421"/>
              <a:gd name="connsiteY4" fmla="*/ 16933 h 692150"/>
              <a:gd name="connsiteX5" fmla="*/ 241438 w 279421"/>
              <a:gd name="connsiteY5" fmla="*/ 21167 h 692150"/>
              <a:gd name="connsiteX6" fmla="*/ 247788 w 279421"/>
              <a:gd name="connsiteY6" fmla="*/ 23283 h 692150"/>
              <a:gd name="connsiteX7" fmla="*/ 258371 w 279421"/>
              <a:gd name="connsiteY7" fmla="*/ 31750 h 692150"/>
              <a:gd name="connsiteX8" fmla="*/ 264721 w 279421"/>
              <a:gd name="connsiteY8" fmla="*/ 33867 h 692150"/>
              <a:gd name="connsiteX9" fmla="*/ 266838 w 279421"/>
              <a:gd name="connsiteY9" fmla="*/ 40217 h 692150"/>
              <a:gd name="connsiteX10" fmla="*/ 275305 w 279421"/>
              <a:gd name="connsiteY10" fmla="*/ 52917 h 692150"/>
              <a:gd name="connsiteX11" fmla="*/ 275305 w 279421"/>
              <a:gd name="connsiteY11" fmla="*/ 124883 h 692150"/>
              <a:gd name="connsiteX12" fmla="*/ 268955 w 279421"/>
              <a:gd name="connsiteY12" fmla="*/ 137583 h 692150"/>
              <a:gd name="connsiteX13" fmla="*/ 264721 w 279421"/>
              <a:gd name="connsiteY13" fmla="*/ 150283 h 692150"/>
              <a:gd name="connsiteX14" fmla="*/ 260488 w 279421"/>
              <a:gd name="connsiteY14" fmla="*/ 169333 h 692150"/>
              <a:gd name="connsiteX15" fmla="*/ 256255 w 279421"/>
              <a:gd name="connsiteY15" fmla="*/ 175683 h 692150"/>
              <a:gd name="connsiteX16" fmla="*/ 254138 w 279421"/>
              <a:gd name="connsiteY16" fmla="*/ 186267 h 692150"/>
              <a:gd name="connsiteX17" fmla="*/ 245671 w 279421"/>
              <a:gd name="connsiteY17" fmla="*/ 196850 h 692150"/>
              <a:gd name="connsiteX18" fmla="*/ 232971 w 279421"/>
              <a:gd name="connsiteY18" fmla="*/ 205317 h 692150"/>
              <a:gd name="connsiteX19" fmla="*/ 220271 w 279421"/>
              <a:gd name="connsiteY19" fmla="*/ 209550 h 692150"/>
              <a:gd name="connsiteX20" fmla="*/ 213921 w 279421"/>
              <a:gd name="connsiteY20" fmla="*/ 211667 h 692150"/>
              <a:gd name="connsiteX21" fmla="*/ 201221 w 279421"/>
              <a:gd name="connsiteY21" fmla="*/ 213783 h 692150"/>
              <a:gd name="connsiteX22" fmla="*/ 190638 w 279421"/>
              <a:gd name="connsiteY22" fmla="*/ 215900 h 692150"/>
              <a:gd name="connsiteX23" fmla="*/ 173705 w 279421"/>
              <a:gd name="connsiteY23" fmla="*/ 218017 h 692150"/>
              <a:gd name="connsiteX24" fmla="*/ 163121 w 279421"/>
              <a:gd name="connsiteY24" fmla="*/ 220133 h 692150"/>
              <a:gd name="connsiteX25" fmla="*/ 148305 w 279421"/>
              <a:gd name="connsiteY25" fmla="*/ 222250 h 692150"/>
              <a:gd name="connsiteX26" fmla="*/ 135605 w 279421"/>
              <a:gd name="connsiteY26" fmla="*/ 224367 h 692150"/>
              <a:gd name="connsiteX27" fmla="*/ 129255 w 279421"/>
              <a:gd name="connsiteY27" fmla="*/ 228600 h 692150"/>
              <a:gd name="connsiteX28" fmla="*/ 108088 w 279421"/>
              <a:gd name="connsiteY28" fmla="*/ 234950 h 692150"/>
              <a:gd name="connsiteX29" fmla="*/ 84805 w 279421"/>
              <a:gd name="connsiteY29" fmla="*/ 241300 h 692150"/>
              <a:gd name="connsiteX30" fmla="*/ 74221 w 279421"/>
              <a:gd name="connsiteY30" fmla="*/ 247650 h 692150"/>
              <a:gd name="connsiteX31" fmla="*/ 63638 w 279421"/>
              <a:gd name="connsiteY31" fmla="*/ 256117 h 692150"/>
              <a:gd name="connsiteX32" fmla="*/ 57288 w 279421"/>
              <a:gd name="connsiteY32" fmla="*/ 260350 h 692150"/>
              <a:gd name="connsiteX33" fmla="*/ 53055 w 279421"/>
              <a:gd name="connsiteY33" fmla="*/ 266700 h 692150"/>
              <a:gd name="connsiteX34" fmla="*/ 44588 w 279421"/>
              <a:gd name="connsiteY34" fmla="*/ 277283 h 692150"/>
              <a:gd name="connsiteX35" fmla="*/ 38238 w 279421"/>
              <a:gd name="connsiteY35" fmla="*/ 289983 h 692150"/>
              <a:gd name="connsiteX36" fmla="*/ 34005 w 279421"/>
              <a:gd name="connsiteY36" fmla="*/ 304800 h 692150"/>
              <a:gd name="connsiteX37" fmla="*/ 29771 w 279421"/>
              <a:gd name="connsiteY37" fmla="*/ 311150 h 692150"/>
              <a:gd name="connsiteX38" fmla="*/ 23421 w 279421"/>
              <a:gd name="connsiteY38" fmla="*/ 330200 h 692150"/>
              <a:gd name="connsiteX39" fmla="*/ 21305 w 279421"/>
              <a:gd name="connsiteY39" fmla="*/ 336550 h 692150"/>
              <a:gd name="connsiteX40" fmla="*/ 17071 w 279421"/>
              <a:gd name="connsiteY40" fmla="*/ 342900 h 692150"/>
              <a:gd name="connsiteX41" fmla="*/ 12838 w 279421"/>
              <a:gd name="connsiteY41" fmla="*/ 359833 h 692150"/>
              <a:gd name="connsiteX42" fmla="*/ 10721 w 279421"/>
              <a:gd name="connsiteY42" fmla="*/ 381000 h 692150"/>
              <a:gd name="connsiteX43" fmla="*/ 6488 w 279421"/>
              <a:gd name="connsiteY43" fmla="*/ 425450 h 692150"/>
              <a:gd name="connsiteX44" fmla="*/ 2255 w 279421"/>
              <a:gd name="connsiteY44" fmla="*/ 563033 h 692150"/>
              <a:gd name="connsiteX45" fmla="*/ 138 w 279421"/>
              <a:gd name="connsiteY45" fmla="*/ 635000 h 692150"/>
              <a:gd name="connsiteX46" fmla="*/ 138 w 279421"/>
              <a:gd name="connsiteY46" fmla="*/ 692150 h 69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279421" h="692150">
                <a:moveTo>
                  <a:pt x="163121" y="0"/>
                </a:moveTo>
                <a:cubicBezTo>
                  <a:pt x="172999" y="706"/>
                  <a:pt x="182961" y="648"/>
                  <a:pt x="192755" y="2117"/>
                </a:cubicBezTo>
                <a:cubicBezTo>
                  <a:pt x="197168" y="2779"/>
                  <a:pt x="201053" y="5616"/>
                  <a:pt x="205455" y="6350"/>
                </a:cubicBezTo>
                <a:cubicBezTo>
                  <a:pt x="211802" y="7408"/>
                  <a:pt x="225265" y="8974"/>
                  <a:pt x="230855" y="12700"/>
                </a:cubicBezTo>
                <a:cubicBezTo>
                  <a:pt x="232972" y="14111"/>
                  <a:pt x="235219" y="15344"/>
                  <a:pt x="237205" y="16933"/>
                </a:cubicBezTo>
                <a:cubicBezTo>
                  <a:pt x="238763" y="18180"/>
                  <a:pt x="239727" y="20140"/>
                  <a:pt x="241438" y="21167"/>
                </a:cubicBezTo>
                <a:cubicBezTo>
                  <a:pt x="243351" y="22315"/>
                  <a:pt x="245671" y="22578"/>
                  <a:pt x="247788" y="23283"/>
                </a:cubicBezTo>
                <a:cubicBezTo>
                  <a:pt x="251726" y="27222"/>
                  <a:pt x="253029" y="29079"/>
                  <a:pt x="258371" y="31750"/>
                </a:cubicBezTo>
                <a:cubicBezTo>
                  <a:pt x="260367" y="32748"/>
                  <a:pt x="262604" y="33161"/>
                  <a:pt x="264721" y="33867"/>
                </a:cubicBezTo>
                <a:cubicBezTo>
                  <a:pt x="265427" y="35984"/>
                  <a:pt x="265754" y="38267"/>
                  <a:pt x="266838" y="40217"/>
                </a:cubicBezTo>
                <a:cubicBezTo>
                  <a:pt x="269309" y="44665"/>
                  <a:pt x="275305" y="52917"/>
                  <a:pt x="275305" y="52917"/>
                </a:cubicBezTo>
                <a:cubicBezTo>
                  <a:pt x="282356" y="81128"/>
                  <a:pt x="278976" y="64309"/>
                  <a:pt x="275305" y="124883"/>
                </a:cubicBezTo>
                <a:cubicBezTo>
                  <a:pt x="274899" y="131584"/>
                  <a:pt x="271558" y="131727"/>
                  <a:pt x="268955" y="137583"/>
                </a:cubicBezTo>
                <a:cubicBezTo>
                  <a:pt x="267143" y="141661"/>
                  <a:pt x="265596" y="145907"/>
                  <a:pt x="264721" y="150283"/>
                </a:cubicBezTo>
                <a:cubicBezTo>
                  <a:pt x="264343" y="152174"/>
                  <a:pt x="261612" y="166712"/>
                  <a:pt x="260488" y="169333"/>
                </a:cubicBezTo>
                <a:cubicBezTo>
                  <a:pt x="259486" y="171671"/>
                  <a:pt x="257666" y="173566"/>
                  <a:pt x="256255" y="175683"/>
                </a:cubicBezTo>
                <a:cubicBezTo>
                  <a:pt x="255549" y="179211"/>
                  <a:pt x="255401" y="182898"/>
                  <a:pt x="254138" y="186267"/>
                </a:cubicBezTo>
                <a:cubicBezTo>
                  <a:pt x="253050" y="189168"/>
                  <a:pt x="248368" y="194827"/>
                  <a:pt x="245671" y="196850"/>
                </a:cubicBezTo>
                <a:cubicBezTo>
                  <a:pt x="241601" y="199903"/>
                  <a:pt x="237798" y="203708"/>
                  <a:pt x="232971" y="205317"/>
                </a:cubicBezTo>
                <a:lnTo>
                  <a:pt x="220271" y="209550"/>
                </a:lnTo>
                <a:cubicBezTo>
                  <a:pt x="218154" y="210256"/>
                  <a:pt x="216122" y="211300"/>
                  <a:pt x="213921" y="211667"/>
                </a:cubicBezTo>
                <a:lnTo>
                  <a:pt x="201221" y="213783"/>
                </a:lnTo>
                <a:cubicBezTo>
                  <a:pt x="197681" y="214427"/>
                  <a:pt x="194194" y="215353"/>
                  <a:pt x="190638" y="215900"/>
                </a:cubicBezTo>
                <a:cubicBezTo>
                  <a:pt x="185016" y="216765"/>
                  <a:pt x="179327" y="217152"/>
                  <a:pt x="173705" y="218017"/>
                </a:cubicBezTo>
                <a:cubicBezTo>
                  <a:pt x="170149" y="218564"/>
                  <a:pt x="166670" y="219542"/>
                  <a:pt x="163121" y="220133"/>
                </a:cubicBezTo>
                <a:cubicBezTo>
                  <a:pt x="158200" y="220953"/>
                  <a:pt x="153236" y="221491"/>
                  <a:pt x="148305" y="222250"/>
                </a:cubicBezTo>
                <a:cubicBezTo>
                  <a:pt x="144063" y="222903"/>
                  <a:pt x="139838" y="223661"/>
                  <a:pt x="135605" y="224367"/>
                </a:cubicBezTo>
                <a:cubicBezTo>
                  <a:pt x="133488" y="225778"/>
                  <a:pt x="131593" y="227598"/>
                  <a:pt x="129255" y="228600"/>
                </a:cubicBezTo>
                <a:cubicBezTo>
                  <a:pt x="120975" y="232149"/>
                  <a:pt x="116622" y="229261"/>
                  <a:pt x="108088" y="234950"/>
                </a:cubicBezTo>
                <a:cubicBezTo>
                  <a:pt x="97005" y="242338"/>
                  <a:pt x="104262" y="238867"/>
                  <a:pt x="84805" y="241300"/>
                </a:cubicBezTo>
                <a:cubicBezTo>
                  <a:pt x="76535" y="249568"/>
                  <a:pt x="85212" y="242154"/>
                  <a:pt x="74221" y="247650"/>
                </a:cubicBezTo>
                <a:cubicBezTo>
                  <a:pt x="65529" y="251996"/>
                  <a:pt x="70204" y="250864"/>
                  <a:pt x="63638" y="256117"/>
                </a:cubicBezTo>
                <a:cubicBezTo>
                  <a:pt x="61652" y="257706"/>
                  <a:pt x="59405" y="258939"/>
                  <a:pt x="57288" y="260350"/>
                </a:cubicBezTo>
                <a:cubicBezTo>
                  <a:pt x="55877" y="262467"/>
                  <a:pt x="54644" y="264714"/>
                  <a:pt x="53055" y="266700"/>
                </a:cubicBezTo>
                <a:cubicBezTo>
                  <a:pt x="47802" y="273266"/>
                  <a:pt x="48934" y="268591"/>
                  <a:pt x="44588" y="277283"/>
                </a:cubicBezTo>
                <a:cubicBezTo>
                  <a:pt x="35825" y="294810"/>
                  <a:pt x="50369" y="271785"/>
                  <a:pt x="38238" y="289983"/>
                </a:cubicBezTo>
                <a:cubicBezTo>
                  <a:pt x="37561" y="292689"/>
                  <a:pt x="35521" y="301768"/>
                  <a:pt x="34005" y="304800"/>
                </a:cubicBezTo>
                <a:cubicBezTo>
                  <a:pt x="32867" y="307075"/>
                  <a:pt x="31182" y="309033"/>
                  <a:pt x="29771" y="311150"/>
                </a:cubicBezTo>
                <a:lnTo>
                  <a:pt x="23421" y="330200"/>
                </a:lnTo>
                <a:cubicBezTo>
                  <a:pt x="22716" y="332317"/>
                  <a:pt x="22543" y="334694"/>
                  <a:pt x="21305" y="336550"/>
                </a:cubicBezTo>
                <a:lnTo>
                  <a:pt x="17071" y="342900"/>
                </a:lnTo>
                <a:cubicBezTo>
                  <a:pt x="14698" y="350021"/>
                  <a:pt x="13973" y="351323"/>
                  <a:pt x="12838" y="359833"/>
                </a:cubicBezTo>
                <a:cubicBezTo>
                  <a:pt x="11901" y="366862"/>
                  <a:pt x="11549" y="373958"/>
                  <a:pt x="10721" y="381000"/>
                </a:cubicBezTo>
                <a:cubicBezTo>
                  <a:pt x="6247" y="419037"/>
                  <a:pt x="10863" y="364210"/>
                  <a:pt x="6488" y="425450"/>
                </a:cubicBezTo>
                <a:cubicBezTo>
                  <a:pt x="1482" y="600624"/>
                  <a:pt x="7152" y="406328"/>
                  <a:pt x="2255" y="563033"/>
                </a:cubicBezTo>
                <a:cubicBezTo>
                  <a:pt x="1505" y="587021"/>
                  <a:pt x="531" y="611004"/>
                  <a:pt x="138" y="635000"/>
                </a:cubicBezTo>
                <a:cubicBezTo>
                  <a:pt x="-174" y="654047"/>
                  <a:pt x="138" y="673100"/>
                  <a:pt x="138" y="692150"/>
                </a:cubicBezTo>
              </a:path>
            </a:pathLst>
          </a:custGeom>
          <a:noFill/>
          <a:ln w="19050">
            <a:solidFill>
              <a:srgbClr val="EF8511"/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" name="Textfeld 89"/>
          <p:cNvSpPr txBox="1"/>
          <p:nvPr/>
        </p:nvSpPr>
        <p:spPr>
          <a:xfrm>
            <a:off x="9569957" y="2425682"/>
            <a:ext cx="12956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Überströmung in </a:t>
            </a:r>
            <a:br>
              <a:rPr lang="de-DE" sz="1200"/>
            </a:br>
            <a:r>
              <a:rPr lang="de-DE" sz="1200"/>
              <a:t>Heizungspuffer</a:t>
            </a:r>
            <a:endParaRPr lang="de-DE"/>
          </a:p>
        </p:txBody>
      </p:sp>
      <p:sp>
        <p:nvSpPr>
          <p:cNvPr id="41" name="Freihandform 40"/>
          <p:cNvSpPr/>
          <p:nvPr/>
        </p:nvSpPr>
        <p:spPr>
          <a:xfrm>
            <a:off x="5597525" y="2847975"/>
            <a:ext cx="1184275" cy="1933575"/>
          </a:xfrm>
          <a:custGeom>
            <a:avLst/>
            <a:gdLst>
              <a:gd name="connsiteX0" fmla="*/ 1165225 w 1184275"/>
              <a:gd name="connsiteY0" fmla="*/ 63500 h 1933575"/>
              <a:gd name="connsiteX1" fmla="*/ 1184275 w 1184275"/>
              <a:gd name="connsiteY1" fmla="*/ 1828800 h 1933575"/>
              <a:gd name="connsiteX2" fmla="*/ 952500 w 1184275"/>
              <a:gd name="connsiteY2" fmla="*/ 1892300 h 1933575"/>
              <a:gd name="connsiteX3" fmla="*/ 609600 w 1184275"/>
              <a:gd name="connsiteY3" fmla="*/ 1933575 h 1933575"/>
              <a:gd name="connsiteX4" fmla="*/ 266700 w 1184275"/>
              <a:gd name="connsiteY4" fmla="*/ 1895475 h 1933575"/>
              <a:gd name="connsiteX5" fmla="*/ 22225 w 1184275"/>
              <a:gd name="connsiteY5" fmla="*/ 1816100 h 1933575"/>
              <a:gd name="connsiteX6" fmla="*/ 0 w 1184275"/>
              <a:gd name="connsiteY6" fmla="*/ 0 h 1933575"/>
              <a:gd name="connsiteX7" fmla="*/ 133350 w 1184275"/>
              <a:gd name="connsiteY7" fmla="*/ 66675 h 1933575"/>
              <a:gd name="connsiteX8" fmla="*/ 349250 w 1184275"/>
              <a:gd name="connsiteY8" fmla="*/ 95250 h 1933575"/>
              <a:gd name="connsiteX9" fmla="*/ 644525 w 1184275"/>
              <a:gd name="connsiteY9" fmla="*/ 92075 h 1933575"/>
              <a:gd name="connsiteX10" fmla="*/ 825500 w 1184275"/>
              <a:gd name="connsiteY10" fmla="*/ 92075 h 1933575"/>
              <a:gd name="connsiteX11" fmla="*/ 1089025 w 1184275"/>
              <a:gd name="connsiteY11" fmla="*/ 63500 h 1933575"/>
              <a:gd name="connsiteX12" fmla="*/ 1165225 w 1184275"/>
              <a:gd name="connsiteY12" fmla="*/ 63500 h 1933575"/>
              <a:gd name="connsiteX0" fmla="*/ 1165225 w 1184275"/>
              <a:gd name="connsiteY0" fmla="*/ 44450 h 1933575"/>
              <a:gd name="connsiteX1" fmla="*/ 1184275 w 1184275"/>
              <a:gd name="connsiteY1" fmla="*/ 1828800 h 1933575"/>
              <a:gd name="connsiteX2" fmla="*/ 952500 w 1184275"/>
              <a:gd name="connsiteY2" fmla="*/ 1892300 h 1933575"/>
              <a:gd name="connsiteX3" fmla="*/ 609600 w 1184275"/>
              <a:gd name="connsiteY3" fmla="*/ 1933575 h 1933575"/>
              <a:gd name="connsiteX4" fmla="*/ 266700 w 1184275"/>
              <a:gd name="connsiteY4" fmla="*/ 1895475 h 1933575"/>
              <a:gd name="connsiteX5" fmla="*/ 22225 w 1184275"/>
              <a:gd name="connsiteY5" fmla="*/ 1816100 h 1933575"/>
              <a:gd name="connsiteX6" fmla="*/ 0 w 1184275"/>
              <a:gd name="connsiteY6" fmla="*/ 0 h 1933575"/>
              <a:gd name="connsiteX7" fmla="*/ 133350 w 1184275"/>
              <a:gd name="connsiteY7" fmla="*/ 66675 h 1933575"/>
              <a:gd name="connsiteX8" fmla="*/ 349250 w 1184275"/>
              <a:gd name="connsiteY8" fmla="*/ 95250 h 1933575"/>
              <a:gd name="connsiteX9" fmla="*/ 644525 w 1184275"/>
              <a:gd name="connsiteY9" fmla="*/ 92075 h 1933575"/>
              <a:gd name="connsiteX10" fmla="*/ 825500 w 1184275"/>
              <a:gd name="connsiteY10" fmla="*/ 92075 h 1933575"/>
              <a:gd name="connsiteX11" fmla="*/ 1089025 w 1184275"/>
              <a:gd name="connsiteY11" fmla="*/ 63500 h 1933575"/>
              <a:gd name="connsiteX12" fmla="*/ 1165225 w 1184275"/>
              <a:gd name="connsiteY12" fmla="*/ 44450 h 1933575"/>
              <a:gd name="connsiteX0" fmla="*/ 1165225 w 1184275"/>
              <a:gd name="connsiteY0" fmla="*/ 19050 h 1933575"/>
              <a:gd name="connsiteX1" fmla="*/ 1184275 w 1184275"/>
              <a:gd name="connsiteY1" fmla="*/ 1828800 h 1933575"/>
              <a:gd name="connsiteX2" fmla="*/ 952500 w 1184275"/>
              <a:gd name="connsiteY2" fmla="*/ 1892300 h 1933575"/>
              <a:gd name="connsiteX3" fmla="*/ 609600 w 1184275"/>
              <a:gd name="connsiteY3" fmla="*/ 1933575 h 1933575"/>
              <a:gd name="connsiteX4" fmla="*/ 266700 w 1184275"/>
              <a:gd name="connsiteY4" fmla="*/ 1895475 h 1933575"/>
              <a:gd name="connsiteX5" fmla="*/ 22225 w 1184275"/>
              <a:gd name="connsiteY5" fmla="*/ 1816100 h 1933575"/>
              <a:gd name="connsiteX6" fmla="*/ 0 w 1184275"/>
              <a:gd name="connsiteY6" fmla="*/ 0 h 1933575"/>
              <a:gd name="connsiteX7" fmla="*/ 133350 w 1184275"/>
              <a:gd name="connsiteY7" fmla="*/ 66675 h 1933575"/>
              <a:gd name="connsiteX8" fmla="*/ 349250 w 1184275"/>
              <a:gd name="connsiteY8" fmla="*/ 95250 h 1933575"/>
              <a:gd name="connsiteX9" fmla="*/ 644525 w 1184275"/>
              <a:gd name="connsiteY9" fmla="*/ 92075 h 1933575"/>
              <a:gd name="connsiteX10" fmla="*/ 825500 w 1184275"/>
              <a:gd name="connsiteY10" fmla="*/ 92075 h 1933575"/>
              <a:gd name="connsiteX11" fmla="*/ 1089025 w 1184275"/>
              <a:gd name="connsiteY11" fmla="*/ 63500 h 1933575"/>
              <a:gd name="connsiteX12" fmla="*/ 1165225 w 1184275"/>
              <a:gd name="connsiteY12" fmla="*/ 19050 h 1933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84275" h="1933575">
                <a:moveTo>
                  <a:pt x="1165225" y="19050"/>
                </a:moveTo>
                <a:lnTo>
                  <a:pt x="1184275" y="1828800"/>
                </a:lnTo>
                <a:lnTo>
                  <a:pt x="952500" y="1892300"/>
                </a:lnTo>
                <a:lnTo>
                  <a:pt x="609600" y="1933575"/>
                </a:lnTo>
                <a:lnTo>
                  <a:pt x="266700" y="1895475"/>
                </a:lnTo>
                <a:lnTo>
                  <a:pt x="22225" y="1816100"/>
                </a:lnTo>
                <a:lnTo>
                  <a:pt x="0" y="0"/>
                </a:lnTo>
                <a:lnTo>
                  <a:pt x="133350" y="66675"/>
                </a:lnTo>
                <a:lnTo>
                  <a:pt x="349250" y="95250"/>
                </a:lnTo>
                <a:lnTo>
                  <a:pt x="644525" y="92075"/>
                </a:lnTo>
                <a:lnTo>
                  <a:pt x="825500" y="92075"/>
                </a:lnTo>
                <a:lnTo>
                  <a:pt x="1089025" y="63500"/>
                </a:lnTo>
                <a:lnTo>
                  <a:pt x="1165225" y="19050"/>
                </a:lnTo>
                <a:close/>
              </a:path>
            </a:pathLst>
          </a:custGeom>
          <a:solidFill>
            <a:srgbClr val="EF8511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3594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3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animClr clrSpc="rgb" dir="cw">
                                      <p:cBhvr>
                                        <p:cTn id="7" dur="3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8" dur="3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3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3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7" presetClass="emph" presetSubtype="2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2104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4" dur="2104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6" dur="682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3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10" presetClass="entr" presetSubtype="0" repeatCount="200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0"/>
                            </p:stCondLst>
                            <p:childTnLst>
                              <p:par>
                                <p:cTn id="32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3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90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  <p:bldP spid="75" grpId="0" animBg="1"/>
      <p:bldP spid="125" grpId="0" animBg="1"/>
      <p:bldP spid="79" grpId="0"/>
      <p:bldP spid="33" grpId="0" animBg="1"/>
      <p:bldP spid="38" grpId="0" animBg="1"/>
      <p:bldP spid="4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feld 80"/>
          <p:cNvSpPr txBox="1"/>
          <p:nvPr/>
        </p:nvSpPr>
        <p:spPr>
          <a:xfrm>
            <a:off x="11214404" y="1561391"/>
            <a:ext cx="7054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>
                <a:solidFill>
                  <a:srgbClr val="FF0000"/>
                </a:solidFill>
              </a:rPr>
              <a:t>weniger</a:t>
            </a:r>
            <a:endParaRPr lang="de-DE">
              <a:solidFill>
                <a:srgbClr val="FF0000"/>
              </a:solidFill>
            </a:endParaRPr>
          </a:p>
        </p:txBody>
      </p:sp>
      <p:cxnSp>
        <p:nvCxnSpPr>
          <p:cNvPr id="39" name="Gerader Verbinder 38"/>
          <p:cNvCxnSpPr/>
          <p:nvPr/>
        </p:nvCxnSpPr>
        <p:spPr>
          <a:xfrm flipH="1">
            <a:off x="1505383" y="4234815"/>
            <a:ext cx="1421967" cy="0"/>
          </a:xfrm>
          <a:prstGeom prst="line">
            <a:avLst/>
          </a:prstGeom>
          <a:ln w="38100" cap="rnd">
            <a:solidFill>
              <a:schemeClr val="accent2"/>
            </a:solidFill>
            <a:round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el 2">
            <a:extLst>
              <a:ext uri="{FF2B5EF4-FFF2-40B4-BE49-F238E27FC236}">
                <a16:creationId xmlns:a16="http://schemas.microsoft.com/office/drawing/2014/main" id="{95717E49-CC3C-4A81-B738-CEBBF274A0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/>
              <a:t>Heizbetrieb – Übergang Herbst/Frühling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6B47841B-FE12-4FC7-95F5-3C7C4723C5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>
                <a:solidFill>
                  <a:srgbClr val="009999"/>
                </a:solidFill>
              </a:rPr>
              <a:t>Wie funktioniert die „Beladeweiche“?</a:t>
            </a:r>
          </a:p>
        </p:txBody>
      </p:sp>
      <p:grpSp>
        <p:nvGrpSpPr>
          <p:cNvPr id="10" name="Gruppieren 9"/>
          <p:cNvGrpSpPr/>
          <p:nvPr/>
        </p:nvGrpSpPr>
        <p:grpSpPr>
          <a:xfrm>
            <a:off x="4941805" y="535123"/>
            <a:ext cx="2193220" cy="4803333"/>
            <a:chOff x="4936566" y="500822"/>
            <a:chExt cx="2193220" cy="4803333"/>
          </a:xfrm>
        </p:grpSpPr>
        <p:pic>
          <p:nvPicPr>
            <p:cNvPr id="7" name="Grafik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36566" y="500822"/>
              <a:ext cx="2193220" cy="4803333"/>
            </a:xfrm>
            <a:prstGeom prst="rect">
              <a:avLst/>
            </a:prstGeom>
          </p:spPr>
        </p:pic>
        <p:sp>
          <p:nvSpPr>
            <p:cNvPr id="8" name="Rechteck 7"/>
            <p:cNvSpPr/>
            <p:nvPr/>
          </p:nvSpPr>
          <p:spPr>
            <a:xfrm>
              <a:off x="5880100" y="2570163"/>
              <a:ext cx="57150" cy="263525"/>
            </a:xfrm>
            <a:prstGeom prst="rect">
              <a:avLst/>
            </a:prstGeom>
            <a:solidFill>
              <a:srgbClr val="FEFF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Rechteck 8"/>
            <p:cNvSpPr/>
            <p:nvPr/>
          </p:nvSpPr>
          <p:spPr>
            <a:xfrm>
              <a:off x="6054725" y="2587626"/>
              <a:ext cx="57150" cy="263525"/>
            </a:xfrm>
            <a:prstGeom prst="rect">
              <a:avLst/>
            </a:prstGeom>
            <a:solidFill>
              <a:srgbClr val="FEFF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14" name="Gerader Verbinder 13"/>
          <p:cNvCxnSpPr/>
          <p:nvPr/>
        </p:nvCxnSpPr>
        <p:spPr>
          <a:xfrm flipH="1">
            <a:off x="1559871" y="3952240"/>
            <a:ext cx="4241489" cy="25700"/>
          </a:xfrm>
          <a:prstGeom prst="line">
            <a:avLst/>
          </a:prstGeom>
          <a:ln w="381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/>
          <p:cNvCxnSpPr/>
          <p:nvPr/>
        </p:nvCxnSpPr>
        <p:spPr>
          <a:xfrm flipV="1">
            <a:off x="5801360" y="2937466"/>
            <a:ext cx="0" cy="1014775"/>
          </a:xfrm>
          <a:prstGeom prst="line">
            <a:avLst/>
          </a:prstGeom>
          <a:ln w="38100" cap="rnd">
            <a:solidFill>
              <a:schemeClr val="accent2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/>
          <p:cNvCxnSpPr>
            <a:endCxn id="43" idx="3"/>
          </p:cNvCxnSpPr>
          <p:nvPr/>
        </p:nvCxnSpPr>
        <p:spPr>
          <a:xfrm flipH="1">
            <a:off x="3165184" y="4203055"/>
            <a:ext cx="2917405" cy="35270"/>
          </a:xfrm>
          <a:prstGeom prst="line">
            <a:avLst/>
          </a:prstGeom>
          <a:ln w="38100" cap="rnd">
            <a:solidFill>
              <a:schemeClr val="tx1">
                <a:lumMod val="60000"/>
                <a:lumOff val="40000"/>
              </a:schemeClr>
            </a:solidFill>
            <a:round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/>
          <p:cNvCxnSpPr/>
          <p:nvPr/>
        </p:nvCxnSpPr>
        <p:spPr>
          <a:xfrm flipH="1">
            <a:off x="3025775" y="5564717"/>
            <a:ext cx="2894542" cy="7353"/>
          </a:xfrm>
          <a:prstGeom prst="line">
            <a:avLst/>
          </a:prstGeom>
          <a:ln w="38100" cap="rnd">
            <a:solidFill>
              <a:schemeClr val="accent2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/>
          <p:cNvCxnSpPr/>
          <p:nvPr/>
        </p:nvCxnSpPr>
        <p:spPr>
          <a:xfrm>
            <a:off x="5937250" y="5068643"/>
            <a:ext cx="0" cy="486732"/>
          </a:xfrm>
          <a:prstGeom prst="line">
            <a:avLst/>
          </a:prstGeom>
          <a:ln w="38100" cap="rnd">
            <a:solidFill>
              <a:srgbClr val="0070C0"/>
            </a:solidFill>
            <a:round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/>
          <p:cNvCxnSpPr/>
          <p:nvPr/>
        </p:nvCxnSpPr>
        <p:spPr>
          <a:xfrm flipH="1">
            <a:off x="5920318" y="5563043"/>
            <a:ext cx="4397586" cy="1674"/>
          </a:xfrm>
          <a:prstGeom prst="line">
            <a:avLst/>
          </a:prstGeom>
          <a:ln w="38100" cap="rnd">
            <a:solidFill>
              <a:srgbClr val="0070C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uppieren 34"/>
          <p:cNvGrpSpPr/>
          <p:nvPr/>
        </p:nvGrpSpPr>
        <p:grpSpPr>
          <a:xfrm rot="16200000">
            <a:off x="2195785" y="4125289"/>
            <a:ext cx="216000" cy="219053"/>
            <a:chOff x="4986923" y="3839290"/>
            <a:chExt cx="360000" cy="360000"/>
          </a:xfrm>
        </p:grpSpPr>
        <p:sp>
          <p:nvSpPr>
            <p:cNvPr id="36" name="Ellipse 35"/>
            <p:cNvSpPr/>
            <p:nvPr/>
          </p:nvSpPr>
          <p:spPr bwMode="auto">
            <a:xfrm flipH="1">
              <a:off x="4986923" y="3839290"/>
              <a:ext cx="360000" cy="3600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  <p:sp>
          <p:nvSpPr>
            <p:cNvPr id="37" name="Gleichschenkliges Dreieck 36"/>
            <p:cNvSpPr/>
            <p:nvPr/>
          </p:nvSpPr>
          <p:spPr bwMode="auto">
            <a:xfrm flipH="1">
              <a:off x="5022887" y="3839290"/>
              <a:ext cx="288032" cy="270030"/>
            </a:xfrm>
            <a:prstGeom prst="triangl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</p:grpSp>
      <p:cxnSp>
        <p:nvCxnSpPr>
          <p:cNvPr id="49" name="Gerader Verbinder 48"/>
          <p:cNvCxnSpPr>
            <a:stCxn id="45" idx="3"/>
          </p:cNvCxnSpPr>
          <p:nvPr/>
        </p:nvCxnSpPr>
        <p:spPr>
          <a:xfrm flipH="1">
            <a:off x="3025775" y="4366576"/>
            <a:ext cx="16667" cy="1205494"/>
          </a:xfrm>
          <a:prstGeom prst="line">
            <a:avLst/>
          </a:prstGeom>
          <a:ln w="38100" cap="rnd">
            <a:solidFill>
              <a:schemeClr val="accent2"/>
            </a:solidFill>
            <a:round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uppieren 41"/>
          <p:cNvGrpSpPr/>
          <p:nvPr/>
        </p:nvGrpSpPr>
        <p:grpSpPr>
          <a:xfrm rot="16200000">
            <a:off x="2944365" y="4145757"/>
            <a:ext cx="192384" cy="249254"/>
            <a:chOff x="4265896" y="4280458"/>
            <a:chExt cx="270010" cy="354676"/>
          </a:xfrm>
        </p:grpSpPr>
        <p:sp>
          <p:nvSpPr>
            <p:cNvPr id="43" name="Gleichschenkliges Dreieck 42"/>
            <p:cNvSpPr/>
            <p:nvPr/>
          </p:nvSpPr>
          <p:spPr bwMode="auto">
            <a:xfrm flipH="1">
              <a:off x="4355886" y="4455114"/>
              <a:ext cx="180020" cy="180020"/>
            </a:xfrm>
            <a:prstGeom prst="triangl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  <p:sp>
          <p:nvSpPr>
            <p:cNvPr id="44" name="Gleichschenkliges Dreieck 43"/>
            <p:cNvSpPr/>
            <p:nvPr/>
          </p:nvSpPr>
          <p:spPr bwMode="auto">
            <a:xfrm rot="10800000" flipH="1">
              <a:off x="4355886" y="4280458"/>
              <a:ext cx="180020" cy="180020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  <p:sp>
          <p:nvSpPr>
            <p:cNvPr id="45" name="Gleichschenkliges Dreieck 44"/>
            <p:cNvSpPr/>
            <p:nvPr/>
          </p:nvSpPr>
          <p:spPr bwMode="auto">
            <a:xfrm rot="5400000" flipH="1">
              <a:off x="4265896" y="4370468"/>
              <a:ext cx="180020" cy="180020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</p:grpSp>
      <p:cxnSp>
        <p:nvCxnSpPr>
          <p:cNvPr id="54" name="Gerader Verbinder 53"/>
          <p:cNvCxnSpPr/>
          <p:nvPr/>
        </p:nvCxnSpPr>
        <p:spPr>
          <a:xfrm>
            <a:off x="6287368" y="4541520"/>
            <a:ext cx="4030536" cy="4022"/>
          </a:xfrm>
          <a:prstGeom prst="line">
            <a:avLst/>
          </a:prstGeom>
          <a:ln w="38100" cap="rnd">
            <a:solidFill>
              <a:srgbClr val="EF8511"/>
            </a:solidFill>
            <a:round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uppieren 56"/>
          <p:cNvGrpSpPr/>
          <p:nvPr/>
        </p:nvGrpSpPr>
        <p:grpSpPr>
          <a:xfrm rot="5400000">
            <a:off x="8683641" y="4426914"/>
            <a:ext cx="216000" cy="219053"/>
            <a:chOff x="4986923" y="3839290"/>
            <a:chExt cx="360000" cy="360000"/>
          </a:xfrm>
        </p:grpSpPr>
        <p:sp>
          <p:nvSpPr>
            <p:cNvPr id="58" name="Ellipse 57"/>
            <p:cNvSpPr/>
            <p:nvPr/>
          </p:nvSpPr>
          <p:spPr bwMode="auto">
            <a:xfrm flipH="1">
              <a:off x="4986923" y="3839290"/>
              <a:ext cx="360000" cy="3600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  <p:sp>
          <p:nvSpPr>
            <p:cNvPr id="59" name="Gleichschenkliges Dreieck 58"/>
            <p:cNvSpPr/>
            <p:nvPr/>
          </p:nvSpPr>
          <p:spPr bwMode="auto">
            <a:xfrm flipH="1">
              <a:off x="5022887" y="3839290"/>
              <a:ext cx="288032" cy="270030"/>
            </a:xfrm>
            <a:prstGeom prst="triangl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</p:grpSp>
      <p:cxnSp>
        <p:nvCxnSpPr>
          <p:cNvPr id="60" name="Gerader Verbinder 59"/>
          <p:cNvCxnSpPr/>
          <p:nvPr/>
        </p:nvCxnSpPr>
        <p:spPr>
          <a:xfrm flipV="1">
            <a:off x="10317905" y="4534995"/>
            <a:ext cx="0" cy="341630"/>
          </a:xfrm>
          <a:prstGeom prst="line">
            <a:avLst/>
          </a:prstGeom>
          <a:ln w="38100" cap="rnd">
            <a:solidFill>
              <a:srgbClr val="EF8511"/>
            </a:solidFill>
            <a:round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Gerader Verbinder 79"/>
          <p:cNvCxnSpPr>
            <a:endCxn id="75" idx="0"/>
          </p:cNvCxnSpPr>
          <p:nvPr/>
        </p:nvCxnSpPr>
        <p:spPr>
          <a:xfrm flipV="1">
            <a:off x="10317904" y="5269689"/>
            <a:ext cx="1" cy="264188"/>
          </a:xfrm>
          <a:prstGeom prst="line">
            <a:avLst/>
          </a:prstGeom>
          <a:ln w="38100" cap="rnd">
            <a:solidFill>
              <a:srgbClr val="0070C0"/>
            </a:solidFill>
            <a:round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Ellipse 74"/>
          <p:cNvSpPr/>
          <p:nvPr/>
        </p:nvSpPr>
        <p:spPr bwMode="auto">
          <a:xfrm rot="10800000" flipH="1">
            <a:off x="10139854" y="4872261"/>
            <a:ext cx="356099" cy="383493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cs typeface="Arial" charset="0"/>
            </a:endParaRPr>
          </a:p>
        </p:txBody>
      </p:sp>
      <p:sp>
        <p:nvSpPr>
          <p:cNvPr id="76" name="Ellipse 75"/>
          <p:cNvSpPr/>
          <p:nvPr/>
        </p:nvSpPr>
        <p:spPr bwMode="auto">
          <a:xfrm rot="10800000" flipH="1">
            <a:off x="10199959" y="4929172"/>
            <a:ext cx="235891" cy="2699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cs typeface="Arial" charset="0"/>
            </a:endParaRPr>
          </a:p>
        </p:txBody>
      </p:sp>
      <p:sp>
        <p:nvSpPr>
          <p:cNvPr id="83" name="Textfeld 82"/>
          <p:cNvSpPr txBox="1"/>
          <p:nvPr/>
        </p:nvSpPr>
        <p:spPr>
          <a:xfrm>
            <a:off x="10435851" y="4943107"/>
            <a:ext cx="7666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Heizkreis</a:t>
            </a:r>
            <a:endParaRPr lang="de-DE"/>
          </a:p>
        </p:txBody>
      </p:sp>
      <p:sp>
        <p:nvSpPr>
          <p:cNvPr id="85" name="Textfeld 84"/>
          <p:cNvSpPr txBox="1"/>
          <p:nvPr/>
        </p:nvSpPr>
        <p:spPr>
          <a:xfrm>
            <a:off x="3955257" y="4656588"/>
            <a:ext cx="10105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Warmwasser</a:t>
            </a:r>
            <a:endParaRPr lang="de-DE"/>
          </a:p>
        </p:txBody>
      </p:sp>
      <p:cxnSp>
        <p:nvCxnSpPr>
          <p:cNvPr id="95" name="Gerader Verbinder 94"/>
          <p:cNvCxnSpPr/>
          <p:nvPr/>
        </p:nvCxnSpPr>
        <p:spPr>
          <a:xfrm flipH="1">
            <a:off x="3984548" y="4521508"/>
            <a:ext cx="1942055" cy="16696"/>
          </a:xfrm>
          <a:prstGeom prst="line">
            <a:avLst/>
          </a:prstGeom>
          <a:ln w="38100" cap="rnd">
            <a:solidFill>
              <a:schemeClr val="tx1">
                <a:lumMod val="60000"/>
                <a:lumOff val="40000"/>
              </a:schemeClr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Gerader Verbinder 96"/>
          <p:cNvCxnSpPr/>
          <p:nvPr/>
        </p:nvCxnSpPr>
        <p:spPr>
          <a:xfrm flipV="1">
            <a:off x="3984546" y="5057596"/>
            <a:ext cx="1517606" cy="5570"/>
          </a:xfrm>
          <a:prstGeom prst="line">
            <a:avLst/>
          </a:prstGeom>
          <a:ln w="38100" cap="rnd">
            <a:solidFill>
              <a:schemeClr val="tx1">
                <a:lumMod val="60000"/>
                <a:lumOff val="40000"/>
              </a:schemeClr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Gerader Verbinder 100"/>
          <p:cNvCxnSpPr/>
          <p:nvPr/>
        </p:nvCxnSpPr>
        <p:spPr>
          <a:xfrm>
            <a:off x="6265901" y="2937466"/>
            <a:ext cx="21467" cy="1584509"/>
          </a:xfrm>
          <a:prstGeom prst="line">
            <a:avLst/>
          </a:prstGeom>
          <a:ln w="38100" cap="rnd">
            <a:solidFill>
              <a:srgbClr val="EF8511"/>
            </a:solidFill>
            <a:round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Gerader Verbinder 105"/>
          <p:cNvCxnSpPr/>
          <p:nvPr/>
        </p:nvCxnSpPr>
        <p:spPr>
          <a:xfrm>
            <a:off x="5908231" y="838200"/>
            <a:ext cx="19667" cy="3224257"/>
          </a:xfrm>
          <a:prstGeom prst="line">
            <a:avLst/>
          </a:prstGeom>
          <a:ln w="38100" cap="rnd">
            <a:solidFill>
              <a:schemeClr val="tx1">
                <a:lumMod val="60000"/>
                <a:lumOff val="40000"/>
              </a:schemeClr>
            </a:solidFill>
            <a:round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Gerader Verbinder 109"/>
          <p:cNvCxnSpPr/>
          <p:nvPr/>
        </p:nvCxnSpPr>
        <p:spPr>
          <a:xfrm>
            <a:off x="6081878" y="2588716"/>
            <a:ext cx="711" cy="1614921"/>
          </a:xfrm>
          <a:prstGeom prst="line">
            <a:avLst/>
          </a:prstGeom>
          <a:ln w="38100" cap="rnd">
            <a:solidFill>
              <a:schemeClr val="tx1">
                <a:lumMod val="60000"/>
                <a:lumOff val="40000"/>
              </a:schemeClr>
            </a:solidFill>
            <a:round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Gerader Verbinder 112"/>
          <p:cNvCxnSpPr/>
          <p:nvPr/>
        </p:nvCxnSpPr>
        <p:spPr>
          <a:xfrm>
            <a:off x="5926603" y="4295451"/>
            <a:ext cx="1295" cy="221829"/>
          </a:xfrm>
          <a:prstGeom prst="line">
            <a:avLst/>
          </a:prstGeom>
          <a:ln w="38100" cap="rnd">
            <a:solidFill>
              <a:schemeClr val="tx1">
                <a:lumMod val="60000"/>
                <a:lumOff val="40000"/>
              </a:schemeClr>
            </a:solidFill>
            <a:round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" name="Gruppieren 86"/>
          <p:cNvGrpSpPr/>
          <p:nvPr/>
        </p:nvGrpSpPr>
        <p:grpSpPr>
          <a:xfrm rot="16200000">
            <a:off x="4327662" y="4420329"/>
            <a:ext cx="216000" cy="219053"/>
            <a:chOff x="4986923" y="3839290"/>
            <a:chExt cx="360000" cy="360000"/>
          </a:xfrm>
        </p:grpSpPr>
        <p:sp>
          <p:nvSpPr>
            <p:cNvPr id="88" name="Ellipse 87"/>
            <p:cNvSpPr/>
            <p:nvPr/>
          </p:nvSpPr>
          <p:spPr bwMode="auto">
            <a:xfrm flipH="1">
              <a:off x="4986923" y="3839290"/>
              <a:ext cx="360000" cy="3600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  <p:sp>
          <p:nvSpPr>
            <p:cNvPr id="89" name="Gleichschenkliges Dreieck 88"/>
            <p:cNvSpPr/>
            <p:nvPr/>
          </p:nvSpPr>
          <p:spPr bwMode="auto">
            <a:xfrm flipH="1">
              <a:off x="5022887" y="3839290"/>
              <a:ext cx="288032" cy="270030"/>
            </a:xfrm>
            <a:prstGeom prst="triangle">
              <a:avLst/>
            </a:prstGeom>
            <a:solidFill>
              <a:schemeClr val="tx1"/>
            </a:solidFill>
            <a:ln w="9525" cap="flat" cmpd="sng" algn="ctr">
              <a:solidFill>
                <a:schemeClr val="tx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</p:grpSp>
      <p:cxnSp>
        <p:nvCxnSpPr>
          <p:cNvPr id="121" name="Gerader Verbinder 120"/>
          <p:cNvCxnSpPr/>
          <p:nvPr/>
        </p:nvCxnSpPr>
        <p:spPr>
          <a:xfrm flipH="1">
            <a:off x="3384029" y="4545542"/>
            <a:ext cx="341763" cy="2074"/>
          </a:xfrm>
          <a:prstGeom prst="line">
            <a:avLst/>
          </a:prstGeom>
          <a:ln w="38100" cap="rnd">
            <a:solidFill>
              <a:schemeClr val="tx1">
                <a:lumMod val="60000"/>
                <a:lumOff val="40000"/>
              </a:schemeClr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Gerader Verbinder 123"/>
          <p:cNvCxnSpPr/>
          <p:nvPr/>
        </p:nvCxnSpPr>
        <p:spPr>
          <a:xfrm flipH="1">
            <a:off x="3374442" y="5066569"/>
            <a:ext cx="341763" cy="2074"/>
          </a:xfrm>
          <a:prstGeom prst="line">
            <a:avLst/>
          </a:prstGeom>
          <a:ln w="38100" cap="rnd">
            <a:solidFill>
              <a:schemeClr val="tx1">
                <a:lumMod val="60000"/>
                <a:lumOff val="40000"/>
              </a:schemeClr>
            </a:solidFill>
            <a:round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4" name="Gruppieren 93"/>
          <p:cNvGrpSpPr/>
          <p:nvPr/>
        </p:nvGrpSpPr>
        <p:grpSpPr>
          <a:xfrm>
            <a:off x="3725792" y="4456412"/>
            <a:ext cx="239580" cy="727701"/>
            <a:chOff x="3725792" y="4456412"/>
            <a:chExt cx="239580" cy="727701"/>
          </a:xfrm>
        </p:grpSpPr>
        <p:sp>
          <p:nvSpPr>
            <p:cNvPr id="86" name="Rechteck 85"/>
            <p:cNvSpPr/>
            <p:nvPr/>
          </p:nvSpPr>
          <p:spPr bwMode="auto">
            <a:xfrm>
              <a:off x="3725792" y="4456412"/>
              <a:ext cx="239579" cy="727701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  <p:cxnSp>
          <p:nvCxnSpPr>
            <p:cNvPr id="91" name="Gerader Verbinder 90"/>
            <p:cNvCxnSpPr/>
            <p:nvPr/>
          </p:nvCxnSpPr>
          <p:spPr>
            <a:xfrm flipH="1">
              <a:off x="3725792" y="4456412"/>
              <a:ext cx="239580" cy="72480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Rechteck 124"/>
          <p:cNvSpPr/>
          <p:nvPr/>
        </p:nvSpPr>
        <p:spPr bwMode="auto">
          <a:xfrm>
            <a:off x="379946" y="3688482"/>
            <a:ext cx="1135002" cy="892447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rPr>
              <a:t>Wärme-</a:t>
            </a:r>
            <a:br>
              <a: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rPr>
            </a:br>
            <a:r>
              <a: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rPr>
              <a:t>pumpe</a:t>
            </a:r>
          </a:p>
        </p:txBody>
      </p:sp>
      <p:pic>
        <p:nvPicPr>
          <p:cNvPr id="65" name="Grafik 6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3635" y="781907"/>
            <a:ext cx="1344506" cy="1578870"/>
          </a:xfrm>
          <a:prstGeom prst="rect">
            <a:avLst/>
          </a:prstGeom>
        </p:spPr>
      </p:pic>
      <p:sp>
        <p:nvSpPr>
          <p:cNvPr id="28" name="Ovale Legende 27"/>
          <p:cNvSpPr/>
          <p:nvPr/>
        </p:nvSpPr>
        <p:spPr>
          <a:xfrm>
            <a:off x="8555219" y="172956"/>
            <a:ext cx="3304153" cy="2877522"/>
          </a:xfrm>
          <a:prstGeom prst="wedgeEllipseCallout">
            <a:avLst>
              <a:gd name="adj1" fmla="val -109813"/>
              <a:gd name="adj2" fmla="val 3955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7" name="Gerader Verbinder 66"/>
          <p:cNvCxnSpPr/>
          <p:nvPr/>
        </p:nvCxnSpPr>
        <p:spPr>
          <a:xfrm>
            <a:off x="8971646" y="1354857"/>
            <a:ext cx="898251" cy="1"/>
          </a:xfrm>
          <a:prstGeom prst="line">
            <a:avLst/>
          </a:prstGeom>
          <a:ln w="38100" cap="rnd">
            <a:solidFill>
              <a:schemeClr val="accent2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r Verbinder 67"/>
          <p:cNvCxnSpPr/>
          <p:nvPr/>
        </p:nvCxnSpPr>
        <p:spPr>
          <a:xfrm>
            <a:off x="10419769" y="1391468"/>
            <a:ext cx="891728" cy="5399"/>
          </a:xfrm>
          <a:prstGeom prst="line">
            <a:avLst/>
          </a:prstGeom>
          <a:ln w="38100" cap="rnd">
            <a:solidFill>
              <a:srgbClr val="EF8511"/>
            </a:solidFill>
            <a:round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feld 73"/>
          <p:cNvSpPr txBox="1"/>
          <p:nvPr/>
        </p:nvSpPr>
        <p:spPr>
          <a:xfrm>
            <a:off x="8536007" y="1330559"/>
            <a:ext cx="9012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Ladepumpe</a:t>
            </a:r>
          </a:p>
          <a:p>
            <a:r>
              <a:rPr lang="de-DE" sz="1200"/>
              <a:t> drückt</a:t>
            </a:r>
            <a:endParaRPr lang="de-DE"/>
          </a:p>
        </p:txBody>
      </p:sp>
      <p:sp>
        <p:nvSpPr>
          <p:cNvPr id="77" name="Textfeld 76"/>
          <p:cNvSpPr txBox="1"/>
          <p:nvPr/>
        </p:nvSpPr>
        <p:spPr>
          <a:xfrm>
            <a:off x="10765985" y="1394071"/>
            <a:ext cx="1189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Heizkreispumpe</a:t>
            </a:r>
          </a:p>
          <a:p>
            <a:r>
              <a:rPr lang="de-DE" sz="1200"/>
              <a:t>zieht </a:t>
            </a:r>
            <a:endParaRPr lang="de-DE"/>
          </a:p>
        </p:txBody>
      </p:sp>
      <p:sp>
        <p:nvSpPr>
          <p:cNvPr id="78" name="Untertitel 3">
            <a:extLst>
              <a:ext uri="{FF2B5EF4-FFF2-40B4-BE49-F238E27FC236}">
                <a16:creationId xmlns:a16="http://schemas.microsoft.com/office/drawing/2014/main" id="{6B47841B-FE12-4FC7-95F5-3C7C4723C534}"/>
              </a:ext>
            </a:extLst>
          </p:cNvPr>
          <p:cNvSpPr txBox="1">
            <a:spLocks/>
          </p:cNvSpPr>
          <p:nvPr/>
        </p:nvSpPr>
        <p:spPr>
          <a:xfrm>
            <a:off x="542693" y="2199687"/>
            <a:ext cx="3148202" cy="13697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rgbClr val="FF0000"/>
                </a:solidFill>
                <a:latin typeface="Lato Black" panose="020F0A02020204030203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Symbol" panose="05050102010706020507" pitchFamily="18" charset="2"/>
              <a:buChar char="Þ"/>
            </a:pPr>
            <a:r>
              <a:rPr lang="de-DE" sz="1400">
                <a:solidFill>
                  <a:schemeClr val="tx1"/>
                </a:solidFill>
              </a:rPr>
              <a:t>Heizungspuffer im Speicher verlängert Taktzeiten 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de-DE" sz="1400">
                <a:solidFill>
                  <a:schemeClr val="tx1"/>
                </a:solidFill>
              </a:rPr>
              <a:t>Die Vorlauftemperatur für die Heizkreise bleibt konstant. </a:t>
            </a:r>
            <a:br>
              <a:rPr lang="de-DE" sz="1400">
                <a:solidFill>
                  <a:schemeClr val="tx1"/>
                </a:solidFill>
              </a:rPr>
            </a:br>
            <a:r>
              <a:rPr lang="de-DE" sz="1400">
                <a:solidFill>
                  <a:schemeClr val="tx1"/>
                </a:solidFill>
              </a:rPr>
              <a:t>Stabile Raumtemperatur = Komfort und Energiesparen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>
              <a:solidFill>
                <a:schemeClr val="tx1"/>
              </a:solidFill>
            </a:endParaRPr>
          </a:p>
        </p:txBody>
      </p:sp>
      <p:sp>
        <p:nvSpPr>
          <p:cNvPr id="79" name="Untertitel 3">
            <a:extLst>
              <a:ext uri="{FF2B5EF4-FFF2-40B4-BE49-F238E27FC236}">
                <a16:creationId xmlns:a16="http://schemas.microsoft.com/office/drawing/2014/main" id="{6B47841B-FE12-4FC7-95F5-3C7C4723C534}"/>
              </a:ext>
            </a:extLst>
          </p:cNvPr>
          <p:cNvSpPr txBox="1">
            <a:spLocks/>
          </p:cNvSpPr>
          <p:nvPr/>
        </p:nvSpPr>
        <p:spPr>
          <a:xfrm>
            <a:off x="542693" y="765223"/>
            <a:ext cx="3350434" cy="10957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rgbClr val="FF0000"/>
                </a:solidFill>
                <a:latin typeface="Lato Black" panose="020F0A02020204030203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>
                <a:solidFill>
                  <a:schemeClr val="tx1"/>
                </a:solidFill>
              </a:rPr>
              <a:t>Übergang Frühling/Herbst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>
                <a:solidFill>
                  <a:schemeClr val="tx1"/>
                </a:solidFill>
              </a:rPr>
              <a:t>Milde Außentemperaturen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>
                <a:solidFill>
                  <a:schemeClr val="tx1"/>
                </a:solidFill>
              </a:rPr>
              <a:t> Heizlast &lt; minimale WP-Leistung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de-DE" sz="1400">
                <a:solidFill>
                  <a:schemeClr val="tx1"/>
                </a:solidFill>
              </a:rPr>
              <a:t>Wärmepumpe im Taktbetrieb</a:t>
            </a:r>
          </a:p>
        </p:txBody>
      </p:sp>
      <p:sp>
        <p:nvSpPr>
          <p:cNvPr id="41" name="Freihandform 40"/>
          <p:cNvSpPr/>
          <p:nvPr/>
        </p:nvSpPr>
        <p:spPr>
          <a:xfrm>
            <a:off x="5597525" y="2847975"/>
            <a:ext cx="1184275" cy="1933575"/>
          </a:xfrm>
          <a:custGeom>
            <a:avLst/>
            <a:gdLst>
              <a:gd name="connsiteX0" fmla="*/ 1165225 w 1184275"/>
              <a:gd name="connsiteY0" fmla="*/ 63500 h 1933575"/>
              <a:gd name="connsiteX1" fmla="*/ 1184275 w 1184275"/>
              <a:gd name="connsiteY1" fmla="*/ 1828800 h 1933575"/>
              <a:gd name="connsiteX2" fmla="*/ 952500 w 1184275"/>
              <a:gd name="connsiteY2" fmla="*/ 1892300 h 1933575"/>
              <a:gd name="connsiteX3" fmla="*/ 609600 w 1184275"/>
              <a:gd name="connsiteY3" fmla="*/ 1933575 h 1933575"/>
              <a:gd name="connsiteX4" fmla="*/ 266700 w 1184275"/>
              <a:gd name="connsiteY4" fmla="*/ 1895475 h 1933575"/>
              <a:gd name="connsiteX5" fmla="*/ 22225 w 1184275"/>
              <a:gd name="connsiteY5" fmla="*/ 1816100 h 1933575"/>
              <a:gd name="connsiteX6" fmla="*/ 0 w 1184275"/>
              <a:gd name="connsiteY6" fmla="*/ 0 h 1933575"/>
              <a:gd name="connsiteX7" fmla="*/ 133350 w 1184275"/>
              <a:gd name="connsiteY7" fmla="*/ 66675 h 1933575"/>
              <a:gd name="connsiteX8" fmla="*/ 349250 w 1184275"/>
              <a:gd name="connsiteY8" fmla="*/ 95250 h 1933575"/>
              <a:gd name="connsiteX9" fmla="*/ 644525 w 1184275"/>
              <a:gd name="connsiteY9" fmla="*/ 92075 h 1933575"/>
              <a:gd name="connsiteX10" fmla="*/ 825500 w 1184275"/>
              <a:gd name="connsiteY10" fmla="*/ 92075 h 1933575"/>
              <a:gd name="connsiteX11" fmla="*/ 1089025 w 1184275"/>
              <a:gd name="connsiteY11" fmla="*/ 63500 h 1933575"/>
              <a:gd name="connsiteX12" fmla="*/ 1165225 w 1184275"/>
              <a:gd name="connsiteY12" fmla="*/ 63500 h 1933575"/>
              <a:gd name="connsiteX0" fmla="*/ 1165225 w 1184275"/>
              <a:gd name="connsiteY0" fmla="*/ 44450 h 1933575"/>
              <a:gd name="connsiteX1" fmla="*/ 1184275 w 1184275"/>
              <a:gd name="connsiteY1" fmla="*/ 1828800 h 1933575"/>
              <a:gd name="connsiteX2" fmla="*/ 952500 w 1184275"/>
              <a:gd name="connsiteY2" fmla="*/ 1892300 h 1933575"/>
              <a:gd name="connsiteX3" fmla="*/ 609600 w 1184275"/>
              <a:gd name="connsiteY3" fmla="*/ 1933575 h 1933575"/>
              <a:gd name="connsiteX4" fmla="*/ 266700 w 1184275"/>
              <a:gd name="connsiteY4" fmla="*/ 1895475 h 1933575"/>
              <a:gd name="connsiteX5" fmla="*/ 22225 w 1184275"/>
              <a:gd name="connsiteY5" fmla="*/ 1816100 h 1933575"/>
              <a:gd name="connsiteX6" fmla="*/ 0 w 1184275"/>
              <a:gd name="connsiteY6" fmla="*/ 0 h 1933575"/>
              <a:gd name="connsiteX7" fmla="*/ 133350 w 1184275"/>
              <a:gd name="connsiteY7" fmla="*/ 66675 h 1933575"/>
              <a:gd name="connsiteX8" fmla="*/ 349250 w 1184275"/>
              <a:gd name="connsiteY8" fmla="*/ 95250 h 1933575"/>
              <a:gd name="connsiteX9" fmla="*/ 644525 w 1184275"/>
              <a:gd name="connsiteY9" fmla="*/ 92075 h 1933575"/>
              <a:gd name="connsiteX10" fmla="*/ 825500 w 1184275"/>
              <a:gd name="connsiteY10" fmla="*/ 92075 h 1933575"/>
              <a:gd name="connsiteX11" fmla="*/ 1089025 w 1184275"/>
              <a:gd name="connsiteY11" fmla="*/ 63500 h 1933575"/>
              <a:gd name="connsiteX12" fmla="*/ 1165225 w 1184275"/>
              <a:gd name="connsiteY12" fmla="*/ 44450 h 1933575"/>
              <a:gd name="connsiteX0" fmla="*/ 1165225 w 1184275"/>
              <a:gd name="connsiteY0" fmla="*/ 19050 h 1933575"/>
              <a:gd name="connsiteX1" fmla="*/ 1184275 w 1184275"/>
              <a:gd name="connsiteY1" fmla="*/ 1828800 h 1933575"/>
              <a:gd name="connsiteX2" fmla="*/ 952500 w 1184275"/>
              <a:gd name="connsiteY2" fmla="*/ 1892300 h 1933575"/>
              <a:gd name="connsiteX3" fmla="*/ 609600 w 1184275"/>
              <a:gd name="connsiteY3" fmla="*/ 1933575 h 1933575"/>
              <a:gd name="connsiteX4" fmla="*/ 266700 w 1184275"/>
              <a:gd name="connsiteY4" fmla="*/ 1895475 h 1933575"/>
              <a:gd name="connsiteX5" fmla="*/ 22225 w 1184275"/>
              <a:gd name="connsiteY5" fmla="*/ 1816100 h 1933575"/>
              <a:gd name="connsiteX6" fmla="*/ 0 w 1184275"/>
              <a:gd name="connsiteY6" fmla="*/ 0 h 1933575"/>
              <a:gd name="connsiteX7" fmla="*/ 133350 w 1184275"/>
              <a:gd name="connsiteY7" fmla="*/ 66675 h 1933575"/>
              <a:gd name="connsiteX8" fmla="*/ 349250 w 1184275"/>
              <a:gd name="connsiteY8" fmla="*/ 95250 h 1933575"/>
              <a:gd name="connsiteX9" fmla="*/ 644525 w 1184275"/>
              <a:gd name="connsiteY9" fmla="*/ 92075 h 1933575"/>
              <a:gd name="connsiteX10" fmla="*/ 825500 w 1184275"/>
              <a:gd name="connsiteY10" fmla="*/ 92075 h 1933575"/>
              <a:gd name="connsiteX11" fmla="*/ 1089025 w 1184275"/>
              <a:gd name="connsiteY11" fmla="*/ 63500 h 1933575"/>
              <a:gd name="connsiteX12" fmla="*/ 1165225 w 1184275"/>
              <a:gd name="connsiteY12" fmla="*/ 19050 h 1933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84275" h="1933575">
                <a:moveTo>
                  <a:pt x="1165225" y="19050"/>
                </a:moveTo>
                <a:lnTo>
                  <a:pt x="1184275" y="1828800"/>
                </a:lnTo>
                <a:lnTo>
                  <a:pt x="952500" y="1892300"/>
                </a:lnTo>
                <a:lnTo>
                  <a:pt x="609600" y="1933575"/>
                </a:lnTo>
                <a:lnTo>
                  <a:pt x="266700" y="1895475"/>
                </a:lnTo>
                <a:lnTo>
                  <a:pt x="22225" y="1816100"/>
                </a:lnTo>
                <a:lnTo>
                  <a:pt x="0" y="0"/>
                </a:lnTo>
                <a:lnTo>
                  <a:pt x="133350" y="66675"/>
                </a:lnTo>
                <a:lnTo>
                  <a:pt x="349250" y="95250"/>
                </a:lnTo>
                <a:lnTo>
                  <a:pt x="644525" y="92075"/>
                </a:lnTo>
                <a:lnTo>
                  <a:pt x="825500" y="92075"/>
                </a:lnTo>
                <a:lnTo>
                  <a:pt x="1089025" y="63500"/>
                </a:lnTo>
                <a:lnTo>
                  <a:pt x="1165225" y="19050"/>
                </a:lnTo>
                <a:close/>
              </a:path>
            </a:pathLst>
          </a:custGeom>
          <a:solidFill>
            <a:srgbClr val="EF8511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4" name="Gerader Verbinder 63"/>
          <p:cNvCxnSpPr/>
          <p:nvPr/>
        </p:nvCxnSpPr>
        <p:spPr>
          <a:xfrm flipH="1">
            <a:off x="5966906" y="5040010"/>
            <a:ext cx="14616" cy="493867"/>
          </a:xfrm>
          <a:prstGeom prst="line">
            <a:avLst/>
          </a:prstGeom>
          <a:ln w="38100" cap="rnd">
            <a:solidFill>
              <a:srgbClr val="0070C0"/>
            </a:solidFill>
            <a:round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feld 65"/>
          <p:cNvSpPr txBox="1"/>
          <p:nvPr/>
        </p:nvSpPr>
        <p:spPr>
          <a:xfrm>
            <a:off x="9399502" y="2459676"/>
            <a:ext cx="13870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Überströmung aus </a:t>
            </a:r>
            <a:br>
              <a:rPr lang="de-DE" sz="1200"/>
            </a:br>
            <a:r>
              <a:rPr lang="de-DE" sz="1200"/>
              <a:t>Heizungspuffer</a:t>
            </a:r>
            <a:endParaRPr lang="de-DE"/>
          </a:p>
        </p:txBody>
      </p:sp>
      <p:sp>
        <p:nvSpPr>
          <p:cNvPr id="5" name="Freihandform 4"/>
          <p:cNvSpPr/>
          <p:nvPr/>
        </p:nvSpPr>
        <p:spPr>
          <a:xfrm>
            <a:off x="10006489" y="1496294"/>
            <a:ext cx="413280" cy="878417"/>
          </a:xfrm>
          <a:custGeom>
            <a:avLst/>
            <a:gdLst>
              <a:gd name="connsiteX0" fmla="*/ 0 w 431800"/>
              <a:gd name="connsiteY0" fmla="*/ 880533 h 880533"/>
              <a:gd name="connsiteX1" fmla="*/ 4234 w 431800"/>
              <a:gd name="connsiteY1" fmla="*/ 529166 h 880533"/>
              <a:gd name="connsiteX2" fmla="*/ 12700 w 431800"/>
              <a:gd name="connsiteY2" fmla="*/ 516466 h 880533"/>
              <a:gd name="connsiteX3" fmla="*/ 38100 w 431800"/>
              <a:gd name="connsiteY3" fmla="*/ 491066 h 880533"/>
              <a:gd name="connsiteX4" fmla="*/ 131234 w 431800"/>
              <a:gd name="connsiteY4" fmla="*/ 478366 h 880533"/>
              <a:gd name="connsiteX5" fmla="*/ 152400 w 431800"/>
              <a:gd name="connsiteY5" fmla="*/ 474133 h 880533"/>
              <a:gd name="connsiteX6" fmla="*/ 169334 w 431800"/>
              <a:gd name="connsiteY6" fmla="*/ 469900 h 880533"/>
              <a:gd name="connsiteX7" fmla="*/ 207434 w 431800"/>
              <a:gd name="connsiteY7" fmla="*/ 465666 h 880533"/>
              <a:gd name="connsiteX8" fmla="*/ 232834 w 431800"/>
              <a:gd name="connsiteY8" fmla="*/ 461433 h 880533"/>
              <a:gd name="connsiteX9" fmla="*/ 241300 w 431800"/>
              <a:gd name="connsiteY9" fmla="*/ 368300 h 880533"/>
              <a:gd name="connsiteX10" fmla="*/ 245534 w 431800"/>
              <a:gd name="connsiteY10" fmla="*/ 347133 h 880533"/>
              <a:gd name="connsiteX11" fmla="*/ 249767 w 431800"/>
              <a:gd name="connsiteY11" fmla="*/ 296333 h 880533"/>
              <a:gd name="connsiteX12" fmla="*/ 254000 w 431800"/>
              <a:gd name="connsiteY12" fmla="*/ 283633 h 880533"/>
              <a:gd name="connsiteX13" fmla="*/ 270934 w 431800"/>
              <a:gd name="connsiteY13" fmla="*/ 241300 h 880533"/>
              <a:gd name="connsiteX14" fmla="*/ 283634 w 431800"/>
              <a:gd name="connsiteY14" fmla="*/ 237066 h 880533"/>
              <a:gd name="connsiteX15" fmla="*/ 309034 w 431800"/>
              <a:gd name="connsiteY15" fmla="*/ 211666 h 880533"/>
              <a:gd name="connsiteX16" fmla="*/ 334434 w 431800"/>
              <a:gd name="connsiteY16" fmla="*/ 203200 h 880533"/>
              <a:gd name="connsiteX17" fmla="*/ 359834 w 431800"/>
              <a:gd name="connsiteY17" fmla="*/ 186266 h 880533"/>
              <a:gd name="connsiteX18" fmla="*/ 385234 w 431800"/>
              <a:gd name="connsiteY18" fmla="*/ 165100 h 880533"/>
              <a:gd name="connsiteX19" fmla="*/ 410634 w 431800"/>
              <a:gd name="connsiteY19" fmla="*/ 143933 h 880533"/>
              <a:gd name="connsiteX20" fmla="*/ 427567 w 431800"/>
              <a:gd name="connsiteY20" fmla="*/ 105833 h 880533"/>
              <a:gd name="connsiteX21" fmla="*/ 431800 w 431800"/>
              <a:gd name="connsiteY21" fmla="*/ 93133 h 880533"/>
              <a:gd name="connsiteX22" fmla="*/ 427567 w 431800"/>
              <a:gd name="connsiteY22" fmla="*/ 46566 h 880533"/>
              <a:gd name="connsiteX23" fmla="*/ 414867 w 431800"/>
              <a:gd name="connsiteY23" fmla="*/ 16933 h 880533"/>
              <a:gd name="connsiteX24" fmla="*/ 402167 w 431800"/>
              <a:gd name="connsiteY24" fmla="*/ 8466 h 880533"/>
              <a:gd name="connsiteX25" fmla="*/ 393700 w 431800"/>
              <a:gd name="connsiteY25" fmla="*/ 0 h 880533"/>
              <a:gd name="connsiteX0" fmla="*/ 0 w 431800"/>
              <a:gd name="connsiteY0" fmla="*/ 880533 h 880533"/>
              <a:gd name="connsiteX1" fmla="*/ 12700 w 431800"/>
              <a:gd name="connsiteY1" fmla="*/ 516466 h 880533"/>
              <a:gd name="connsiteX2" fmla="*/ 38100 w 431800"/>
              <a:gd name="connsiteY2" fmla="*/ 491066 h 880533"/>
              <a:gd name="connsiteX3" fmla="*/ 131234 w 431800"/>
              <a:gd name="connsiteY3" fmla="*/ 478366 h 880533"/>
              <a:gd name="connsiteX4" fmla="*/ 152400 w 431800"/>
              <a:gd name="connsiteY4" fmla="*/ 474133 h 880533"/>
              <a:gd name="connsiteX5" fmla="*/ 169334 w 431800"/>
              <a:gd name="connsiteY5" fmla="*/ 469900 h 880533"/>
              <a:gd name="connsiteX6" fmla="*/ 207434 w 431800"/>
              <a:gd name="connsiteY6" fmla="*/ 465666 h 880533"/>
              <a:gd name="connsiteX7" fmla="*/ 232834 w 431800"/>
              <a:gd name="connsiteY7" fmla="*/ 461433 h 880533"/>
              <a:gd name="connsiteX8" fmla="*/ 241300 w 431800"/>
              <a:gd name="connsiteY8" fmla="*/ 368300 h 880533"/>
              <a:gd name="connsiteX9" fmla="*/ 245534 w 431800"/>
              <a:gd name="connsiteY9" fmla="*/ 347133 h 880533"/>
              <a:gd name="connsiteX10" fmla="*/ 249767 w 431800"/>
              <a:gd name="connsiteY10" fmla="*/ 296333 h 880533"/>
              <a:gd name="connsiteX11" fmla="*/ 254000 w 431800"/>
              <a:gd name="connsiteY11" fmla="*/ 283633 h 880533"/>
              <a:gd name="connsiteX12" fmla="*/ 270934 w 431800"/>
              <a:gd name="connsiteY12" fmla="*/ 241300 h 880533"/>
              <a:gd name="connsiteX13" fmla="*/ 283634 w 431800"/>
              <a:gd name="connsiteY13" fmla="*/ 237066 h 880533"/>
              <a:gd name="connsiteX14" fmla="*/ 309034 w 431800"/>
              <a:gd name="connsiteY14" fmla="*/ 211666 h 880533"/>
              <a:gd name="connsiteX15" fmla="*/ 334434 w 431800"/>
              <a:gd name="connsiteY15" fmla="*/ 203200 h 880533"/>
              <a:gd name="connsiteX16" fmla="*/ 359834 w 431800"/>
              <a:gd name="connsiteY16" fmla="*/ 186266 h 880533"/>
              <a:gd name="connsiteX17" fmla="*/ 385234 w 431800"/>
              <a:gd name="connsiteY17" fmla="*/ 165100 h 880533"/>
              <a:gd name="connsiteX18" fmla="*/ 410634 w 431800"/>
              <a:gd name="connsiteY18" fmla="*/ 143933 h 880533"/>
              <a:gd name="connsiteX19" fmla="*/ 427567 w 431800"/>
              <a:gd name="connsiteY19" fmla="*/ 105833 h 880533"/>
              <a:gd name="connsiteX20" fmla="*/ 431800 w 431800"/>
              <a:gd name="connsiteY20" fmla="*/ 93133 h 880533"/>
              <a:gd name="connsiteX21" fmla="*/ 427567 w 431800"/>
              <a:gd name="connsiteY21" fmla="*/ 46566 h 880533"/>
              <a:gd name="connsiteX22" fmla="*/ 414867 w 431800"/>
              <a:gd name="connsiteY22" fmla="*/ 16933 h 880533"/>
              <a:gd name="connsiteX23" fmla="*/ 402167 w 431800"/>
              <a:gd name="connsiteY23" fmla="*/ 8466 h 880533"/>
              <a:gd name="connsiteX24" fmla="*/ 393700 w 431800"/>
              <a:gd name="connsiteY24" fmla="*/ 0 h 880533"/>
              <a:gd name="connsiteX0" fmla="*/ 0 w 431800"/>
              <a:gd name="connsiteY0" fmla="*/ 880533 h 880533"/>
              <a:gd name="connsiteX1" fmla="*/ 16933 w 431800"/>
              <a:gd name="connsiteY1" fmla="*/ 588433 h 880533"/>
              <a:gd name="connsiteX2" fmla="*/ 38100 w 431800"/>
              <a:gd name="connsiteY2" fmla="*/ 491066 h 880533"/>
              <a:gd name="connsiteX3" fmla="*/ 131234 w 431800"/>
              <a:gd name="connsiteY3" fmla="*/ 478366 h 880533"/>
              <a:gd name="connsiteX4" fmla="*/ 152400 w 431800"/>
              <a:gd name="connsiteY4" fmla="*/ 474133 h 880533"/>
              <a:gd name="connsiteX5" fmla="*/ 169334 w 431800"/>
              <a:gd name="connsiteY5" fmla="*/ 469900 h 880533"/>
              <a:gd name="connsiteX6" fmla="*/ 207434 w 431800"/>
              <a:gd name="connsiteY6" fmla="*/ 465666 h 880533"/>
              <a:gd name="connsiteX7" fmla="*/ 232834 w 431800"/>
              <a:gd name="connsiteY7" fmla="*/ 461433 h 880533"/>
              <a:gd name="connsiteX8" fmla="*/ 241300 w 431800"/>
              <a:gd name="connsiteY8" fmla="*/ 368300 h 880533"/>
              <a:gd name="connsiteX9" fmla="*/ 245534 w 431800"/>
              <a:gd name="connsiteY9" fmla="*/ 347133 h 880533"/>
              <a:gd name="connsiteX10" fmla="*/ 249767 w 431800"/>
              <a:gd name="connsiteY10" fmla="*/ 296333 h 880533"/>
              <a:gd name="connsiteX11" fmla="*/ 254000 w 431800"/>
              <a:gd name="connsiteY11" fmla="*/ 283633 h 880533"/>
              <a:gd name="connsiteX12" fmla="*/ 270934 w 431800"/>
              <a:gd name="connsiteY12" fmla="*/ 241300 h 880533"/>
              <a:gd name="connsiteX13" fmla="*/ 283634 w 431800"/>
              <a:gd name="connsiteY13" fmla="*/ 237066 h 880533"/>
              <a:gd name="connsiteX14" fmla="*/ 309034 w 431800"/>
              <a:gd name="connsiteY14" fmla="*/ 211666 h 880533"/>
              <a:gd name="connsiteX15" fmla="*/ 334434 w 431800"/>
              <a:gd name="connsiteY15" fmla="*/ 203200 h 880533"/>
              <a:gd name="connsiteX16" fmla="*/ 359834 w 431800"/>
              <a:gd name="connsiteY16" fmla="*/ 186266 h 880533"/>
              <a:gd name="connsiteX17" fmla="*/ 385234 w 431800"/>
              <a:gd name="connsiteY17" fmla="*/ 165100 h 880533"/>
              <a:gd name="connsiteX18" fmla="*/ 410634 w 431800"/>
              <a:gd name="connsiteY18" fmla="*/ 143933 h 880533"/>
              <a:gd name="connsiteX19" fmla="*/ 427567 w 431800"/>
              <a:gd name="connsiteY19" fmla="*/ 105833 h 880533"/>
              <a:gd name="connsiteX20" fmla="*/ 431800 w 431800"/>
              <a:gd name="connsiteY20" fmla="*/ 93133 h 880533"/>
              <a:gd name="connsiteX21" fmla="*/ 427567 w 431800"/>
              <a:gd name="connsiteY21" fmla="*/ 46566 h 880533"/>
              <a:gd name="connsiteX22" fmla="*/ 414867 w 431800"/>
              <a:gd name="connsiteY22" fmla="*/ 16933 h 880533"/>
              <a:gd name="connsiteX23" fmla="*/ 402167 w 431800"/>
              <a:gd name="connsiteY23" fmla="*/ 8466 h 880533"/>
              <a:gd name="connsiteX24" fmla="*/ 393700 w 431800"/>
              <a:gd name="connsiteY24" fmla="*/ 0 h 880533"/>
              <a:gd name="connsiteX0" fmla="*/ 0 w 431800"/>
              <a:gd name="connsiteY0" fmla="*/ 880533 h 880533"/>
              <a:gd name="connsiteX1" fmla="*/ 16933 w 431800"/>
              <a:gd name="connsiteY1" fmla="*/ 588433 h 880533"/>
              <a:gd name="connsiteX2" fmla="*/ 59267 w 431800"/>
              <a:gd name="connsiteY2" fmla="*/ 491066 h 880533"/>
              <a:gd name="connsiteX3" fmla="*/ 131234 w 431800"/>
              <a:gd name="connsiteY3" fmla="*/ 478366 h 880533"/>
              <a:gd name="connsiteX4" fmla="*/ 152400 w 431800"/>
              <a:gd name="connsiteY4" fmla="*/ 474133 h 880533"/>
              <a:gd name="connsiteX5" fmla="*/ 169334 w 431800"/>
              <a:gd name="connsiteY5" fmla="*/ 469900 h 880533"/>
              <a:gd name="connsiteX6" fmla="*/ 207434 w 431800"/>
              <a:gd name="connsiteY6" fmla="*/ 465666 h 880533"/>
              <a:gd name="connsiteX7" fmla="*/ 232834 w 431800"/>
              <a:gd name="connsiteY7" fmla="*/ 461433 h 880533"/>
              <a:gd name="connsiteX8" fmla="*/ 241300 w 431800"/>
              <a:gd name="connsiteY8" fmla="*/ 368300 h 880533"/>
              <a:gd name="connsiteX9" fmla="*/ 245534 w 431800"/>
              <a:gd name="connsiteY9" fmla="*/ 347133 h 880533"/>
              <a:gd name="connsiteX10" fmla="*/ 249767 w 431800"/>
              <a:gd name="connsiteY10" fmla="*/ 296333 h 880533"/>
              <a:gd name="connsiteX11" fmla="*/ 254000 w 431800"/>
              <a:gd name="connsiteY11" fmla="*/ 283633 h 880533"/>
              <a:gd name="connsiteX12" fmla="*/ 270934 w 431800"/>
              <a:gd name="connsiteY12" fmla="*/ 241300 h 880533"/>
              <a:gd name="connsiteX13" fmla="*/ 283634 w 431800"/>
              <a:gd name="connsiteY13" fmla="*/ 237066 h 880533"/>
              <a:gd name="connsiteX14" fmla="*/ 309034 w 431800"/>
              <a:gd name="connsiteY14" fmla="*/ 211666 h 880533"/>
              <a:gd name="connsiteX15" fmla="*/ 334434 w 431800"/>
              <a:gd name="connsiteY15" fmla="*/ 203200 h 880533"/>
              <a:gd name="connsiteX16" fmla="*/ 359834 w 431800"/>
              <a:gd name="connsiteY16" fmla="*/ 186266 h 880533"/>
              <a:gd name="connsiteX17" fmla="*/ 385234 w 431800"/>
              <a:gd name="connsiteY17" fmla="*/ 165100 h 880533"/>
              <a:gd name="connsiteX18" fmla="*/ 410634 w 431800"/>
              <a:gd name="connsiteY18" fmla="*/ 143933 h 880533"/>
              <a:gd name="connsiteX19" fmla="*/ 427567 w 431800"/>
              <a:gd name="connsiteY19" fmla="*/ 105833 h 880533"/>
              <a:gd name="connsiteX20" fmla="*/ 431800 w 431800"/>
              <a:gd name="connsiteY20" fmla="*/ 93133 h 880533"/>
              <a:gd name="connsiteX21" fmla="*/ 427567 w 431800"/>
              <a:gd name="connsiteY21" fmla="*/ 46566 h 880533"/>
              <a:gd name="connsiteX22" fmla="*/ 414867 w 431800"/>
              <a:gd name="connsiteY22" fmla="*/ 16933 h 880533"/>
              <a:gd name="connsiteX23" fmla="*/ 402167 w 431800"/>
              <a:gd name="connsiteY23" fmla="*/ 8466 h 880533"/>
              <a:gd name="connsiteX24" fmla="*/ 393700 w 431800"/>
              <a:gd name="connsiteY24" fmla="*/ 0 h 880533"/>
              <a:gd name="connsiteX0" fmla="*/ 0 w 431800"/>
              <a:gd name="connsiteY0" fmla="*/ 880533 h 880533"/>
              <a:gd name="connsiteX1" fmla="*/ 16933 w 431800"/>
              <a:gd name="connsiteY1" fmla="*/ 588433 h 880533"/>
              <a:gd name="connsiteX2" fmla="*/ 59267 w 431800"/>
              <a:gd name="connsiteY2" fmla="*/ 491066 h 880533"/>
              <a:gd name="connsiteX3" fmla="*/ 131234 w 431800"/>
              <a:gd name="connsiteY3" fmla="*/ 478366 h 880533"/>
              <a:gd name="connsiteX4" fmla="*/ 152400 w 431800"/>
              <a:gd name="connsiteY4" fmla="*/ 474133 h 880533"/>
              <a:gd name="connsiteX5" fmla="*/ 207434 w 431800"/>
              <a:gd name="connsiteY5" fmla="*/ 465666 h 880533"/>
              <a:gd name="connsiteX6" fmla="*/ 232834 w 431800"/>
              <a:gd name="connsiteY6" fmla="*/ 461433 h 880533"/>
              <a:gd name="connsiteX7" fmla="*/ 241300 w 431800"/>
              <a:gd name="connsiteY7" fmla="*/ 368300 h 880533"/>
              <a:gd name="connsiteX8" fmla="*/ 245534 w 431800"/>
              <a:gd name="connsiteY8" fmla="*/ 347133 h 880533"/>
              <a:gd name="connsiteX9" fmla="*/ 249767 w 431800"/>
              <a:gd name="connsiteY9" fmla="*/ 296333 h 880533"/>
              <a:gd name="connsiteX10" fmla="*/ 254000 w 431800"/>
              <a:gd name="connsiteY10" fmla="*/ 283633 h 880533"/>
              <a:gd name="connsiteX11" fmla="*/ 270934 w 431800"/>
              <a:gd name="connsiteY11" fmla="*/ 241300 h 880533"/>
              <a:gd name="connsiteX12" fmla="*/ 283634 w 431800"/>
              <a:gd name="connsiteY12" fmla="*/ 237066 h 880533"/>
              <a:gd name="connsiteX13" fmla="*/ 309034 w 431800"/>
              <a:gd name="connsiteY13" fmla="*/ 211666 h 880533"/>
              <a:gd name="connsiteX14" fmla="*/ 334434 w 431800"/>
              <a:gd name="connsiteY14" fmla="*/ 203200 h 880533"/>
              <a:gd name="connsiteX15" fmla="*/ 359834 w 431800"/>
              <a:gd name="connsiteY15" fmla="*/ 186266 h 880533"/>
              <a:gd name="connsiteX16" fmla="*/ 385234 w 431800"/>
              <a:gd name="connsiteY16" fmla="*/ 165100 h 880533"/>
              <a:gd name="connsiteX17" fmla="*/ 410634 w 431800"/>
              <a:gd name="connsiteY17" fmla="*/ 143933 h 880533"/>
              <a:gd name="connsiteX18" fmla="*/ 427567 w 431800"/>
              <a:gd name="connsiteY18" fmla="*/ 105833 h 880533"/>
              <a:gd name="connsiteX19" fmla="*/ 431800 w 431800"/>
              <a:gd name="connsiteY19" fmla="*/ 93133 h 880533"/>
              <a:gd name="connsiteX20" fmla="*/ 427567 w 431800"/>
              <a:gd name="connsiteY20" fmla="*/ 46566 h 880533"/>
              <a:gd name="connsiteX21" fmla="*/ 414867 w 431800"/>
              <a:gd name="connsiteY21" fmla="*/ 16933 h 880533"/>
              <a:gd name="connsiteX22" fmla="*/ 402167 w 431800"/>
              <a:gd name="connsiteY22" fmla="*/ 8466 h 880533"/>
              <a:gd name="connsiteX23" fmla="*/ 393700 w 431800"/>
              <a:gd name="connsiteY23" fmla="*/ 0 h 880533"/>
              <a:gd name="connsiteX0" fmla="*/ 0 w 431800"/>
              <a:gd name="connsiteY0" fmla="*/ 880533 h 880533"/>
              <a:gd name="connsiteX1" fmla="*/ 16933 w 431800"/>
              <a:gd name="connsiteY1" fmla="*/ 588433 h 880533"/>
              <a:gd name="connsiteX2" fmla="*/ 59267 w 431800"/>
              <a:gd name="connsiteY2" fmla="*/ 491066 h 880533"/>
              <a:gd name="connsiteX3" fmla="*/ 131234 w 431800"/>
              <a:gd name="connsiteY3" fmla="*/ 478366 h 880533"/>
              <a:gd name="connsiteX4" fmla="*/ 207434 w 431800"/>
              <a:gd name="connsiteY4" fmla="*/ 465666 h 880533"/>
              <a:gd name="connsiteX5" fmla="*/ 232834 w 431800"/>
              <a:gd name="connsiteY5" fmla="*/ 461433 h 880533"/>
              <a:gd name="connsiteX6" fmla="*/ 241300 w 431800"/>
              <a:gd name="connsiteY6" fmla="*/ 368300 h 880533"/>
              <a:gd name="connsiteX7" fmla="*/ 245534 w 431800"/>
              <a:gd name="connsiteY7" fmla="*/ 347133 h 880533"/>
              <a:gd name="connsiteX8" fmla="*/ 249767 w 431800"/>
              <a:gd name="connsiteY8" fmla="*/ 296333 h 880533"/>
              <a:gd name="connsiteX9" fmla="*/ 254000 w 431800"/>
              <a:gd name="connsiteY9" fmla="*/ 283633 h 880533"/>
              <a:gd name="connsiteX10" fmla="*/ 270934 w 431800"/>
              <a:gd name="connsiteY10" fmla="*/ 241300 h 880533"/>
              <a:gd name="connsiteX11" fmla="*/ 283634 w 431800"/>
              <a:gd name="connsiteY11" fmla="*/ 237066 h 880533"/>
              <a:gd name="connsiteX12" fmla="*/ 309034 w 431800"/>
              <a:gd name="connsiteY12" fmla="*/ 211666 h 880533"/>
              <a:gd name="connsiteX13" fmla="*/ 334434 w 431800"/>
              <a:gd name="connsiteY13" fmla="*/ 203200 h 880533"/>
              <a:gd name="connsiteX14" fmla="*/ 359834 w 431800"/>
              <a:gd name="connsiteY14" fmla="*/ 186266 h 880533"/>
              <a:gd name="connsiteX15" fmla="*/ 385234 w 431800"/>
              <a:gd name="connsiteY15" fmla="*/ 165100 h 880533"/>
              <a:gd name="connsiteX16" fmla="*/ 410634 w 431800"/>
              <a:gd name="connsiteY16" fmla="*/ 143933 h 880533"/>
              <a:gd name="connsiteX17" fmla="*/ 427567 w 431800"/>
              <a:gd name="connsiteY17" fmla="*/ 105833 h 880533"/>
              <a:gd name="connsiteX18" fmla="*/ 431800 w 431800"/>
              <a:gd name="connsiteY18" fmla="*/ 93133 h 880533"/>
              <a:gd name="connsiteX19" fmla="*/ 427567 w 431800"/>
              <a:gd name="connsiteY19" fmla="*/ 46566 h 880533"/>
              <a:gd name="connsiteX20" fmla="*/ 414867 w 431800"/>
              <a:gd name="connsiteY20" fmla="*/ 16933 h 880533"/>
              <a:gd name="connsiteX21" fmla="*/ 402167 w 431800"/>
              <a:gd name="connsiteY21" fmla="*/ 8466 h 880533"/>
              <a:gd name="connsiteX22" fmla="*/ 393700 w 431800"/>
              <a:gd name="connsiteY22" fmla="*/ 0 h 880533"/>
              <a:gd name="connsiteX0" fmla="*/ 0 w 431800"/>
              <a:gd name="connsiteY0" fmla="*/ 880533 h 880533"/>
              <a:gd name="connsiteX1" fmla="*/ 16933 w 431800"/>
              <a:gd name="connsiteY1" fmla="*/ 588433 h 880533"/>
              <a:gd name="connsiteX2" fmla="*/ 59267 w 431800"/>
              <a:gd name="connsiteY2" fmla="*/ 491066 h 880533"/>
              <a:gd name="connsiteX3" fmla="*/ 207434 w 431800"/>
              <a:gd name="connsiteY3" fmla="*/ 465666 h 880533"/>
              <a:gd name="connsiteX4" fmla="*/ 232834 w 431800"/>
              <a:gd name="connsiteY4" fmla="*/ 461433 h 880533"/>
              <a:gd name="connsiteX5" fmla="*/ 241300 w 431800"/>
              <a:gd name="connsiteY5" fmla="*/ 368300 h 880533"/>
              <a:gd name="connsiteX6" fmla="*/ 245534 w 431800"/>
              <a:gd name="connsiteY6" fmla="*/ 347133 h 880533"/>
              <a:gd name="connsiteX7" fmla="*/ 249767 w 431800"/>
              <a:gd name="connsiteY7" fmla="*/ 296333 h 880533"/>
              <a:gd name="connsiteX8" fmla="*/ 254000 w 431800"/>
              <a:gd name="connsiteY8" fmla="*/ 283633 h 880533"/>
              <a:gd name="connsiteX9" fmla="*/ 270934 w 431800"/>
              <a:gd name="connsiteY9" fmla="*/ 241300 h 880533"/>
              <a:gd name="connsiteX10" fmla="*/ 283634 w 431800"/>
              <a:gd name="connsiteY10" fmla="*/ 237066 h 880533"/>
              <a:gd name="connsiteX11" fmla="*/ 309034 w 431800"/>
              <a:gd name="connsiteY11" fmla="*/ 211666 h 880533"/>
              <a:gd name="connsiteX12" fmla="*/ 334434 w 431800"/>
              <a:gd name="connsiteY12" fmla="*/ 203200 h 880533"/>
              <a:gd name="connsiteX13" fmla="*/ 359834 w 431800"/>
              <a:gd name="connsiteY13" fmla="*/ 186266 h 880533"/>
              <a:gd name="connsiteX14" fmla="*/ 385234 w 431800"/>
              <a:gd name="connsiteY14" fmla="*/ 165100 h 880533"/>
              <a:gd name="connsiteX15" fmla="*/ 410634 w 431800"/>
              <a:gd name="connsiteY15" fmla="*/ 143933 h 880533"/>
              <a:gd name="connsiteX16" fmla="*/ 427567 w 431800"/>
              <a:gd name="connsiteY16" fmla="*/ 105833 h 880533"/>
              <a:gd name="connsiteX17" fmla="*/ 431800 w 431800"/>
              <a:gd name="connsiteY17" fmla="*/ 93133 h 880533"/>
              <a:gd name="connsiteX18" fmla="*/ 427567 w 431800"/>
              <a:gd name="connsiteY18" fmla="*/ 46566 h 880533"/>
              <a:gd name="connsiteX19" fmla="*/ 414867 w 431800"/>
              <a:gd name="connsiteY19" fmla="*/ 16933 h 880533"/>
              <a:gd name="connsiteX20" fmla="*/ 402167 w 431800"/>
              <a:gd name="connsiteY20" fmla="*/ 8466 h 880533"/>
              <a:gd name="connsiteX21" fmla="*/ 393700 w 431800"/>
              <a:gd name="connsiteY21" fmla="*/ 0 h 880533"/>
              <a:gd name="connsiteX0" fmla="*/ 0 w 431800"/>
              <a:gd name="connsiteY0" fmla="*/ 880533 h 880533"/>
              <a:gd name="connsiteX1" fmla="*/ 16933 w 431800"/>
              <a:gd name="connsiteY1" fmla="*/ 588433 h 880533"/>
              <a:gd name="connsiteX2" fmla="*/ 59267 w 431800"/>
              <a:gd name="connsiteY2" fmla="*/ 491066 h 880533"/>
              <a:gd name="connsiteX3" fmla="*/ 207434 w 431800"/>
              <a:gd name="connsiteY3" fmla="*/ 465666 h 880533"/>
              <a:gd name="connsiteX4" fmla="*/ 241300 w 431800"/>
              <a:gd name="connsiteY4" fmla="*/ 368300 h 880533"/>
              <a:gd name="connsiteX5" fmla="*/ 245534 w 431800"/>
              <a:gd name="connsiteY5" fmla="*/ 347133 h 880533"/>
              <a:gd name="connsiteX6" fmla="*/ 249767 w 431800"/>
              <a:gd name="connsiteY6" fmla="*/ 296333 h 880533"/>
              <a:gd name="connsiteX7" fmla="*/ 254000 w 431800"/>
              <a:gd name="connsiteY7" fmla="*/ 283633 h 880533"/>
              <a:gd name="connsiteX8" fmla="*/ 270934 w 431800"/>
              <a:gd name="connsiteY8" fmla="*/ 241300 h 880533"/>
              <a:gd name="connsiteX9" fmla="*/ 283634 w 431800"/>
              <a:gd name="connsiteY9" fmla="*/ 237066 h 880533"/>
              <a:gd name="connsiteX10" fmla="*/ 309034 w 431800"/>
              <a:gd name="connsiteY10" fmla="*/ 211666 h 880533"/>
              <a:gd name="connsiteX11" fmla="*/ 334434 w 431800"/>
              <a:gd name="connsiteY11" fmla="*/ 203200 h 880533"/>
              <a:gd name="connsiteX12" fmla="*/ 359834 w 431800"/>
              <a:gd name="connsiteY12" fmla="*/ 186266 h 880533"/>
              <a:gd name="connsiteX13" fmla="*/ 385234 w 431800"/>
              <a:gd name="connsiteY13" fmla="*/ 165100 h 880533"/>
              <a:gd name="connsiteX14" fmla="*/ 410634 w 431800"/>
              <a:gd name="connsiteY14" fmla="*/ 143933 h 880533"/>
              <a:gd name="connsiteX15" fmla="*/ 427567 w 431800"/>
              <a:gd name="connsiteY15" fmla="*/ 105833 h 880533"/>
              <a:gd name="connsiteX16" fmla="*/ 431800 w 431800"/>
              <a:gd name="connsiteY16" fmla="*/ 93133 h 880533"/>
              <a:gd name="connsiteX17" fmla="*/ 427567 w 431800"/>
              <a:gd name="connsiteY17" fmla="*/ 46566 h 880533"/>
              <a:gd name="connsiteX18" fmla="*/ 414867 w 431800"/>
              <a:gd name="connsiteY18" fmla="*/ 16933 h 880533"/>
              <a:gd name="connsiteX19" fmla="*/ 402167 w 431800"/>
              <a:gd name="connsiteY19" fmla="*/ 8466 h 880533"/>
              <a:gd name="connsiteX20" fmla="*/ 393700 w 431800"/>
              <a:gd name="connsiteY20" fmla="*/ 0 h 880533"/>
              <a:gd name="connsiteX0" fmla="*/ 0 w 431800"/>
              <a:gd name="connsiteY0" fmla="*/ 880533 h 880533"/>
              <a:gd name="connsiteX1" fmla="*/ 16933 w 431800"/>
              <a:gd name="connsiteY1" fmla="*/ 588433 h 880533"/>
              <a:gd name="connsiteX2" fmla="*/ 59267 w 431800"/>
              <a:gd name="connsiteY2" fmla="*/ 491066 h 880533"/>
              <a:gd name="connsiteX3" fmla="*/ 205317 w 431800"/>
              <a:gd name="connsiteY3" fmla="*/ 444499 h 880533"/>
              <a:gd name="connsiteX4" fmla="*/ 241300 w 431800"/>
              <a:gd name="connsiteY4" fmla="*/ 368300 h 880533"/>
              <a:gd name="connsiteX5" fmla="*/ 245534 w 431800"/>
              <a:gd name="connsiteY5" fmla="*/ 347133 h 880533"/>
              <a:gd name="connsiteX6" fmla="*/ 249767 w 431800"/>
              <a:gd name="connsiteY6" fmla="*/ 296333 h 880533"/>
              <a:gd name="connsiteX7" fmla="*/ 254000 w 431800"/>
              <a:gd name="connsiteY7" fmla="*/ 283633 h 880533"/>
              <a:gd name="connsiteX8" fmla="*/ 270934 w 431800"/>
              <a:gd name="connsiteY8" fmla="*/ 241300 h 880533"/>
              <a:gd name="connsiteX9" fmla="*/ 283634 w 431800"/>
              <a:gd name="connsiteY9" fmla="*/ 237066 h 880533"/>
              <a:gd name="connsiteX10" fmla="*/ 309034 w 431800"/>
              <a:gd name="connsiteY10" fmla="*/ 211666 h 880533"/>
              <a:gd name="connsiteX11" fmla="*/ 334434 w 431800"/>
              <a:gd name="connsiteY11" fmla="*/ 203200 h 880533"/>
              <a:gd name="connsiteX12" fmla="*/ 359834 w 431800"/>
              <a:gd name="connsiteY12" fmla="*/ 186266 h 880533"/>
              <a:gd name="connsiteX13" fmla="*/ 385234 w 431800"/>
              <a:gd name="connsiteY13" fmla="*/ 165100 h 880533"/>
              <a:gd name="connsiteX14" fmla="*/ 410634 w 431800"/>
              <a:gd name="connsiteY14" fmla="*/ 143933 h 880533"/>
              <a:gd name="connsiteX15" fmla="*/ 427567 w 431800"/>
              <a:gd name="connsiteY15" fmla="*/ 105833 h 880533"/>
              <a:gd name="connsiteX16" fmla="*/ 431800 w 431800"/>
              <a:gd name="connsiteY16" fmla="*/ 93133 h 880533"/>
              <a:gd name="connsiteX17" fmla="*/ 427567 w 431800"/>
              <a:gd name="connsiteY17" fmla="*/ 46566 h 880533"/>
              <a:gd name="connsiteX18" fmla="*/ 414867 w 431800"/>
              <a:gd name="connsiteY18" fmla="*/ 16933 h 880533"/>
              <a:gd name="connsiteX19" fmla="*/ 402167 w 431800"/>
              <a:gd name="connsiteY19" fmla="*/ 8466 h 880533"/>
              <a:gd name="connsiteX20" fmla="*/ 393700 w 431800"/>
              <a:gd name="connsiteY20" fmla="*/ 0 h 880533"/>
              <a:gd name="connsiteX0" fmla="*/ 0 w 431800"/>
              <a:gd name="connsiteY0" fmla="*/ 880533 h 880533"/>
              <a:gd name="connsiteX1" fmla="*/ 16933 w 431800"/>
              <a:gd name="connsiteY1" fmla="*/ 588433 h 880533"/>
              <a:gd name="connsiteX2" fmla="*/ 59267 w 431800"/>
              <a:gd name="connsiteY2" fmla="*/ 491066 h 880533"/>
              <a:gd name="connsiteX3" fmla="*/ 205317 w 431800"/>
              <a:gd name="connsiteY3" fmla="*/ 444499 h 880533"/>
              <a:gd name="connsiteX4" fmla="*/ 241300 w 431800"/>
              <a:gd name="connsiteY4" fmla="*/ 368300 h 880533"/>
              <a:gd name="connsiteX5" fmla="*/ 245534 w 431800"/>
              <a:gd name="connsiteY5" fmla="*/ 347133 h 880533"/>
              <a:gd name="connsiteX6" fmla="*/ 249767 w 431800"/>
              <a:gd name="connsiteY6" fmla="*/ 296333 h 880533"/>
              <a:gd name="connsiteX7" fmla="*/ 254000 w 431800"/>
              <a:gd name="connsiteY7" fmla="*/ 283633 h 880533"/>
              <a:gd name="connsiteX8" fmla="*/ 270934 w 431800"/>
              <a:gd name="connsiteY8" fmla="*/ 241300 h 880533"/>
              <a:gd name="connsiteX9" fmla="*/ 283634 w 431800"/>
              <a:gd name="connsiteY9" fmla="*/ 237066 h 880533"/>
              <a:gd name="connsiteX10" fmla="*/ 309034 w 431800"/>
              <a:gd name="connsiteY10" fmla="*/ 211666 h 880533"/>
              <a:gd name="connsiteX11" fmla="*/ 334434 w 431800"/>
              <a:gd name="connsiteY11" fmla="*/ 203200 h 880533"/>
              <a:gd name="connsiteX12" fmla="*/ 359834 w 431800"/>
              <a:gd name="connsiteY12" fmla="*/ 186266 h 880533"/>
              <a:gd name="connsiteX13" fmla="*/ 385234 w 431800"/>
              <a:gd name="connsiteY13" fmla="*/ 165100 h 880533"/>
              <a:gd name="connsiteX14" fmla="*/ 410634 w 431800"/>
              <a:gd name="connsiteY14" fmla="*/ 143933 h 880533"/>
              <a:gd name="connsiteX15" fmla="*/ 427567 w 431800"/>
              <a:gd name="connsiteY15" fmla="*/ 105833 h 880533"/>
              <a:gd name="connsiteX16" fmla="*/ 431800 w 431800"/>
              <a:gd name="connsiteY16" fmla="*/ 93133 h 880533"/>
              <a:gd name="connsiteX17" fmla="*/ 427567 w 431800"/>
              <a:gd name="connsiteY17" fmla="*/ 46566 h 880533"/>
              <a:gd name="connsiteX18" fmla="*/ 414867 w 431800"/>
              <a:gd name="connsiteY18" fmla="*/ 16933 h 880533"/>
              <a:gd name="connsiteX19" fmla="*/ 402167 w 431800"/>
              <a:gd name="connsiteY19" fmla="*/ 8466 h 880533"/>
              <a:gd name="connsiteX20" fmla="*/ 393700 w 431800"/>
              <a:gd name="connsiteY20" fmla="*/ 0 h 880533"/>
              <a:gd name="connsiteX0" fmla="*/ 0 w 431800"/>
              <a:gd name="connsiteY0" fmla="*/ 880533 h 880533"/>
              <a:gd name="connsiteX1" fmla="*/ 16933 w 431800"/>
              <a:gd name="connsiteY1" fmla="*/ 588433 h 880533"/>
              <a:gd name="connsiteX2" fmla="*/ 59267 w 431800"/>
              <a:gd name="connsiteY2" fmla="*/ 491066 h 880533"/>
              <a:gd name="connsiteX3" fmla="*/ 205317 w 431800"/>
              <a:gd name="connsiteY3" fmla="*/ 444499 h 880533"/>
              <a:gd name="connsiteX4" fmla="*/ 241300 w 431800"/>
              <a:gd name="connsiteY4" fmla="*/ 368300 h 880533"/>
              <a:gd name="connsiteX5" fmla="*/ 245534 w 431800"/>
              <a:gd name="connsiteY5" fmla="*/ 347133 h 880533"/>
              <a:gd name="connsiteX6" fmla="*/ 249767 w 431800"/>
              <a:gd name="connsiteY6" fmla="*/ 296333 h 880533"/>
              <a:gd name="connsiteX7" fmla="*/ 254000 w 431800"/>
              <a:gd name="connsiteY7" fmla="*/ 283633 h 880533"/>
              <a:gd name="connsiteX8" fmla="*/ 270934 w 431800"/>
              <a:gd name="connsiteY8" fmla="*/ 241300 h 880533"/>
              <a:gd name="connsiteX9" fmla="*/ 283634 w 431800"/>
              <a:gd name="connsiteY9" fmla="*/ 237066 h 880533"/>
              <a:gd name="connsiteX10" fmla="*/ 309034 w 431800"/>
              <a:gd name="connsiteY10" fmla="*/ 211666 h 880533"/>
              <a:gd name="connsiteX11" fmla="*/ 334434 w 431800"/>
              <a:gd name="connsiteY11" fmla="*/ 203200 h 880533"/>
              <a:gd name="connsiteX12" fmla="*/ 359834 w 431800"/>
              <a:gd name="connsiteY12" fmla="*/ 186266 h 880533"/>
              <a:gd name="connsiteX13" fmla="*/ 385234 w 431800"/>
              <a:gd name="connsiteY13" fmla="*/ 165100 h 880533"/>
              <a:gd name="connsiteX14" fmla="*/ 410634 w 431800"/>
              <a:gd name="connsiteY14" fmla="*/ 143933 h 880533"/>
              <a:gd name="connsiteX15" fmla="*/ 427567 w 431800"/>
              <a:gd name="connsiteY15" fmla="*/ 105833 h 880533"/>
              <a:gd name="connsiteX16" fmla="*/ 431800 w 431800"/>
              <a:gd name="connsiteY16" fmla="*/ 93133 h 880533"/>
              <a:gd name="connsiteX17" fmla="*/ 427567 w 431800"/>
              <a:gd name="connsiteY17" fmla="*/ 46566 h 880533"/>
              <a:gd name="connsiteX18" fmla="*/ 414867 w 431800"/>
              <a:gd name="connsiteY18" fmla="*/ 16933 h 880533"/>
              <a:gd name="connsiteX19" fmla="*/ 402167 w 431800"/>
              <a:gd name="connsiteY19" fmla="*/ 8466 h 880533"/>
              <a:gd name="connsiteX20" fmla="*/ 393700 w 431800"/>
              <a:gd name="connsiteY20" fmla="*/ 0 h 880533"/>
              <a:gd name="connsiteX0" fmla="*/ 0 w 431800"/>
              <a:gd name="connsiteY0" fmla="*/ 880533 h 880533"/>
              <a:gd name="connsiteX1" fmla="*/ 16933 w 431800"/>
              <a:gd name="connsiteY1" fmla="*/ 588433 h 880533"/>
              <a:gd name="connsiteX2" fmla="*/ 59267 w 431800"/>
              <a:gd name="connsiteY2" fmla="*/ 491066 h 880533"/>
              <a:gd name="connsiteX3" fmla="*/ 205317 w 431800"/>
              <a:gd name="connsiteY3" fmla="*/ 444499 h 880533"/>
              <a:gd name="connsiteX4" fmla="*/ 245534 w 431800"/>
              <a:gd name="connsiteY4" fmla="*/ 347133 h 880533"/>
              <a:gd name="connsiteX5" fmla="*/ 249767 w 431800"/>
              <a:gd name="connsiteY5" fmla="*/ 296333 h 880533"/>
              <a:gd name="connsiteX6" fmla="*/ 254000 w 431800"/>
              <a:gd name="connsiteY6" fmla="*/ 283633 h 880533"/>
              <a:gd name="connsiteX7" fmla="*/ 270934 w 431800"/>
              <a:gd name="connsiteY7" fmla="*/ 241300 h 880533"/>
              <a:gd name="connsiteX8" fmla="*/ 283634 w 431800"/>
              <a:gd name="connsiteY8" fmla="*/ 237066 h 880533"/>
              <a:gd name="connsiteX9" fmla="*/ 309034 w 431800"/>
              <a:gd name="connsiteY9" fmla="*/ 211666 h 880533"/>
              <a:gd name="connsiteX10" fmla="*/ 334434 w 431800"/>
              <a:gd name="connsiteY10" fmla="*/ 203200 h 880533"/>
              <a:gd name="connsiteX11" fmla="*/ 359834 w 431800"/>
              <a:gd name="connsiteY11" fmla="*/ 186266 h 880533"/>
              <a:gd name="connsiteX12" fmla="*/ 385234 w 431800"/>
              <a:gd name="connsiteY12" fmla="*/ 165100 h 880533"/>
              <a:gd name="connsiteX13" fmla="*/ 410634 w 431800"/>
              <a:gd name="connsiteY13" fmla="*/ 143933 h 880533"/>
              <a:gd name="connsiteX14" fmla="*/ 427567 w 431800"/>
              <a:gd name="connsiteY14" fmla="*/ 105833 h 880533"/>
              <a:gd name="connsiteX15" fmla="*/ 431800 w 431800"/>
              <a:gd name="connsiteY15" fmla="*/ 93133 h 880533"/>
              <a:gd name="connsiteX16" fmla="*/ 427567 w 431800"/>
              <a:gd name="connsiteY16" fmla="*/ 46566 h 880533"/>
              <a:gd name="connsiteX17" fmla="*/ 414867 w 431800"/>
              <a:gd name="connsiteY17" fmla="*/ 16933 h 880533"/>
              <a:gd name="connsiteX18" fmla="*/ 402167 w 431800"/>
              <a:gd name="connsiteY18" fmla="*/ 8466 h 880533"/>
              <a:gd name="connsiteX19" fmla="*/ 393700 w 431800"/>
              <a:gd name="connsiteY19" fmla="*/ 0 h 880533"/>
              <a:gd name="connsiteX0" fmla="*/ 0 w 431800"/>
              <a:gd name="connsiteY0" fmla="*/ 880533 h 880533"/>
              <a:gd name="connsiteX1" fmla="*/ 16933 w 431800"/>
              <a:gd name="connsiteY1" fmla="*/ 588433 h 880533"/>
              <a:gd name="connsiteX2" fmla="*/ 59267 w 431800"/>
              <a:gd name="connsiteY2" fmla="*/ 491066 h 880533"/>
              <a:gd name="connsiteX3" fmla="*/ 205317 w 431800"/>
              <a:gd name="connsiteY3" fmla="*/ 444499 h 880533"/>
              <a:gd name="connsiteX4" fmla="*/ 245534 w 431800"/>
              <a:gd name="connsiteY4" fmla="*/ 347133 h 880533"/>
              <a:gd name="connsiteX5" fmla="*/ 249767 w 431800"/>
              <a:gd name="connsiteY5" fmla="*/ 296333 h 880533"/>
              <a:gd name="connsiteX6" fmla="*/ 270934 w 431800"/>
              <a:gd name="connsiteY6" fmla="*/ 241300 h 880533"/>
              <a:gd name="connsiteX7" fmla="*/ 283634 w 431800"/>
              <a:gd name="connsiteY7" fmla="*/ 237066 h 880533"/>
              <a:gd name="connsiteX8" fmla="*/ 309034 w 431800"/>
              <a:gd name="connsiteY8" fmla="*/ 211666 h 880533"/>
              <a:gd name="connsiteX9" fmla="*/ 334434 w 431800"/>
              <a:gd name="connsiteY9" fmla="*/ 203200 h 880533"/>
              <a:gd name="connsiteX10" fmla="*/ 359834 w 431800"/>
              <a:gd name="connsiteY10" fmla="*/ 186266 h 880533"/>
              <a:gd name="connsiteX11" fmla="*/ 385234 w 431800"/>
              <a:gd name="connsiteY11" fmla="*/ 165100 h 880533"/>
              <a:gd name="connsiteX12" fmla="*/ 410634 w 431800"/>
              <a:gd name="connsiteY12" fmla="*/ 143933 h 880533"/>
              <a:gd name="connsiteX13" fmla="*/ 427567 w 431800"/>
              <a:gd name="connsiteY13" fmla="*/ 105833 h 880533"/>
              <a:gd name="connsiteX14" fmla="*/ 431800 w 431800"/>
              <a:gd name="connsiteY14" fmla="*/ 93133 h 880533"/>
              <a:gd name="connsiteX15" fmla="*/ 427567 w 431800"/>
              <a:gd name="connsiteY15" fmla="*/ 46566 h 880533"/>
              <a:gd name="connsiteX16" fmla="*/ 414867 w 431800"/>
              <a:gd name="connsiteY16" fmla="*/ 16933 h 880533"/>
              <a:gd name="connsiteX17" fmla="*/ 402167 w 431800"/>
              <a:gd name="connsiteY17" fmla="*/ 8466 h 880533"/>
              <a:gd name="connsiteX18" fmla="*/ 393700 w 431800"/>
              <a:gd name="connsiteY18" fmla="*/ 0 h 880533"/>
              <a:gd name="connsiteX0" fmla="*/ 0 w 431800"/>
              <a:gd name="connsiteY0" fmla="*/ 880533 h 880533"/>
              <a:gd name="connsiteX1" fmla="*/ 16933 w 431800"/>
              <a:gd name="connsiteY1" fmla="*/ 588433 h 880533"/>
              <a:gd name="connsiteX2" fmla="*/ 59267 w 431800"/>
              <a:gd name="connsiteY2" fmla="*/ 491066 h 880533"/>
              <a:gd name="connsiteX3" fmla="*/ 205317 w 431800"/>
              <a:gd name="connsiteY3" fmla="*/ 444499 h 880533"/>
              <a:gd name="connsiteX4" fmla="*/ 245534 w 431800"/>
              <a:gd name="connsiteY4" fmla="*/ 347133 h 880533"/>
              <a:gd name="connsiteX5" fmla="*/ 249767 w 431800"/>
              <a:gd name="connsiteY5" fmla="*/ 296333 h 880533"/>
              <a:gd name="connsiteX6" fmla="*/ 283634 w 431800"/>
              <a:gd name="connsiteY6" fmla="*/ 237066 h 880533"/>
              <a:gd name="connsiteX7" fmla="*/ 309034 w 431800"/>
              <a:gd name="connsiteY7" fmla="*/ 211666 h 880533"/>
              <a:gd name="connsiteX8" fmla="*/ 334434 w 431800"/>
              <a:gd name="connsiteY8" fmla="*/ 203200 h 880533"/>
              <a:gd name="connsiteX9" fmla="*/ 359834 w 431800"/>
              <a:gd name="connsiteY9" fmla="*/ 186266 h 880533"/>
              <a:gd name="connsiteX10" fmla="*/ 385234 w 431800"/>
              <a:gd name="connsiteY10" fmla="*/ 165100 h 880533"/>
              <a:gd name="connsiteX11" fmla="*/ 410634 w 431800"/>
              <a:gd name="connsiteY11" fmla="*/ 143933 h 880533"/>
              <a:gd name="connsiteX12" fmla="*/ 427567 w 431800"/>
              <a:gd name="connsiteY12" fmla="*/ 105833 h 880533"/>
              <a:gd name="connsiteX13" fmla="*/ 431800 w 431800"/>
              <a:gd name="connsiteY13" fmla="*/ 93133 h 880533"/>
              <a:gd name="connsiteX14" fmla="*/ 427567 w 431800"/>
              <a:gd name="connsiteY14" fmla="*/ 46566 h 880533"/>
              <a:gd name="connsiteX15" fmla="*/ 414867 w 431800"/>
              <a:gd name="connsiteY15" fmla="*/ 16933 h 880533"/>
              <a:gd name="connsiteX16" fmla="*/ 402167 w 431800"/>
              <a:gd name="connsiteY16" fmla="*/ 8466 h 880533"/>
              <a:gd name="connsiteX17" fmla="*/ 393700 w 431800"/>
              <a:gd name="connsiteY17" fmla="*/ 0 h 880533"/>
              <a:gd name="connsiteX0" fmla="*/ 0 w 431800"/>
              <a:gd name="connsiteY0" fmla="*/ 880533 h 880533"/>
              <a:gd name="connsiteX1" fmla="*/ 16933 w 431800"/>
              <a:gd name="connsiteY1" fmla="*/ 588433 h 880533"/>
              <a:gd name="connsiteX2" fmla="*/ 59267 w 431800"/>
              <a:gd name="connsiteY2" fmla="*/ 491066 h 880533"/>
              <a:gd name="connsiteX3" fmla="*/ 205317 w 431800"/>
              <a:gd name="connsiteY3" fmla="*/ 444499 h 880533"/>
              <a:gd name="connsiteX4" fmla="*/ 245534 w 431800"/>
              <a:gd name="connsiteY4" fmla="*/ 347133 h 880533"/>
              <a:gd name="connsiteX5" fmla="*/ 249767 w 431800"/>
              <a:gd name="connsiteY5" fmla="*/ 296333 h 880533"/>
              <a:gd name="connsiteX6" fmla="*/ 283634 w 431800"/>
              <a:gd name="connsiteY6" fmla="*/ 237066 h 880533"/>
              <a:gd name="connsiteX7" fmla="*/ 334434 w 431800"/>
              <a:gd name="connsiteY7" fmla="*/ 203200 h 880533"/>
              <a:gd name="connsiteX8" fmla="*/ 359834 w 431800"/>
              <a:gd name="connsiteY8" fmla="*/ 186266 h 880533"/>
              <a:gd name="connsiteX9" fmla="*/ 385234 w 431800"/>
              <a:gd name="connsiteY9" fmla="*/ 165100 h 880533"/>
              <a:gd name="connsiteX10" fmla="*/ 410634 w 431800"/>
              <a:gd name="connsiteY10" fmla="*/ 143933 h 880533"/>
              <a:gd name="connsiteX11" fmla="*/ 427567 w 431800"/>
              <a:gd name="connsiteY11" fmla="*/ 105833 h 880533"/>
              <a:gd name="connsiteX12" fmla="*/ 431800 w 431800"/>
              <a:gd name="connsiteY12" fmla="*/ 93133 h 880533"/>
              <a:gd name="connsiteX13" fmla="*/ 427567 w 431800"/>
              <a:gd name="connsiteY13" fmla="*/ 46566 h 880533"/>
              <a:gd name="connsiteX14" fmla="*/ 414867 w 431800"/>
              <a:gd name="connsiteY14" fmla="*/ 16933 h 880533"/>
              <a:gd name="connsiteX15" fmla="*/ 402167 w 431800"/>
              <a:gd name="connsiteY15" fmla="*/ 8466 h 880533"/>
              <a:gd name="connsiteX16" fmla="*/ 393700 w 431800"/>
              <a:gd name="connsiteY16" fmla="*/ 0 h 880533"/>
              <a:gd name="connsiteX0" fmla="*/ 0 w 431800"/>
              <a:gd name="connsiteY0" fmla="*/ 880533 h 880533"/>
              <a:gd name="connsiteX1" fmla="*/ 16933 w 431800"/>
              <a:gd name="connsiteY1" fmla="*/ 588433 h 880533"/>
              <a:gd name="connsiteX2" fmla="*/ 59267 w 431800"/>
              <a:gd name="connsiteY2" fmla="*/ 491066 h 880533"/>
              <a:gd name="connsiteX3" fmla="*/ 205317 w 431800"/>
              <a:gd name="connsiteY3" fmla="*/ 444499 h 880533"/>
              <a:gd name="connsiteX4" fmla="*/ 245534 w 431800"/>
              <a:gd name="connsiteY4" fmla="*/ 347133 h 880533"/>
              <a:gd name="connsiteX5" fmla="*/ 249767 w 431800"/>
              <a:gd name="connsiteY5" fmla="*/ 296333 h 880533"/>
              <a:gd name="connsiteX6" fmla="*/ 283634 w 431800"/>
              <a:gd name="connsiteY6" fmla="*/ 237066 h 880533"/>
              <a:gd name="connsiteX7" fmla="*/ 359834 w 431800"/>
              <a:gd name="connsiteY7" fmla="*/ 186266 h 880533"/>
              <a:gd name="connsiteX8" fmla="*/ 385234 w 431800"/>
              <a:gd name="connsiteY8" fmla="*/ 165100 h 880533"/>
              <a:gd name="connsiteX9" fmla="*/ 410634 w 431800"/>
              <a:gd name="connsiteY9" fmla="*/ 143933 h 880533"/>
              <a:gd name="connsiteX10" fmla="*/ 427567 w 431800"/>
              <a:gd name="connsiteY10" fmla="*/ 105833 h 880533"/>
              <a:gd name="connsiteX11" fmla="*/ 431800 w 431800"/>
              <a:gd name="connsiteY11" fmla="*/ 93133 h 880533"/>
              <a:gd name="connsiteX12" fmla="*/ 427567 w 431800"/>
              <a:gd name="connsiteY12" fmla="*/ 46566 h 880533"/>
              <a:gd name="connsiteX13" fmla="*/ 414867 w 431800"/>
              <a:gd name="connsiteY13" fmla="*/ 16933 h 880533"/>
              <a:gd name="connsiteX14" fmla="*/ 402167 w 431800"/>
              <a:gd name="connsiteY14" fmla="*/ 8466 h 880533"/>
              <a:gd name="connsiteX15" fmla="*/ 393700 w 431800"/>
              <a:gd name="connsiteY15" fmla="*/ 0 h 880533"/>
              <a:gd name="connsiteX0" fmla="*/ 0 w 431800"/>
              <a:gd name="connsiteY0" fmla="*/ 880533 h 880533"/>
              <a:gd name="connsiteX1" fmla="*/ 16933 w 431800"/>
              <a:gd name="connsiteY1" fmla="*/ 588433 h 880533"/>
              <a:gd name="connsiteX2" fmla="*/ 59267 w 431800"/>
              <a:gd name="connsiteY2" fmla="*/ 491066 h 880533"/>
              <a:gd name="connsiteX3" fmla="*/ 205317 w 431800"/>
              <a:gd name="connsiteY3" fmla="*/ 444499 h 880533"/>
              <a:gd name="connsiteX4" fmla="*/ 245534 w 431800"/>
              <a:gd name="connsiteY4" fmla="*/ 347133 h 880533"/>
              <a:gd name="connsiteX5" fmla="*/ 249767 w 431800"/>
              <a:gd name="connsiteY5" fmla="*/ 296333 h 880533"/>
              <a:gd name="connsiteX6" fmla="*/ 283634 w 431800"/>
              <a:gd name="connsiteY6" fmla="*/ 237066 h 880533"/>
              <a:gd name="connsiteX7" fmla="*/ 385234 w 431800"/>
              <a:gd name="connsiteY7" fmla="*/ 165100 h 880533"/>
              <a:gd name="connsiteX8" fmla="*/ 410634 w 431800"/>
              <a:gd name="connsiteY8" fmla="*/ 143933 h 880533"/>
              <a:gd name="connsiteX9" fmla="*/ 427567 w 431800"/>
              <a:gd name="connsiteY9" fmla="*/ 105833 h 880533"/>
              <a:gd name="connsiteX10" fmla="*/ 431800 w 431800"/>
              <a:gd name="connsiteY10" fmla="*/ 93133 h 880533"/>
              <a:gd name="connsiteX11" fmla="*/ 427567 w 431800"/>
              <a:gd name="connsiteY11" fmla="*/ 46566 h 880533"/>
              <a:gd name="connsiteX12" fmla="*/ 414867 w 431800"/>
              <a:gd name="connsiteY12" fmla="*/ 16933 h 880533"/>
              <a:gd name="connsiteX13" fmla="*/ 402167 w 431800"/>
              <a:gd name="connsiteY13" fmla="*/ 8466 h 880533"/>
              <a:gd name="connsiteX14" fmla="*/ 393700 w 431800"/>
              <a:gd name="connsiteY14" fmla="*/ 0 h 880533"/>
              <a:gd name="connsiteX0" fmla="*/ 0 w 431800"/>
              <a:gd name="connsiteY0" fmla="*/ 880533 h 880533"/>
              <a:gd name="connsiteX1" fmla="*/ 16933 w 431800"/>
              <a:gd name="connsiteY1" fmla="*/ 588433 h 880533"/>
              <a:gd name="connsiteX2" fmla="*/ 59267 w 431800"/>
              <a:gd name="connsiteY2" fmla="*/ 491066 h 880533"/>
              <a:gd name="connsiteX3" fmla="*/ 205317 w 431800"/>
              <a:gd name="connsiteY3" fmla="*/ 444499 h 880533"/>
              <a:gd name="connsiteX4" fmla="*/ 245534 w 431800"/>
              <a:gd name="connsiteY4" fmla="*/ 347133 h 880533"/>
              <a:gd name="connsiteX5" fmla="*/ 249767 w 431800"/>
              <a:gd name="connsiteY5" fmla="*/ 296333 h 880533"/>
              <a:gd name="connsiteX6" fmla="*/ 283634 w 431800"/>
              <a:gd name="connsiteY6" fmla="*/ 237066 h 880533"/>
              <a:gd name="connsiteX7" fmla="*/ 410634 w 431800"/>
              <a:gd name="connsiteY7" fmla="*/ 143933 h 880533"/>
              <a:gd name="connsiteX8" fmla="*/ 427567 w 431800"/>
              <a:gd name="connsiteY8" fmla="*/ 105833 h 880533"/>
              <a:gd name="connsiteX9" fmla="*/ 431800 w 431800"/>
              <a:gd name="connsiteY9" fmla="*/ 93133 h 880533"/>
              <a:gd name="connsiteX10" fmla="*/ 427567 w 431800"/>
              <a:gd name="connsiteY10" fmla="*/ 46566 h 880533"/>
              <a:gd name="connsiteX11" fmla="*/ 414867 w 431800"/>
              <a:gd name="connsiteY11" fmla="*/ 16933 h 880533"/>
              <a:gd name="connsiteX12" fmla="*/ 402167 w 431800"/>
              <a:gd name="connsiteY12" fmla="*/ 8466 h 880533"/>
              <a:gd name="connsiteX13" fmla="*/ 393700 w 431800"/>
              <a:gd name="connsiteY13" fmla="*/ 0 h 880533"/>
              <a:gd name="connsiteX0" fmla="*/ 0 w 427567"/>
              <a:gd name="connsiteY0" fmla="*/ 880533 h 880533"/>
              <a:gd name="connsiteX1" fmla="*/ 16933 w 427567"/>
              <a:gd name="connsiteY1" fmla="*/ 588433 h 880533"/>
              <a:gd name="connsiteX2" fmla="*/ 59267 w 427567"/>
              <a:gd name="connsiteY2" fmla="*/ 491066 h 880533"/>
              <a:gd name="connsiteX3" fmla="*/ 205317 w 427567"/>
              <a:gd name="connsiteY3" fmla="*/ 444499 h 880533"/>
              <a:gd name="connsiteX4" fmla="*/ 245534 w 427567"/>
              <a:gd name="connsiteY4" fmla="*/ 347133 h 880533"/>
              <a:gd name="connsiteX5" fmla="*/ 249767 w 427567"/>
              <a:gd name="connsiteY5" fmla="*/ 296333 h 880533"/>
              <a:gd name="connsiteX6" fmla="*/ 283634 w 427567"/>
              <a:gd name="connsiteY6" fmla="*/ 237066 h 880533"/>
              <a:gd name="connsiteX7" fmla="*/ 410634 w 427567"/>
              <a:gd name="connsiteY7" fmla="*/ 143933 h 880533"/>
              <a:gd name="connsiteX8" fmla="*/ 427567 w 427567"/>
              <a:gd name="connsiteY8" fmla="*/ 105833 h 880533"/>
              <a:gd name="connsiteX9" fmla="*/ 427567 w 427567"/>
              <a:gd name="connsiteY9" fmla="*/ 46566 h 880533"/>
              <a:gd name="connsiteX10" fmla="*/ 414867 w 427567"/>
              <a:gd name="connsiteY10" fmla="*/ 16933 h 880533"/>
              <a:gd name="connsiteX11" fmla="*/ 402167 w 427567"/>
              <a:gd name="connsiteY11" fmla="*/ 8466 h 880533"/>
              <a:gd name="connsiteX12" fmla="*/ 393700 w 427567"/>
              <a:gd name="connsiteY12" fmla="*/ 0 h 880533"/>
              <a:gd name="connsiteX0" fmla="*/ 0 w 428224"/>
              <a:gd name="connsiteY0" fmla="*/ 880533 h 880533"/>
              <a:gd name="connsiteX1" fmla="*/ 16933 w 428224"/>
              <a:gd name="connsiteY1" fmla="*/ 588433 h 880533"/>
              <a:gd name="connsiteX2" fmla="*/ 59267 w 428224"/>
              <a:gd name="connsiteY2" fmla="*/ 491066 h 880533"/>
              <a:gd name="connsiteX3" fmla="*/ 205317 w 428224"/>
              <a:gd name="connsiteY3" fmla="*/ 444499 h 880533"/>
              <a:gd name="connsiteX4" fmla="*/ 245534 w 428224"/>
              <a:gd name="connsiteY4" fmla="*/ 347133 h 880533"/>
              <a:gd name="connsiteX5" fmla="*/ 249767 w 428224"/>
              <a:gd name="connsiteY5" fmla="*/ 296333 h 880533"/>
              <a:gd name="connsiteX6" fmla="*/ 283634 w 428224"/>
              <a:gd name="connsiteY6" fmla="*/ 237066 h 880533"/>
              <a:gd name="connsiteX7" fmla="*/ 410634 w 428224"/>
              <a:gd name="connsiteY7" fmla="*/ 143933 h 880533"/>
              <a:gd name="connsiteX8" fmla="*/ 427567 w 428224"/>
              <a:gd name="connsiteY8" fmla="*/ 46566 h 880533"/>
              <a:gd name="connsiteX9" fmla="*/ 414867 w 428224"/>
              <a:gd name="connsiteY9" fmla="*/ 16933 h 880533"/>
              <a:gd name="connsiteX10" fmla="*/ 402167 w 428224"/>
              <a:gd name="connsiteY10" fmla="*/ 8466 h 880533"/>
              <a:gd name="connsiteX11" fmla="*/ 393700 w 428224"/>
              <a:gd name="connsiteY11" fmla="*/ 0 h 880533"/>
              <a:gd name="connsiteX0" fmla="*/ 0 w 428184"/>
              <a:gd name="connsiteY0" fmla="*/ 880533 h 880533"/>
              <a:gd name="connsiteX1" fmla="*/ 16933 w 428184"/>
              <a:gd name="connsiteY1" fmla="*/ 588433 h 880533"/>
              <a:gd name="connsiteX2" fmla="*/ 59267 w 428184"/>
              <a:gd name="connsiteY2" fmla="*/ 491066 h 880533"/>
              <a:gd name="connsiteX3" fmla="*/ 205317 w 428184"/>
              <a:gd name="connsiteY3" fmla="*/ 444499 h 880533"/>
              <a:gd name="connsiteX4" fmla="*/ 245534 w 428184"/>
              <a:gd name="connsiteY4" fmla="*/ 347133 h 880533"/>
              <a:gd name="connsiteX5" fmla="*/ 249767 w 428184"/>
              <a:gd name="connsiteY5" fmla="*/ 296333 h 880533"/>
              <a:gd name="connsiteX6" fmla="*/ 283634 w 428184"/>
              <a:gd name="connsiteY6" fmla="*/ 237066 h 880533"/>
              <a:gd name="connsiteX7" fmla="*/ 397934 w 428184"/>
              <a:gd name="connsiteY7" fmla="*/ 143933 h 880533"/>
              <a:gd name="connsiteX8" fmla="*/ 427567 w 428184"/>
              <a:gd name="connsiteY8" fmla="*/ 46566 h 880533"/>
              <a:gd name="connsiteX9" fmla="*/ 414867 w 428184"/>
              <a:gd name="connsiteY9" fmla="*/ 16933 h 880533"/>
              <a:gd name="connsiteX10" fmla="*/ 402167 w 428184"/>
              <a:gd name="connsiteY10" fmla="*/ 8466 h 880533"/>
              <a:gd name="connsiteX11" fmla="*/ 393700 w 428184"/>
              <a:gd name="connsiteY11" fmla="*/ 0 h 880533"/>
              <a:gd name="connsiteX0" fmla="*/ 0 w 428184"/>
              <a:gd name="connsiteY0" fmla="*/ 880533 h 880533"/>
              <a:gd name="connsiteX1" fmla="*/ 16933 w 428184"/>
              <a:gd name="connsiteY1" fmla="*/ 588433 h 880533"/>
              <a:gd name="connsiteX2" fmla="*/ 59267 w 428184"/>
              <a:gd name="connsiteY2" fmla="*/ 491066 h 880533"/>
              <a:gd name="connsiteX3" fmla="*/ 205317 w 428184"/>
              <a:gd name="connsiteY3" fmla="*/ 444499 h 880533"/>
              <a:gd name="connsiteX4" fmla="*/ 245534 w 428184"/>
              <a:gd name="connsiteY4" fmla="*/ 347133 h 880533"/>
              <a:gd name="connsiteX5" fmla="*/ 249767 w 428184"/>
              <a:gd name="connsiteY5" fmla="*/ 296333 h 880533"/>
              <a:gd name="connsiteX6" fmla="*/ 283634 w 428184"/>
              <a:gd name="connsiteY6" fmla="*/ 237066 h 880533"/>
              <a:gd name="connsiteX7" fmla="*/ 397934 w 428184"/>
              <a:gd name="connsiteY7" fmla="*/ 143933 h 880533"/>
              <a:gd name="connsiteX8" fmla="*/ 427567 w 428184"/>
              <a:gd name="connsiteY8" fmla="*/ 46566 h 880533"/>
              <a:gd name="connsiteX9" fmla="*/ 414867 w 428184"/>
              <a:gd name="connsiteY9" fmla="*/ 16933 h 880533"/>
              <a:gd name="connsiteX10" fmla="*/ 402167 w 428184"/>
              <a:gd name="connsiteY10" fmla="*/ 8466 h 880533"/>
              <a:gd name="connsiteX11" fmla="*/ 393700 w 428184"/>
              <a:gd name="connsiteY11" fmla="*/ 0 h 880533"/>
              <a:gd name="connsiteX0" fmla="*/ 0 w 428184"/>
              <a:gd name="connsiteY0" fmla="*/ 880533 h 880533"/>
              <a:gd name="connsiteX1" fmla="*/ 16933 w 428184"/>
              <a:gd name="connsiteY1" fmla="*/ 588433 h 880533"/>
              <a:gd name="connsiteX2" fmla="*/ 59267 w 428184"/>
              <a:gd name="connsiteY2" fmla="*/ 491066 h 880533"/>
              <a:gd name="connsiteX3" fmla="*/ 205317 w 428184"/>
              <a:gd name="connsiteY3" fmla="*/ 444499 h 880533"/>
              <a:gd name="connsiteX4" fmla="*/ 245534 w 428184"/>
              <a:gd name="connsiteY4" fmla="*/ 347133 h 880533"/>
              <a:gd name="connsiteX5" fmla="*/ 249767 w 428184"/>
              <a:gd name="connsiteY5" fmla="*/ 296333 h 880533"/>
              <a:gd name="connsiteX6" fmla="*/ 283634 w 428184"/>
              <a:gd name="connsiteY6" fmla="*/ 237066 h 880533"/>
              <a:gd name="connsiteX7" fmla="*/ 397934 w 428184"/>
              <a:gd name="connsiteY7" fmla="*/ 143933 h 880533"/>
              <a:gd name="connsiteX8" fmla="*/ 427567 w 428184"/>
              <a:gd name="connsiteY8" fmla="*/ 46566 h 880533"/>
              <a:gd name="connsiteX9" fmla="*/ 414867 w 428184"/>
              <a:gd name="connsiteY9" fmla="*/ 16933 h 880533"/>
              <a:gd name="connsiteX10" fmla="*/ 402167 w 428184"/>
              <a:gd name="connsiteY10" fmla="*/ 8466 h 880533"/>
              <a:gd name="connsiteX11" fmla="*/ 393700 w 428184"/>
              <a:gd name="connsiteY11" fmla="*/ 0 h 880533"/>
              <a:gd name="connsiteX0" fmla="*/ 0 w 415032"/>
              <a:gd name="connsiteY0" fmla="*/ 880533 h 880533"/>
              <a:gd name="connsiteX1" fmla="*/ 16933 w 415032"/>
              <a:gd name="connsiteY1" fmla="*/ 588433 h 880533"/>
              <a:gd name="connsiteX2" fmla="*/ 59267 w 415032"/>
              <a:gd name="connsiteY2" fmla="*/ 491066 h 880533"/>
              <a:gd name="connsiteX3" fmla="*/ 205317 w 415032"/>
              <a:gd name="connsiteY3" fmla="*/ 444499 h 880533"/>
              <a:gd name="connsiteX4" fmla="*/ 245534 w 415032"/>
              <a:gd name="connsiteY4" fmla="*/ 347133 h 880533"/>
              <a:gd name="connsiteX5" fmla="*/ 249767 w 415032"/>
              <a:gd name="connsiteY5" fmla="*/ 296333 h 880533"/>
              <a:gd name="connsiteX6" fmla="*/ 283634 w 415032"/>
              <a:gd name="connsiteY6" fmla="*/ 237066 h 880533"/>
              <a:gd name="connsiteX7" fmla="*/ 397934 w 415032"/>
              <a:gd name="connsiteY7" fmla="*/ 143933 h 880533"/>
              <a:gd name="connsiteX8" fmla="*/ 414867 w 415032"/>
              <a:gd name="connsiteY8" fmla="*/ 16933 h 880533"/>
              <a:gd name="connsiteX9" fmla="*/ 402167 w 415032"/>
              <a:gd name="connsiteY9" fmla="*/ 8466 h 880533"/>
              <a:gd name="connsiteX10" fmla="*/ 393700 w 415032"/>
              <a:gd name="connsiteY10" fmla="*/ 0 h 880533"/>
              <a:gd name="connsiteX0" fmla="*/ 0 w 415657"/>
              <a:gd name="connsiteY0" fmla="*/ 880533 h 880533"/>
              <a:gd name="connsiteX1" fmla="*/ 16933 w 415657"/>
              <a:gd name="connsiteY1" fmla="*/ 588433 h 880533"/>
              <a:gd name="connsiteX2" fmla="*/ 59267 w 415657"/>
              <a:gd name="connsiteY2" fmla="*/ 491066 h 880533"/>
              <a:gd name="connsiteX3" fmla="*/ 205317 w 415657"/>
              <a:gd name="connsiteY3" fmla="*/ 444499 h 880533"/>
              <a:gd name="connsiteX4" fmla="*/ 245534 w 415657"/>
              <a:gd name="connsiteY4" fmla="*/ 347133 h 880533"/>
              <a:gd name="connsiteX5" fmla="*/ 249767 w 415657"/>
              <a:gd name="connsiteY5" fmla="*/ 296333 h 880533"/>
              <a:gd name="connsiteX6" fmla="*/ 283634 w 415657"/>
              <a:gd name="connsiteY6" fmla="*/ 237066 h 880533"/>
              <a:gd name="connsiteX7" fmla="*/ 397934 w 415657"/>
              <a:gd name="connsiteY7" fmla="*/ 143933 h 880533"/>
              <a:gd name="connsiteX8" fmla="*/ 414867 w 415657"/>
              <a:gd name="connsiteY8" fmla="*/ 16933 h 880533"/>
              <a:gd name="connsiteX9" fmla="*/ 393700 w 415657"/>
              <a:gd name="connsiteY9" fmla="*/ 0 h 880533"/>
              <a:gd name="connsiteX0" fmla="*/ 0 w 415657"/>
              <a:gd name="connsiteY0" fmla="*/ 863600 h 863600"/>
              <a:gd name="connsiteX1" fmla="*/ 16933 w 415657"/>
              <a:gd name="connsiteY1" fmla="*/ 571500 h 863600"/>
              <a:gd name="connsiteX2" fmla="*/ 59267 w 415657"/>
              <a:gd name="connsiteY2" fmla="*/ 474133 h 863600"/>
              <a:gd name="connsiteX3" fmla="*/ 205317 w 415657"/>
              <a:gd name="connsiteY3" fmla="*/ 427566 h 863600"/>
              <a:gd name="connsiteX4" fmla="*/ 245534 w 415657"/>
              <a:gd name="connsiteY4" fmla="*/ 330200 h 863600"/>
              <a:gd name="connsiteX5" fmla="*/ 249767 w 415657"/>
              <a:gd name="connsiteY5" fmla="*/ 279400 h 863600"/>
              <a:gd name="connsiteX6" fmla="*/ 283634 w 415657"/>
              <a:gd name="connsiteY6" fmla="*/ 220133 h 863600"/>
              <a:gd name="connsiteX7" fmla="*/ 397934 w 415657"/>
              <a:gd name="connsiteY7" fmla="*/ 127000 h 863600"/>
              <a:gd name="connsiteX8" fmla="*/ 414867 w 415657"/>
              <a:gd name="connsiteY8" fmla="*/ 0 h 863600"/>
              <a:gd name="connsiteX0" fmla="*/ 0 w 405609"/>
              <a:gd name="connsiteY0" fmla="*/ 861484 h 861484"/>
              <a:gd name="connsiteX1" fmla="*/ 16933 w 405609"/>
              <a:gd name="connsiteY1" fmla="*/ 569384 h 861484"/>
              <a:gd name="connsiteX2" fmla="*/ 59267 w 405609"/>
              <a:gd name="connsiteY2" fmla="*/ 472017 h 861484"/>
              <a:gd name="connsiteX3" fmla="*/ 205317 w 405609"/>
              <a:gd name="connsiteY3" fmla="*/ 425450 h 861484"/>
              <a:gd name="connsiteX4" fmla="*/ 245534 w 405609"/>
              <a:gd name="connsiteY4" fmla="*/ 328084 h 861484"/>
              <a:gd name="connsiteX5" fmla="*/ 249767 w 405609"/>
              <a:gd name="connsiteY5" fmla="*/ 277284 h 861484"/>
              <a:gd name="connsiteX6" fmla="*/ 283634 w 405609"/>
              <a:gd name="connsiteY6" fmla="*/ 218017 h 861484"/>
              <a:gd name="connsiteX7" fmla="*/ 397934 w 405609"/>
              <a:gd name="connsiteY7" fmla="*/ 124884 h 861484"/>
              <a:gd name="connsiteX8" fmla="*/ 387350 w 405609"/>
              <a:gd name="connsiteY8" fmla="*/ 0 h 861484"/>
              <a:gd name="connsiteX0" fmla="*/ 0 w 414667"/>
              <a:gd name="connsiteY0" fmla="*/ 861484 h 861484"/>
              <a:gd name="connsiteX1" fmla="*/ 16933 w 414667"/>
              <a:gd name="connsiteY1" fmla="*/ 569384 h 861484"/>
              <a:gd name="connsiteX2" fmla="*/ 59267 w 414667"/>
              <a:gd name="connsiteY2" fmla="*/ 472017 h 861484"/>
              <a:gd name="connsiteX3" fmla="*/ 205317 w 414667"/>
              <a:gd name="connsiteY3" fmla="*/ 425450 h 861484"/>
              <a:gd name="connsiteX4" fmla="*/ 245534 w 414667"/>
              <a:gd name="connsiteY4" fmla="*/ 328084 h 861484"/>
              <a:gd name="connsiteX5" fmla="*/ 249767 w 414667"/>
              <a:gd name="connsiteY5" fmla="*/ 277284 h 861484"/>
              <a:gd name="connsiteX6" fmla="*/ 283634 w 414667"/>
              <a:gd name="connsiteY6" fmla="*/ 218017 h 861484"/>
              <a:gd name="connsiteX7" fmla="*/ 397934 w 414667"/>
              <a:gd name="connsiteY7" fmla="*/ 124884 h 861484"/>
              <a:gd name="connsiteX8" fmla="*/ 387350 w 414667"/>
              <a:gd name="connsiteY8" fmla="*/ 0 h 861484"/>
              <a:gd name="connsiteX0" fmla="*/ 0 w 422833"/>
              <a:gd name="connsiteY0" fmla="*/ 878417 h 878417"/>
              <a:gd name="connsiteX1" fmla="*/ 16933 w 422833"/>
              <a:gd name="connsiteY1" fmla="*/ 586317 h 878417"/>
              <a:gd name="connsiteX2" fmla="*/ 59267 w 422833"/>
              <a:gd name="connsiteY2" fmla="*/ 488950 h 878417"/>
              <a:gd name="connsiteX3" fmla="*/ 205317 w 422833"/>
              <a:gd name="connsiteY3" fmla="*/ 442383 h 878417"/>
              <a:gd name="connsiteX4" fmla="*/ 245534 w 422833"/>
              <a:gd name="connsiteY4" fmla="*/ 345017 h 878417"/>
              <a:gd name="connsiteX5" fmla="*/ 249767 w 422833"/>
              <a:gd name="connsiteY5" fmla="*/ 294217 h 878417"/>
              <a:gd name="connsiteX6" fmla="*/ 283634 w 422833"/>
              <a:gd name="connsiteY6" fmla="*/ 234950 h 878417"/>
              <a:gd name="connsiteX7" fmla="*/ 397934 w 422833"/>
              <a:gd name="connsiteY7" fmla="*/ 141817 h 878417"/>
              <a:gd name="connsiteX8" fmla="*/ 402167 w 422833"/>
              <a:gd name="connsiteY8" fmla="*/ 0 h 878417"/>
              <a:gd name="connsiteX0" fmla="*/ 0 w 413280"/>
              <a:gd name="connsiteY0" fmla="*/ 878417 h 878417"/>
              <a:gd name="connsiteX1" fmla="*/ 16933 w 413280"/>
              <a:gd name="connsiteY1" fmla="*/ 586317 h 878417"/>
              <a:gd name="connsiteX2" fmla="*/ 59267 w 413280"/>
              <a:gd name="connsiteY2" fmla="*/ 488950 h 878417"/>
              <a:gd name="connsiteX3" fmla="*/ 205317 w 413280"/>
              <a:gd name="connsiteY3" fmla="*/ 442383 h 878417"/>
              <a:gd name="connsiteX4" fmla="*/ 245534 w 413280"/>
              <a:gd name="connsiteY4" fmla="*/ 345017 h 878417"/>
              <a:gd name="connsiteX5" fmla="*/ 249767 w 413280"/>
              <a:gd name="connsiteY5" fmla="*/ 294217 h 878417"/>
              <a:gd name="connsiteX6" fmla="*/ 283634 w 413280"/>
              <a:gd name="connsiteY6" fmla="*/ 234950 h 878417"/>
              <a:gd name="connsiteX7" fmla="*/ 397934 w 413280"/>
              <a:gd name="connsiteY7" fmla="*/ 141817 h 878417"/>
              <a:gd name="connsiteX8" fmla="*/ 402167 w 413280"/>
              <a:gd name="connsiteY8" fmla="*/ 0 h 878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3280" h="878417">
                <a:moveTo>
                  <a:pt x="0" y="878417"/>
                </a:moveTo>
                <a:cubicBezTo>
                  <a:pt x="2646" y="802570"/>
                  <a:pt x="7055" y="651228"/>
                  <a:pt x="16933" y="586317"/>
                </a:cubicBezTo>
                <a:cubicBezTo>
                  <a:pt x="26811" y="521406"/>
                  <a:pt x="27870" y="512939"/>
                  <a:pt x="59267" y="488950"/>
                </a:cubicBezTo>
                <a:cubicBezTo>
                  <a:pt x="90664" y="464961"/>
                  <a:pt x="174273" y="466372"/>
                  <a:pt x="205317" y="442383"/>
                </a:cubicBezTo>
                <a:cubicBezTo>
                  <a:pt x="236361" y="418394"/>
                  <a:pt x="238126" y="369711"/>
                  <a:pt x="245534" y="345017"/>
                </a:cubicBezTo>
                <a:cubicBezTo>
                  <a:pt x="246945" y="328084"/>
                  <a:pt x="243417" y="312561"/>
                  <a:pt x="249767" y="294217"/>
                </a:cubicBezTo>
                <a:cubicBezTo>
                  <a:pt x="256117" y="275873"/>
                  <a:pt x="273756" y="249061"/>
                  <a:pt x="283634" y="234950"/>
                </a:cubicBezTo>
                <a:cubicBezTo>
                  <a:pt x="310445" y="209550"/>
                  <a:pt x="371828" y="167922"/>
                  <a:pt x="397934" y="141817"/>
                </a:cubicBezTo>
                <a:cubicBezTo>
                  <a:pt x="419806" y="105128"/>
                  <a:pt x="415574" y="55739"/>
                  <a:pt x="402167" y="0"/>
                </a:cubicBezTo>
              </a:path>
            </a:pathLst>
          </a:custGeom>
          <a:noFill/>
          <a:ln w="22225">
            <a:solidFill>
              <a:srgbClr val="EF8511"/>
            </a:solidFill>
            <a:prstDash val="dash"/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reihandform 5"/>
          <p:cNvSpPr/>
          <p:nvPr/>
        </p:nvSpPr>
        <p:spPr>
          <a:xfrm>
            <a:off x="6278546" y="2736226"/>
            <a:ext cx="288396" cy="342710"/>
          </a:xfrm>
          <a:custGeom>
            <a:avLst/>
            <a:gdLst>
              <a:gd name="connsiteX0" fmla="*/ 309187 w 309187"/>
              <a:gd name="connsiteY0" fmla="*/ 309541 h 309541"/>
              <a:gd name="connsiteX1" fmla="*/ 307070 w 309187"/>
              <a:gd name="connsiteY1" fmla="*/ 269324 h 309541"/>
              <a:gd name="connsiteX2" fmla="*/ 304954 w 309187"/>
              <a:gd name="connsiteY2" fmla="*/ 254507 h 309541"/>
              <a:gd name="connsiteX3" fmla="*/ 298604 w 309187"/>
              <a:gd name="connsiteY3" fmla="*/ 218524 h 309541"/>
              <a:gd name="connsiteX4" fmla="*/ 296487 w 309187"/>
              <a:gd name="connsiteY4" fmla="*/ 191007 h 309541"/>
              <a:gd name="connsiteX5" fmla="*/ 294370 w 309187"/>
              <a:gd name="connsiteY5" fmla="*/ 184657 h 309541"/>
              <a:gd name="connsiteX6" fmla="*/ 290137 w 309187"/>
              <a:gd name="connsiteY6" fmla="*/ 174074 h 309541"/>
              <a:gd name="connsiteX7" fmla="*/ 285904 w 309187"/>
              <a:gd name="connsiteY7" fmla="*/ 157141 h 309541"/>
              <a:gd name="connsiteX8" fmla="*/ 277437 w 309187"/>
              <a:gd name="connsiteY8" fmla="*/ 140207 h 309541"/>
              <a:gd name="connsiteX9" fmla="*/ 275320 w 309187"/>
              <a:gd name="connsiteY9" fmla="*/ 131741 h 309541"/>
              <a:gd name="connsiteX10" fmla="*/ 262620 w 309187"/>
              <a:gd name="connsiteY10" fmla="*/ 102107 h 309541"/>
              <a:gd name="connsiteX11" fmla="*/ 258387 w 309187"/>
              <a:gd name="connsiteY11" fmla="*/ 93641 h 309541"/>
              <a:gd name="connsiteX12" fmla="*/ 254154 w 309187"/>
              <a:gd name="connsiteY12" fmla="*/ 80941 h 309541"/>
              <a:gd name="connsiteX13" fmla="*/ 249920 w 309187"/>
              <a:gd name="connsiteY13" fmla="*/ 59774 h 309541"/>
              <a:gd name="connsiteX14" fmla="*/ 243570 w 309187"/>
              <a:gd name="connsiteY14" fmla="*/ 51307 h 309541"/>
              <a:gd name="connsiteX15" fmla="*/ 232987 w 309187"/>
              <a:gd name="connsiteY15" fmla="*/ 36491 h 309541"/>
              <a:gd name="connsiteX16" fmla="*/ 211820 w 309187"/>
              <a:gd name="connsiteY16" fmla="*/ 25907 h 309541"/>
              <a:gd name="connsiteX17" fmla="*/ 180070 w 309187"/>
              <a:gd name="connsiteY17" fmla="*/ 15324 h 309541"/>
              <a:gd name="connsiteX18" fmla="*/ 144087 w 309187"/>
              <a:gd name="connsiteY18" fmla="*/ 4741 h 309541"/>
              <a:gd name="connsiteX19" fmla="*/ 101754 w 309187"/>
              <a:gd name="connsiteY19" fmla="*/ 507 h 309541"/>
              <a:gd name="connsiteX20" fmla="*/ 42487 w 309187"/>
              <a:gd name="connsiteY20" fmla="*/ 2624 h 309541"/>
              <a:gd name="connsiteX21" fmla="*/ 25554 w 309187"/>
              <a:gd name="connsiteY21" fmla="*/ 19557 h 309541"/>
              <a:gd name="connsiteX22" fmla="*/ 21320 w 309187"/>
              <a:gd name="connsiteY22" fmla="*/ 23791 h 309541"/>
              <a:gd name="connsiteX23" fmla="*/ 14970 w 309187"/>
              <a:gd name="connsiteY23" fmla="*/ 30141 h 309541"/>
              <a:gd name="connsiteX24" fmla="*/ 4387 w 309187"/>
              <a:gd name="connsiteY24" fmla="*/ 47074 h 309541"/>
              <a:gd name="connsiteX25" fmla="*/ 2270 w 309187"/>
              <a:gd name="connsiteY25" fmla="*/ 57657 h 309541"/>
              <a:gd name="connsiteX26" fmla="*/ 154 w 309187"/>
              <a:gd name="connsiteY26" fmla="*/ 64007 h 309541"/>
              <a:gd name="connsiteX27" fmla="*/ 154 w 309187"/>
              <a:gd name="connsiteY27" fmla="*/ 70357 h 309541"/>
              <a:gd name="connsiteX0" fmla="*/ 309187 w 309187"/>
              <a:gd name="connsiteY0" fmla="*/ 309541 h 309541"/>
              <a:gd name="connsiteX1" fmla="*/ 307070 w 309187"/>
              <a:gd name="connsiteY1" fmla="*/ 269324 h 309541"/>
              <a:gd name="connsiteX2" fmla="*/ 298604 w 309187"/>
              <a:gd name="connsiteY2" fmla="*/ 218524 h 309541"/>
              <a:gd name="connsiteX3" fmla="*/ 296487 w 309187"/>
              <a:gd name="connsiteY3" fmla="*/ 191007 h 309541"/>
              <a:gd name="connsiteX4" fmla="*/ 294370 w 309187"/>
              <a:gd name="connsiteY4" fmla="*/ 184657 h 309541"/>
              <a:gd name="connsiteX5" fmla="*/ 290137 w 309187"/>
              <a:gd name="connsiteY5" fmla="*/ 174074 h 309541"/>
              <a:gd name="connsiteX6" fmla="*/ 285904 w 309187"/>
              <a:gd name="connsiteY6" fmla="*/ 157141 h 309541"/>
              <a:gd name="connsiteX7" fmla="*/ 277437 w 309187"/>
              <a:gd name="connsiteY7" fmla="*/ 140207 h 309541"/>
              <a:gd name="connsiteX8" fmla="*/ 275320 w 309187"/>
              <a:gd name="connsiteY8" fmla="*/ 131741 h 309541"/>
              <a:gd name="connsiteX9" fmla="*/ 262620 w 309187"/>
              <a:gd name="connsiteY9" fmla="*/ 102107 h 309541"/>
              <a:gd name="connsiteX10" fmla="*/ 258387 w 309187"/>
              <a:gd name="connsiteY10" fmla="*/ 93641 h 309541"/>
              <a:gd name="connsiteX11" fmla="*/ 254154 w 309187"/>
              <a:gd name="connsiteY11" fmla="*/ 80941 h 309541"/>
              <a:gd name="connsiteX12" fmla="*/ 249920 w 309187"/>
              <a:gd name="connsiteY12" fmla="*/ 59774 h 309541"/>
              <a:gd name="connsiteX13" fmla="*/ 243570 w 309187"/>
              <a:gd name="connsiteY13" fmla="*/ 51307 h 309541"/>
              <a:gd name="connsiteX14" fmla="*/ 232987 w 309187"/>
              <a:gd name="connsiteY14" fmla="*/ 36491 h 309541"/>
              <a:gd name="connsiteX15" fmla="*/ 211820 w 309187"/>
              <a:gd name="connsiteY15" fmla="*/ 25907 h 309541"/>
              <a:gd name="connsiteX16" fmla="*/ 180070 w 309187"/>
              <a:gd name="connsiteY16" fmla="*/ 15324 h 309541"/>
              <a:gd name="connsiteX17" fmla="*/ 144087 w 309187"/>
              <a:gd name="connsiteY17" fmla="*/ 4741 h 309541"/>
              <a:gd name="connsiteX18" fmla="*/ 101754 w 309187"/>
              <a:gd name="connsiteY18" fmla="*/ 507 h 309541"/>
              <a:gd name="connsiteX19" fmla="*/ 42487 w 309187"/>
              <a:gd name="connsiteY19" fmla="*/ 2624 h 309541"/>
              <a:gd name="connsiteX20" fmla="*/ 25554 w 309187"/>
              <a:gd name="connsiteY20" fmla="*/ 19557 h 309541"/>
              <a:gd name="connsiteX21" fmla="*/ 21320 w 309187"/>
              <a:gd name="connsiteY21" fmla="*/ 23791 h 309541"/>
              <a:gd name="connsiteX22" fmla="*/ 14970 w 309187"/>
              <a:gd name="connsiteY22" fmla="*/ 30141 h 309541"/>
              <a:gd name="connsiteX23" fmla="*/ 4387 w 309187"/>
              <a:gd name="connsiteY23" fmla="*/ 47074 h 309541"/>
              <a:gd name="connsiteX24" fmla="*/ 2270 w 309187"/>
              <a:gd name="connsiteY24" fmla="*/ 57657 h 309541"/>
              <a:gd name="connsiteX25" fmla="*/ 154 w 309187"/>
              <a:gd name="connsiteY25" fmla="*/ 64007 h 309541"/>
              <a:gd name="connsiteX26" fmla="*/ 154 w 309187"/>
              <a:gd name="connsiteY26" fmla="*/ 70357 h 309541"/>
              <a:gd name="connsiteX0" fmla="*/ 309187 w 309187"/>
              <a:gd name="connsiteY0" fmla="*/ 309541 h 309541"/>
              <a:gd name="connsiteX1" fmla="*/ 298604 w 309187"/>
              <a:gd name="connsiteY1" fmla="*/ 218524 h 309541"/>
              <a:gd name="connsiteX2" fmla="*/ 296487 w 309187"/>
              <a:gd name="connsiteY2" fmla="*/ 191007 h 309541"/>
              <a:gd name="connsiteX3" fmla="*/ 294370 w 309187"/>
              <a:gd name="connsiteY3" fmla="*/ 184657 h 309541"/>
              <a:gd name="connsiteX4" fmla="*/ 290137 w 309187"/>
              <a:gd name="connsiteY4" fmla="*/ 174074 h 309541"/>
              <a:gd name="connsiteX5" fmla="*/ 285904 w 309187"/>
              <a:gd name="connsiteY5" fmla="*/ 157141 h 309541"/>
              <a:gd name="connsiteX6" fmla="*/ 277437 w 309187"/>
              <a:gd name="connsiteY6" fmla="*/ 140207 h 309541"/>
              <a:gd name="connsiteX7" fmla="*/ 275320 w 309187"/>
              <a:gd name="connsiteY7" fmla="*/ 131741 h 309541"/>
              <a:gd name="connsiteX8" fmla="*/ 262620 w 309187"/>
              <a:gd name="connsiteY8" fmla="*/ 102107 h 309541"/>
              <a:gd name="connsiteX9" fmla="*/ 258387 w 309187"/>
              <a:gd name="connsiteY9" fmla="*/ 93641 h 309541"/>
              <a:gd name="connsiteX10" fmla="*/ 254154 w 309187"/>
              <a:gd name="connsiteY10" fmla="*/ 80941 h 309541"/>
              <a:gd name="connsiteX11" fmla="*/ 249920 w 309187"/>
              <a:gd name="connsiteY11" fmla="*/ 59774 h 309541"/>
              <a:gd name="connsiteX12" fmla="*/ 243570 w 309187"/>
              <a:gd name="connsiteY12" fmla="*/ 51307 h 309541"/>
              <a:gd name="connsiteX13" fmla="*/ 232987 w 309187"/>
              <a:gd name="connsiteY13" fmla="*/ 36491 h 309541"/>
              <a:gd name="connsiteX14" fmla="*/ 211820 w 309187"/>
              <a:gd name="connsiteY14" fmla="*/ 25907 h 309541"/>
              <a:gd name="connsiteX15" fmla="*/ 180070 w 309187"/>
              <a:gd name="connsiteY15" fmla="*/ 15324 h 309541"/>
              <a:gd name="connsiteX16" fmla="*/ 144087 w 309187"/>
              <a:gd name="connsiteY16" fmla="*/ 4741 h 309541"/>
              <a:gd name="connsiteX17" fmla="*/ 101754 w 309187"/>
              <a:gd name="connsiteY17" fmla="*/ 507 h 309541"/>
              <a:gd name="connsiteX18" fmla="*/ 42487 w 309187"/>
              <a:gd name="connsiteY18" fmla="*/ 2624 h 309541"/>
              <a:gd name="connsiteX19" fmla="*/ 25554 w 309187"/>
              <a:gd name="connsiteY19" fmla="*/ 19557 h 309541"/>
              <a:gd name="connsiteX20" fmla="*/ 21320 w 309187"/>
              <a:gd name="connsiteY20" fmla="*/ 23791 h 309541"/>
              <a:gd name="connsiteX21" fmla="*/ 14970 w 309187"/>
              <a:gd name="connsiteY21" fmla="*/ 30141 h 309541"/>
              <a:gd name="connsiteX22" fmla="*/ 4387 w 309187"/>
              <a:gd name="connsiteY22" fmla="*/ 47074 h 309541"/>
              <a:gd name="connsiteX23" fmla="*/ 2270 w 309187"/>
              <a:gd name="connsiteY23" fmla="*/ 57657 h 309541"/>
              <a:gd name="connsiteX24" fmla="*/ 154 w 309187"/>
              <a:gd name="connsiteY24" fmla="*/ 64007 h 309541"/>
              <a:gd name="connsiteX25" fmla="*/ 154 w 309187"/>
              <a:gd name="connsiteY25" fmla="*/ 70357 h 309541"/>
              <a:gd name="connsiteX0" fmla="*/ 309187 w 309187"/>
              <a:gd name="connsiteY0" fmla="*/ 309541 h 309541"/>
              <a:gd name="connsiteX1" fmla="*/ 296487 w 309187"/>
              <a:gd name="connsiteY1" fmla="*/ 191007 h 309541"/>
              <a:gd name="connsiteX2" fmla="*/ 294370 w 309187"/>
              <a:gd name="connsiteY2" fmla="*/ 184657 h 309541"/>
              <a:gd name="connsiteX3" fmla="*/ 290137 w 309187"/>
              <a:gd name="connsiteY3" fmla="*/ 174074 h 309541"/>
              <a:gd name="connsiteX4" fmla="*/ 285904 w 309187"/>
              <a:gd name="connsiteY4" fmla="*/ 157141 h 309541"/>
              <a:gd name="connsiteX5" fmla="*/ 277437 w 309187"/>
              <a:gd name="connsiteY5" fmla="*/ 140207 h 309541"/>
              <a:gd name="connsiteX6" fmla="*/ 275320 w 309187"/>
              <a:gd name="connsiteY6" fmla="*/ 131741 h 309541"/>
              <a:gd name="connsiteX7" fmla="*/ 262620 w 309187"/>
              <a:gd name="connsiteY7" fmla="*/ 102107 h 309541"/>
              <a:gd name="connsiteX8" fmla="*/ 258387 w 309187"/>
              <a:gd name="connsiteY8" fmla="*/ 93641 h 309541"/>
              <a:gd name="connsiteX9" fmla="*/ 254154 w 309187"/>
              <a:gd name="connsiteY9" fmla="*/ 80941 h 309541"/>
              <a:gd name="connsiteX10" fmla="*/ 249920 w 309187"/>
              <a:gd name="connsiteY10" fmla="*/ 59774 h 309541"/>
              <a:gd name="connsiteX11" fmla="*/ 243570 w 309187"/>
              <a:gd name="connsiteY11" fmla="*/ 51307 h 309541"/>
              <a:gd name="connsiteX12" fmla="*/ 232987 w 309187"/>
              <a:gd name="connsiteY12" fmla="*/ 36491 h 309541"/>
              <a:gd name="connsiteX13" fmla="*/ 211820 w 309187"/>
              <a:gd name="connsiteY13" fmla="*/ 25907 h 309541"/>
              <a:gd name="connsiteX14" fmla="*/ 180070 w 309187"/>
              <a:gd name="connsiteY14" fmla="*/ 15324 h 309541"/>
              <a:gd name="connsiteX15" fmla="*/ 144087 w 309187"/>
              <a:gd name="connsiteY15" fmla="*/ 4741 h 309541"/>
              <a:gd name="connsiteX16" fmla="*/ 101754 w 309187"/>
              <a:gd name="connsiteY16" fmla="*/ 507 h 309541"/>
              <a:gd name="connsiteX17" fmla="*/ 42487 w 309187"/>
              <a:gd name="connsiteY17" fmla="*/ 2624 h 309541"/>
              <a:gd name="connsiteX18" fmla="*/ 25554 w 309187"/>
              <a:gd name="connsiteY18" fmla="*/ 19557 h 309541"/>
              <a:gd name="connsiteX19" fmla="*/ 21320 w 309187"/>
              <a:gd name="connsiteY19" fmla="*/ 23791 h 309541"/>
              <a:gd name="connsiteX20" fmla="*/ 14970 w 309187"/>
              <a:gd name="connsiteY20" fmla="*/ 30141 h 309541"/>
              <a:gd name="connsiteX21" fmla="*/ 4387 w 309187"/>
              <a:gd name="connsiteY21" fmla="*/ 47074 h 309541"/>
              <a:gd name="connsiteX22" fmla="*/ 2270 w 309187"/>
              <a:gd name="connsiteY22" fmla="*/ 57657 h 309541"/>
              <a:gd name="connsiteX23" fmla="*/ 154 w 309187"/>
              <a:gd name="connsiteY23" fmla="*/ 64007 h 309541"/>
              <a:gd name="connsiteX24" fmla="*/ 154 w 309187"/>
              <a:gd name="connsiteY24" fmla="*/ 70357 h 309541"/>
              <a:gd name="connsiteX0" fmla="*/ 309187 w 309187"/>
              <a:gd name="connsiteY0" fmla="*/ 309541 h 309541"/>
              <a:gd name="connsiteX1" fmla="*/ 296487 w 309187"/>
              <a:gd name="connsiteY1" fmla="*/ 191007 h 309541"/>
              <a:gd name="connsiteX2" fmla="*/ 294370 w 309187"/>
              <a:gd name="connsiteY2" fmla="*/ 184657 h 309541"/>
              <a:gd name="connsiteX3" fmla="*/ 285904 w 309187"/>
              <a:gd name="connsiteY3" fmla="*/ 157141 h 309541"/>
              <a:gd name="connsiteX4" fmla="*/ 277437 w 309187"/>
              <a:gd name="connsiteY4" fmla="*/ 140207 h 309541"/>
              <a:gd name="connsiteX5" fmla="*/ 275320 w 309187"/>
              <a:gd name="connsiteY5" fmla="*/ 131741 h 309541"/>
              <a:gd name="connsiteX6" fmla="*/ 262620 w 309187"/>
              <a:gd name="connsiteY6" fmla="*/ 102107 h 309541"/>
              <a:gd name="connsiteX7" fmla="*/ 258387 w 309187"/>
              <a:gd name="connsiteY7" fmla="*/ 93641 h 309541"/>
              <a:gd name="connsiteX8" fmla="*/ 254154 w 309187"/>
              <a:gd name="connsiteY8" fmla="*/ 80941 h 309541"/>
              <a:gd name="connsiteX9" fmla="*/ 249920 w 309187"/>
              <a:gd name="connsiteY9" fmla="*/ 59774 h 309541"/>
              <a:gd name="connsiteX10" fmla="*/ 243570 w 309187"/>
              <a:gd name="connsiteY10" fmla="*/ 51307 h 309541"/>
              <a:gd name="connsiteX11" fmla="*/ 232987 w 309187"/>
              <a:gd name="connsiteY11" fmla="*/ 36491 h 309541"/>
              <a:gd name="connsiteX12" fmla="*/ 211820 w 309187"/>
              <a:gd name="connsiteY12" fmla="*/ 25907 h 309541"/>
              <a:gd name="connsiteX13" fmla="*/ 180070 w 309187"/>
              <a:gd name="connsiteY13" fmla="*/ 15324 h 309541"/>
              <a:gd name="connsiteX14" fmla="*/ 144087 w 309187"/>
              <a:gd name="connsiteY14" fmla="*/ 4741 h 309541"/>
              <a:gd name="connsiteX15" fmla="*/ 101754 w 309187"/>
              <a:gd name="connsiteY15" fmla="*/ 507 h 309541"/>
              <a:gd name="connsiteX16" fmla="*/ 42487 w 309187"/>
              <a:gd name="connsiteY16" fmla="*/ 2624 h 309541"/>
              <a:gd name="connsiteX17" fmla="*/ 25554 w 309187"/>
              <a:gd name="connsiteY17" fmla="*/ 19557 h 309541"/>
              <a:gd name="connsiteX18" fmla="*/ 21320 w 309187"/>
              <a:gd name="connsiteY18" fmla="*/ 23791 h 309541"/>
              <a:gd name="connsiteX19" fmla="*/ 14970 w 309187"/>
              <a:gd name="connsiteY19" fmla="*/ 30141 h 309541"/>
              <a:gd name="connsiteX20" fmla="*/ 4387 w 309187"/>
              <a:gd name="connsiteY20" fmla="*/ 47074 h 309541"/>
              <a:gd name="connsiteX21" fmla="*/ 2270 w 309187"/>
              <a:gd name="connsiteY21" fmla="*/ 57657 h 309541"/>
              <a:gd name="connsiteX22" fmla="*/ 154 w 309187"/>
              <a:gd name="connsiteY22" fmla="*/ 64007 h 309541"/>
              <a:gd name="connsiteX23" fmla="*/ 154 w 309187"/>
              <a:gd name="connsiteY23" fmla="*/ 70357 h 309541"/>
              <a:gd name="connsiteX0" fmla="*/ 309187 w 309187"/>
              <a:gd name="connsiteY0" fmla="*/ 309541 h 309541"/>
              <a:gd name="connsiteX1" fmla="*/ 296487 w 309187"/>
              <a:gd name="connsiteY1" fmla="*/ 191007 h 309541"/>
              <a:gd name="connsiteX2" fmla="*/ 294370 w 309187"/>
              <a:gd name="connsiteY2" fmla="*/ 184657 h 309541"/>
              <a:gd name="connsiteX3" fmla="*/ 277437 w 309187"/>
              <a:gd name="connsiteY3" fmla="*/ 140207 h 309541"/>
              <a:gd name="connsiteX4" fmla="*/ 275320 w 309187"/>
              <a:gd name="connsiteY4" fmla="*/ 131741 h 309541"/>
              <a:gd name="connsiteX5" fmla="*/ 262620 w 309187"/>
              <a:gd name="connsiteY5" fmla="*/ 102107 h 309541"/>
              <a:gd name="connsiteX6" fmla="*/ 258387 w 309187"/>
              <a:gd name="connsiteY6" fmla="*/ 93641 h 309541"/>
              <a:gd name="connsiteX7" fmla="*/ 254154 w 309187"/>
              <a:gd name="connsiteY7" fmla="*/ 80941 h 309541"/>
              <a:gd name="connsiteX8" fmla="*/ 249920 w 309187"/>
              <a:gd name="connsiteY8" fmla="*/ 59774 h 309541"/>
              <a:gd name="connsiteX9" fmla="*/ 243570 w 309187"/>
              <a:gd name="connsiteY9" fmla="*/ 51307 h 309541"/>
              <a:gd name="connsiteX10" fmla="*/ 232987 w 309187"/>
              <a:gd name="connsiteY10" fmla="*/ 36491 h 309541"/>
              <a:gd name="connsiteX11" fmla="*/ 211820 w 309187"/>
              <a:gd name="connsiteY11" fmla="*/ 25907 h 309541"/>
              <a:gd name="connsiteX12" fmla="*/ 180070 w 309187"/>
              <a:gd name="connsiteY12" fmla="*/ 15324 h 309541"/>
              <a:gd name="connsiteX13" fmla="*/ 144087 w 309187"/>
              <a:gd name="connsiteY13" fmla="*/ 4741 h 309541"/>
              <a:gd name="connsiteX14" fmla="*/ 101754 w 309187"/>
              <a:gd name="connsiteY14" fmla="*/ 507 h 309541"/>
              <a:gd name="connsiteX15" fmla="*/ 42487 w 309187"/>
              <a:gd name="connsiteY15" fmla="*/ 2624 h 309541"/>
              <a:gd name="connsiteX16" fmla="*/ 25554 w 309187"/>
              <a:gd name="connsiteY16" fmla="*/ 19557 h 309541"/>
              <a:gd name="connsiteX17" fmla="*/ 21320 w 309187"/>
              <a:gd name="connsiteY17" fmla="*/ 23791 h 309541"/>
              <a:gd name="connsiteX18" fmla="*/ 14970 w 309187"/>
              <a:gd name="connsiteY18" fmla="*/ 30141 h 309541"/>
              <a:gd name="connsiteX19" fmla="*/ 4387 w 309187"/>
              <a:gd name="connsiteY19" fmla="*/ 47074 h 309541"/>
              <a:gd name="connsiteX20" fmla="*/ 2270 w 309187"/>
              <a:gd name="connsiteY20" fmla="*/ 57657 h 309541"/>
              <a:gd name="connsiteX21" fmla="*/ 154 w 309187"/>
              <a:gd name="connsiteY21" fmla="*/ 64007 h 309541"/>
              <a:gd name="connsiteX22" fmla="*/ 154 w 309187"/>
              <a:gd name="connsiteY22" fmla="*/ 70357 h 309541"/>
              <a:gd name="connsiteX0" fmla="*/ 309187 w 309187"/>
              <a:gd name="connsiteY0" fmla="*/ 309541 h 309541"/>
              <a:gd name="connsiteX1" fmla="*/ 296487 w 309187"/>
              <a:gd name="connsiteY1" fmla="*/ 191007 h 309541"/>
              <a:gd name="connsiteX2" fmla="*/ 294370 w 309187"/>
              <a:gd name="connsiteY2" fmla="*/ 184657 h 309541"/>
              <a:gd name="connsiteX3" fmla="*/ 275320 w 309187"/>
              <a:gd name="connsiteY3" fmla="*/ 131741 h 309541"/>
              <a:gd name="connsiteX4" fmla="*/ 262620 w 309187"/>
              <a:gd name="connsiteY4" fmla="*/ 102107 h 309541"/>
              <a:gd name="connsiteX5" fmla="*/ 258387 w 309187"/>
              <a:gd name="connsiteY5" fmla="*/ 93641 h 309541"/>
              <a:gd name="connsiteX6" fmla="*/ 254154 w 309187"/>
              <a:gd name="connsiteY6" fmla="*/ 80941 h 309541"/>
              <a:gd name="connsiteX7" fmla="*/ 249920 w 309187"/>
              <a:gd name="connsiteY7" fmla="*/ 59774 h 309541"/>
              <a:gd name="connsiteX8" fmla="*/ 243570 w 309187"/>
              <a:gd name="connsiteY8" fmla="*/ 51307 h 309541"/>
              <a:gd name="connsiteX9" fmla="*/ 232987 w 309187"/>
              <a:gd name="connsiteY9" fmla="*/ 36491 h 309541"/>
              <a:gd name="connsiteX10" fmla="*/ 211820 w 309187"/>
              <a:gd name="connsiteY10" fmla="*/ 25907 h 309541"/>
              <a:gd name="connsiteX11" fmla="*/ 180070 w 309187"/>
              <a:gd name="connsiteY11" fmla="*/ 15324 h 309541"/>
              <a:gd name="connsiteX12" fmla="*/ 144087 w 309187"/>
              <a:gd name="connsiteY12" fmla="*/ 4741 h 309541"/>
              <a:gd name="connsiteX13" fmla="*/ 101754 w 309187"/>
              <a:gd name="connsiteY13" fmla="*/ 507 h 309541"/>
              <a:gd name="connsiteX14" fmla="*/ 42487 w 309187"/>
              <a:gd name="connsiteY14" fmla="*/ 2624 h 309541"/>
              <a:gd name="connsiteX15" fmla="*/ 25554 w 309187"/>
              <a:gd name="connsiteY15" fmla="*/ 19557 h 309541"/>
              <a:gd name="connsiteX16" fmla="*/ 21320 w 309187"/>
              <a:gd name="connsiteY16" fmla="*/ 23791 h 309541"/>
              <a:gd name="connsiteX17" fmla="*/ 14970 w 309187"/>
              <a:gd name="connsiteY17" fmla="*/ 30141 h 309541"/>
              <a:gd name="connsiteX18" fmla="*/ 4387 w 309187"/>
              <a:gd name="connsiteY18" fmla="*/ 47074 h 309541"/>
              <a:gd name="connsiteX19" fmla="*/ 2270 w 309187"/>
              <a:gd name="connsiteY19" fmla="*/ 57657 h 309541"/>
              <a:gd name="connsiteX20" fmla="*/ 154 w 309187"/>
              <a:gd name="connsiteY20" fmla="*/ 64007 h 309541"/>
              <a:gd name="connsiteX21" fmla="*/ 154 w 309187"/>
              <a:gd name="connsiteY21" fmla="*/ 70357 h 309541"/>
              <a:gd name="connsiteX0" fmla="*/ 309187 w 309187"/>
              <a:gd name="connsiteY0" fmla="*/ 309541 h 309541"/>
              <a:gd name="connsiteX1" fmla="*/ 296487 w 309187"/>
              <a:gd name="connsiteY1" fmla="*/ 191007 h 309541"/>
              <a:gd name="connsiteX2" fmla="*/ 294370 w 309187"/>
              <a:gd name="connsiteY2" fmla="*/ 184657 h 309541"/>
              <a:gd name="connsiteX3" fmla="*/ 262620 w 309187"/>
              <a:gd name="connsiteY3" fmla="*/ 102107 h 309541"/>
              <a:gd name="connsiteX4" fmla="*/ 258387 w 309187"/>
              <a:gd name="connsiteY4" fmla="*/ 93641 h 309541"/>
              <a:gd name="connsiteX5" fmla="*/ 254154 w 309187"/>
              <a:gd name="connsiteY5" fmla="*/ 80941 h 309541"/>
              <a:gd name="connsiteX6" fmla="*/ 249920 w 309187"/>
              <a:gd name="connsiteY6" fmla="*/ 59774 h 309541"/>
              <a:gd name="connsiteX7" fmla="*/ 243570 w 309187"/>
              <a:gd name="connsiteY7" fmla="*/ 51307 h 309541"/>
              <a:gd name="connsiteX8" fmla="*/ 232987 w 309187"/>
              <a:gd name="connsiteY8" fmla="*/ 36491 h 309541"/>
              <a:gd name="connsiteX9" fmla="*/ 211820 w 309187"/>
              <a:gd name="connsiteY9" fmla="*/ 25907 h 309541"/>
              <a:gd name="connsiteX10" fmla="*/ 180070 w 309187"/>
              <a:gd name="connsiteY10" fmla="*/ 15324 h 309541"/>
              <a:gd name="connsiteX11" fmla="*/ 144087 w 309187"/>
              <a:gd name="connsiteY11" fmla="*/ 4741 h 309541"/>
              <a:gd name="connsiteX12" fmla="*/ 101754 w 309187"/>
              <a:gd name="connsiteY12" fmla="*/ 507 h 309541"/>
              <a:gd name="connsiteX13" fmla="*/ 42487 w 309187"/>
              <a:gd name="connsiteY13" fmla="*/ 2624 h 309541"/>
              <a:gd name="connsiteX14" fmla="*/ 25554 w 309187"/>
              <a:gd name="connsiteY14" fmla="*/ 19557 h 309541"/>
              <a:gd name="connsiteX15" fmla="*/ 21320 w 309187"/>
              <a:gd name="connsiteY15" fmla="*/ 23791 h 309541"/>
              <a:gd name="connsiteX16" fmla="*/ 14970 w 309187"/>
              <a:gd name="connsiteY16" fmla="*/ 30141 h 309541"/>
              <a:gd name="connsiteX17" fmla="*/ 4387 w 309187"/>
              <a:gd name="connsiteY17" fmla="*/ 47074 h 309541"/>
              <a:gd name="connsiteX18" fmla="*/ 2270 w 309187"/>
              <a:gd name="connsiteY18" fmla="*/ 57657 h 309541"/>
              <a:gd name="connsiteX19" fmla="*/ 154 w 309187"/>
              <a:gd name="connsiteY19" fmla="*/ 64007 h 309541"/>
              <a:gd name="connsiteX20" fmla="*/ 154 w 309187"/>
              <a:gd name="connsiteY20" fmla="*/ 70357 h 309541"/>
              <a:gd name="connsiteX0" fmla="*/ 309187 w 309187"/>
              <a:gd name="connsiteY0" fmla="*/ 309541 h 309541"/>
              <a:gd name="connsiteX1" fmla="*/ 296487 w 309187"/>
              <a:gd name="connsiteY1" fmla="*/ 191007 h 309541"/>
              <a:gd name="connsiteX2" fmla="*/ 294370 w 309187"/>
              <a:gd name="connsiteY2" fmla="*/ 184657 h 309541"/>
              <a:gd name="connsiteX3" fmla="*/ 266325 w 309187"/>
              <a:gd name="connsiteY3" fmla="*/ 116924 h 309541"/>
              <a:gd name="connsiteX4" fmla="*/ 262620 w 309187"/>
              <a:gd name="connsiteY4" fmla="*/ 102107 h 309541"/>
              <a:gd name="connsiteX5" fmla="*/ 258387 w 309187"/>
              <a:gd name="connsiteY5" fmla="*/ 93641 h 309541"/>
              <a:gd name="connsiteX6" fmla="*/ 254154 w 309187"/>
              <a:gd name="connsiteY6" fmla="*/ 80941 h 309541"/>
              <a:gd name="connsiteX7" fmla="*/ 249920 w 309187"/>
              <a:gd name="connsiteY7" fmla="*/ 59774 h 309541"/>
              <a:gd name="connsiteX8" fmla="*/ 243570 w 309187"/>
              <a:gd name="connsiteY8" fmla="*/ 51307 h 309541"/>
              <a:gd name="connsiteX9" fmla="*/ 232987 w 309187"/>
              <a:gd name="connsiteY9" fmla="*/ 36491 h 309541"/>
              <a:gd name="connsiteX10" fmla="*/ 211820 w 309187"/>
              <a:gd name="connsiteY10" fmla="*/ 25907 h 309541"/>
              <a:gd name="connsiteX11" fmla="*/ 180070 w 309187"/>
              <a:gd name="connsiteY11" fmla="*/ 15324 h 309541"/>
              <a:gd name="connsiteX12" fmla="*/ 144087 w 309187"/>
              <a:gd name="connsiteY12" fmla="*/ 4741 h 309541"/>
              <a:gd name="connsiteX13" fmla="*/ 101754 w 309187"/>
              <a:gd name="connsiteY13" fmla="*/ 507 h 309541"/>
              <a:gd name="connsiteX14" fmla="*/ 42487 w 309187"/>
              <a:gd name="connsiteY14" fmla="*/ 2624 h 309541"/>
              <a:gd name="connsiteX15" fmla="*/ 25554 w 309187"/>
              <a:gd name="connsiteY15" fmla="*/ 19557 h 309541"/>
              <a:gd name="connsiteX16" fmla="*/ 21320 w 309187"/>
              <a:gd name="connsiteY16" fmla="*/ 23791 h 309541"/>
              <a:gd name="connsiteX17" fmla="*/ 14970 w 309187"/>
              <a:gd name="connsiteY17" fmla="*/ 30141 h 309541"/>
              <a:gd name="connsiteX18" fmla="*/ 4387 w 309187"/>
              <a:gd name="connsiteY18" fmla="*/ 47074 h 309541"/>
              <a:gd name="connsiteX19" fmla="*/ 2270 w 309187"/>
              <a:gd name="connsiteY19" fmla="*/ 57657 h 309541"/>
              <a:gd name="connsiteX20" fmla="*/ 154 w 309187"/>
              <a:gd name="connsiteY20" fmla="*/ 64007 h 309541"/>
              <a:gd name="connsiteX21" fmla="*/ 154 w 309187"/>
              <a:gd name="connsiteY21" fmla="*/ 70357 h 309541"/>
              <a:gd name="connsiteX0" fmla="*/ 309187 w 309187"/>
              <a:gd name="connsiteY0" fmla="*/ 309541 h 309541"/>
              <a:gd name="connsiteX1" fmla="*/ 296487 w 309187"/>
              <a:gd name="connsiteY1" fmla="*/ 191007 h 309541"/>
              <a:gd name="connsiteX2" fmla="*/ 294370 w 309187"/>
              <a:gd name="connsiteY2" fmla="*/ 184657 h 309541"/>
              <a:gd name="connsiteX3" fmla="*/ 266325 w 309187"/>
              <a:gd name="connsiteY3" fmla="*/ 116924 h 309541"/>
              <a:gd name="connsiteX4" fmla="*/ 262620 w 309187"/>
              <a:gd name="connsiteY4" fmla="*/ 102107 h 309541"/>
              <a:gd name="connsiteX5" fmla="*/ 258387 w 309187"/>
              <a:gd name="connsiteY5" fmla="*/ 93641 h 309541"/>
              <a:gd name="connsiteX6" fmla="*/ 249920 w 309187"/>
              <a:gd name="connsiteY6" fmla="*/ 59774 h 309541"/>
              <a:gd name="connsiteX7" fmla="*/ 243570 w 309187"/>
              <a:gd name="connsiteY7" fmla="*/ 51307 h 309541"/>
              <a:gd name="connsiteX8" fmla="*/ 232987 w 309187"/>
              <a:gd name="connsiteY8" fmla="*/ 36491 h 309541"/>
              <a:gd name="connsiteX9" fmla="*/ 211820 w 309187"/>
              <a:gd name="connsiteY9" fmla="*/ 25907 h 309541"/>
              <a:gd name="connsiteX10" fmla="*/ 180070 w 309187"/>
              <a:gd name="connsiteY10" fmla="*/ 15324 h 309541"/>
              <a:gd name="connsiteX11" fmla="*/ 144087 w 309187"/>
              <a:gd name="connsiteY11" fmla="*/ 4741 h 309541"/>
              <a:gd name="connsiteX12" fmla="*/ 101754 w 309187"/>
              <a:gd name="connsiteY12" fmla="*/ 507 h 309541"/>
              <a:gd name="connsiteX13" fmla="*/ 42487 w 309187"/>
              <a:gd name="connsiteY13" fmla="*/ 2624 h 309541"/>
              <a:gd name="connsiteX14" fmla="*/ 25554 w 309187"/>
              <a:gd name="connsiteY14" fmla="*/ 19557 h 309541"/>
              <a:gd name="connsiteX15" fmla="*/ 21320 w 309187"/>
              <a:gd name="connsiteY15" fmla="*/ 23791 h 309541"/>
              <a:gd name="connsiteX16" fmla="*/ 14970 w 309187"/>
              <a:gd name="connsiteY16" fmla="*/ 30141 h 309541"/>
              <a:gd name="connsiteX17" fmla="*/ 4387 w 309187"/>
              <a:gd name="connsiteY17" fmla="*/ 47074 h 309541"/>
              <a:gd name="connsiteX18" fmla="*/ 2270 w 309187"/>
              <a:gd name="connsiteY18" fmla="*/ 57657 h 309541"/>
              <a:gd name="connsiteX19" fmla="*/ 154 w 309187"/>
              <a:gd name="connsiteY19" fmla="*/ 64007 h 309541"/>
              <a:gd name="connsiteX20" fmla="*/ 154 w 309187"/>
              <a:gd name="connsiteY20" fmla="*/ 70357 h 309541"/>
              <a:gd name="connsiteX0" fmla="*/ 309187 w 309187"/>
              <a:gd name="connsiteY0" fmla="*/ 309541 h 309541"/>
              <a:gd name="connsiteX1" fmla="*/ 296487 w 309187"/>
              <a:gd name="connsiteY1" fmla="*/ 191007 h 309541"/>
              <a:gd name="connsiteX2" fmla="*/ 294370 w 309187"/>
              <a:gd name="connsiteY2" fmla="*/ 184657 h 309541"/>
              <a:gd name="connsiteX3" fmla="*/ 266325 w 309187"/>
              <a:gd name="connsiteY3" fmla="*/ 116924 h 309541"/>
              <a:gd name="connsiteX4" fmla="*/ 262620 w 309187"/>
              <a:gd name="connsiteY4" fmla="*/ 102107 h 309541"/>
              <a:gd name="connsiteX5" fmla="*/ 258387 w 309187"/>
              <a:gd name="connsiteY5" fmla="*/ 93641 h 309541"/>
              <a:gd name="connsiteX6" fmla="*/ 249920 w 309187"/>
              <a:gd name="connsiteY6" fmla="*/ 59774 h 309541"/>
              <a:gd name="connsiteX7" fmla="*/ 243570 w 309187"/>
              <a:gd name="connsiteY7" fmla="*/ 51307 h 309541"/>
              <a:gd name="connsiteX8" fmla="*/ 211820 w 309187"/>
              <a:gd name="connsiteY8" fmla="*/ 25907 h 309541"/>
              <a:gd name="connsiteX9" fmla="*/ 180070 w 309187"/>
              <a:gd name="connsiteY9" fmla="*/ 15324 h 309541"/>
              <a:gd name="connsiteX10" fmla="*/ 144087 w 309187"/>
              <a:gd name="connsiteY10" fmla="*/ 4741 h 309541"/>
              <a:gd name="connsiteX11" fmla="*/ 101754 w 309187"/>
              <a:gd name="connsiteY11" fmla="*/ 507 h 309541"/>
              <a:gd name="connsiteX12" fmla="*/ 42487 w 309187"/>
              <a:gd name="connsiteY12" fmla="*/ 2624 h 309541"/>
              <a:gd name="connsiteX13" fmla="*/ 25554 w 309187"/>
              <a:gd name="connsiteY13" fmla="*/ 19557 h 309541"/>
              <a:gd name="connsiteX14" fmla="*/ 21320 w 309187"/>
              <a:gd name="connsiteY14" fmla="*/ 23791 h 309541"/>
              <a:gd name="connsiteX15" fmla="*/ 14970 w 309187"/>
              <a:gd name="connsiteY15" fmla="*/ 30141 h 309541"/>
              <a:gd name="connsiteX16" fmla="*/ 4387 w 309187"/>
              <a:gd name="connsiteY16" fmla="*/ 47074 h 309541"/>
              <a:gd name="connsiteX17" fmla="*/ 2270 w 309187"/>
              <a:gd name="connsiteY17" fmla="*/ 57657 h 309541"/>
              <a:gd name="connsiteX18" fmla="*/ 154 w 309187"/>
              <a:gd name="connsiteY18" fmla="*/ 64007 h 309541"/>
              <a:gd name="connsiteX19" fmla="*/ 154 w 309187"/>
              <a:gd name="connsiteY19" fmla="*/ 70357 h 309541"/>
              <a:gd name="connsiteX0" fmla="*/ 309187 w 309187"/>
              <a:gd name="connsiteY0" fmla="*/ 309541 h 309541"/>
              <a:gd name="connsiteX1" fmla="*/ 296487 w 309187"/>
              <a:gd name="connsiteY1" fmla="*/ 191007 h 309541"/>
              <a:gd name="connsiteX2" fmla="*/ 294370 w 309187"/>
              <a:gd name="connsiteY2" fmla="*/ 184657 h 309541"/>
              <a:gd name="connsiteX3" fmla="*/ 266325 w 309187"/>
              <a:gd name="connsiteY3" fmla="*/ 116924 h 309541"/>
              <a:gd name="connsiteX4" fmla="*/ 262620 w 309187"/>
              <a:gd name="connsiteY4" fmla="*/ 102107 h 309541"/>
              <a:gd name="connsiteX5" fmla="*/ 258387 w 309187"/>
              <a:gd name="connsiteY5" fmla="*/ 93641 h 309541"/>
              <a:gd name="connsiteX6" fmla="*/ 243570 w 309187"/>
              <a:gd name="connsiteY6" fmla="*/ 51307 h 309541"/>
              <a:gd name="connsiteX7" fmla="*/ 211820 w 309187"/>
              <a:gd name="connsiteY7" fmla="*/ 25907 h 309541"/>
              <a:gd name="connsiteX8" fmla="*/ 180070 w 309187"/>
              <a:gd name="connsiteY8" fmla="*/ 15324 h 309541"/>
              <a:gd name="connsiteX9" fmla="*/ 144087 w 309187"/>
              <a:gd name="connsiteY9" fmla="*/ 4741 h 309541"/>
              <a:gd name="connsiteX10" fmla="*/ 101754 w 309187"/>
              <a:gd name="connsiteY10" fmla="*/ 507 h 309541"/>
              <a:gd name="connsiteX11" fmla="*/ 42487 w 309187"/>
              <a:gd name="connsiteY11" fmla="*/ 2624 h 309541"/>
              <a:gd name="connsiteX12" fmla="*/ 25554 w 309187"/>
              <a:gd name="connsiteY12" fmla="*/ 19557 h 309541"/>
              <a:gd name="connsiteX13" fmla="*/ 21320 w 309187"/>
              <a:gd name="connsiteY13" fmla="*/ 23791 h 309541"/>
              <a:gd name="connsiteX14" fmla="*/ 14970 w 309187"/>
              <a:gd name="connsiteY14" fmla="*/ 30141 h 309541"/>
              <a:gd name="connsiteX15" fmla="*/ 4387 w 309187"/>
              <a:gd name="connsiteY15" fmla="*/ 47074 h 309541"/>
              <a:gd name="connsiteX16" fmla="*/ 2270 w 309187"/>
              <a:gd name="connsiteY16" fmla="*/ 57657 h 309541"/>
              <a:gd name="connsiteX17" fmla="*/ 154 w 309187"/>
              <a:gd name="connsiteY17" fmla="*/ 64007 h 309541"/>
              <a:gd name="connsiteX18" fmla="*/ 154 w 309187"/>
              <a:gd name="connsiteY18" fmla="*/ 70357 h 309541"/>
              <a:gd name="connsiteX0" fmla="*/ 309187 w 309187"/>
              <a:gd name="connsiteY0" fmla="*/ 309541 h 309541"/>
              <a:gd name="connsiteX1" fmla="*/ 296487 w 309187"/>
              <a:gd name="connsiteY1" fmla="*/ 191007 h 309541"/>
              <a:gd name="connsiteX2" fmla="*/ 294370 w 309187"/>
              <a:gd name="connsiteY2" fmla="*/ 184657 h 309541"/>
              <a:gd name="connsiteX3" fmla="*/ 266325 w 309187"/>
              <a:gd name="connsiteY3" fmla="*/ 116924 h 309541"/>
              <a:gd name="connsiteX4" fmla="*/ 262620 w 309187"/>
              <a:gd name="connsiteY4" fmla="*/ 102107 h 309541"/>
              <a:gd name="connsiteX5" fmla="*/ 258387 w 309187"/>
              <a:gd name="connsiteY5" fmla="*/ 93641 h 309541"/>
              <a:gd name="connsiteX6" fmla="*/ 211820 w 309187"/>
              <a:gd name="connsiteY6" fmla="*/ 25907 h 309541"/>
              <a:gd name="connsiteX7" fmla="*/ 180070 w 309187"/>
              <a:gd name="connsiteY7" fmla="*/ 15324 h 309541"/>
              <a:gd name="connsiteX8" fmla="*/ 144087 w 309187"/>
              <a:gd name="connsiteY8" fmla="*/ 4741 h 309541"/>
              <a:gd name="connsiteX9" fmla="*/ 101754 w 309187"/>
              <a:gd name="connsiteY9" fmla="*/ 507 h 309541"/>
              <a:gd name="connsiteX10" fmla="*/ 42487 w 309187"/>
              <a:gd name="connsiteY10" fmla="*/ 2624 h 309541"/>
              <a:gd name="connsiteX11" fmla="*/ 25554 w 309187"/>
              <a:gd name="connsiteY11" fmla="*/ 19557 h 309541"/>
              <a:gd name="connsiteX12" fmla="*/ 21320 w 309187"/>
              <a:gd name="connsiteY12" fmla="*/ 23791 h 309541"/>
              <a:gd name="connsiteX13" fmla="*/ 14970 w 309187"/>
              <a:gd name="connsiteY13" fmla="*/ 30141 h 309541"/>
              <a:gd name="connsiteX14" fmla="*/ 4387 w 309187"/>
              <a:gd name="connsiteY14" fmla="*/ 47074 h 309541"/>
              <a:gd name="connsiteX15" fmla="*/ 2270 w 309187"/>
              <a:gd name="connsiteY15" fmla="*/ 57657 h 309541"/>
              <a:gd name="connsiteX16" fmla="*/ 154 w 309187"/>
              <a:gd name="connsiteY16" fmla="*/ 64007 h 309541"/>
              <a:gd name="connsiteX17" fmla="*/ 154 w 309187"/>
              <a:gd name="connsiteY17" fmla="*/ 70357 h 309541"/>
              <a:gd name="connsiteX0" fmla="*/ 309187 w 309187"/>
              <a:gd name="connsiteY0" fmla="*/ 309541 h 309541"/>
              <a:gd name="connsiteX1" fmla="*/ 296487 w 309187"/>
              <a:gd name="connsiteY1" fmla="*/ 191007 h 309541"/>
              <a:gd name="connsiteX2" fmla="*/ 294370 w 309187"/>
              <a:gd name="connsiteY2" fmla="*/ 184657 h 309541"/>
              <a:gd name="connsiteX3" fmla="*/ 266325 w 309187"/>
              <a:gd name="connsiteY3" fmla="*/ 116924 h 309541"/>
              <a:gd name="connsiteX4" fmla="*/ 262620 w 309187"/>
              <a:gd name="connsiteY4" fmla="*/ 102107 h 309541"/>
              <a:gd name="connsiteX5" fmla="*/ 258387 w 309187"/>
              <a:gd name="connsiteY5" fmla="*/ 93641 h 309541"/>
              <a:gd name="connsiteX6" fmla="*/ 180070 w 309187"/>
              <a:gd name="connsiteY6" fmla="*/ 15324 h 309541"/>
              <a:gd name="connsiteX7" fmla="*/ 144087 w 309187"/>
              <a:gd name="connsiteY7" fmla="*/ 4741 h 309541"/>
              <a:gd name="connsiteX8" fmla="*/ 101754 w 309187"/>
              <a:gd name="connsiteY8" fmla="*/ 507 h 309541"/>
              <a:gd name="connsiteX9" fmla="*/ 42487 w 309187"/>
              <a:gd name="connsiteY9" fmla="*/ 2624 h 309541"/>
              <a:gd name="connsiteX10" fmla="*/ 25554 w 309187"/>
              <a:gd name="connsiteY10" fmla="*/ 19557 h 309541"/>
              <a:gd name="connsiteX11" fmla="*/ 21320 w 309187"/>
              <a:gd name="connsiteY11" fmla="*/ 23791 h 309541"/>
              <a:gd name="connsiteX12" fmla="*/ 14970 w 309187"/>
              <a:gd name="connsiteY12" fmla="*/ 30141 h 309541"/>
              <a:gd name="connsiteX13" fmla="*/ 4387 w 309187"/>
              <a:gd name="connsiteY13" fmla="*/ 47074 h 309541"/>
              <a:gd name="connsiteX14" fmla="*/ 2270 w 309187"/>
              <a:gd name="connsiteY14" fmla="*/ 57657 h 309541"/>
              <a:gd name="connsiteX15" fmla="*/ 154 w 309187"/>
              <a:gd name="connsiteY15" fmla="*/ 64007 h 309541"/>
              <a:gd name="connsiteX16" fmla="*/ 154 w 309187"/>
              <a:gd name="connsiteY16" fmla="*/ 70357 h 309541"/>
              <a:gd name="connsiteX0" fmla="*/ 309187 w 309187"/>
              <a:gd name="connsiteY0" fmla="*/ 309541 h 309541"/>
              <a:gd name="connsiteX1" fmla="*/ 296487 w 309187"/>
              <a:gd name="connsiteY1" fmla="*/ 191007 h 309541"/>
              <a:gd name="connsiteX2" fmla="*/ 294370 w 309187"/>
              <a:gd name="connsiteY2" fmla="*/ 184657 h 309541"/>
              <a:gd name="connsiteX3" fmla="*/ 266325 w 309187"/>
              <a:gd name="connsiteY3" fmla="*/ 116924 h 309541"/>
              <a:gd name="connsiteX4" fmla="*/ 262620 w 309187"/>
              <a:gd name="connsiteY4" fmla="*/ 102107 h 309541"/>
              <a:gd name="connsiteX5" fmla="*/ 263150 w 309187"/>
              <a:gd name="connsiteY5" fmla="*/ 20616 h 309541"/>
              <a:gd name="connsiteX6" fmla="*/ 180070 w 309187"/>
              <a:gd name="connsiteY6" fmla="*/ 15324 h 309541"/>
              <a:gd name="connsiteX7" fmla="*/ 144087 w 309187"/>
              <a:gd name="connsiteY7" fmla="*/ 4741 h 309541"/>
              <a:gd name="connsiteX8" fmla="*/ 101754 w 309187"/>
              <a:gd name="connsiteY8" fmla="*/ 507 h 309541"/>
              <a:gd name="connsiteX9" fmla="*/ 42487 w 309187"/>
              <a:gd name="connsiteY9" fmla="*/ 2624 h 309541"/>
              <a:gd name="connsiteX10" fmla="*/ 25554 w 309187"/>
              <a:gd name="connsiteY10" fmla="*/ 19557 h 309541"/>
              <a:gd name="connsiteX11" fmla="*/ 21320 w 309187"/>
              <a:gd name="connsiteY11" fmla="*/ 23791 h 309541"/>
              <a:gd name="connsiteX12" fmla="*/ 14970 w 309187"/>
              <a:gd name="connsiteY12" fmla="*/ 30141 h 309541"/>
              <a:gd name="connsiteX13" fmla="*/ 4387 w 309187"/>
              <a:gd name="connsiteY13" fmla="*/ 47074 h 309541"/>
              <a:gd name="connsiteX14" fmla="*/ 2270 w 309187"/>
              <a:gd name="connsiteY14" fmla="*/ 57657 h 309541"/>
              <a:gd name="connsiteX15" fmla="*/ 154 w 309187"/>
              <a:gd name="connsiteY15" fmla="*/ 64007 h 309541"/>
              <a:gd name="connsiteX16" fmla="*/ 154 w 309187"/>
              <a:gd name="connsiteY16" fmla="*/ 70357 h 309541"/>
              <a:gd name="connsiteX0" fmla="*/ 309187 w 309187"/>
              <a:gd name="connsiteY0" fmla="*/ 309541 h 309541"/>
              <a:gd name="connsiteX1" fmla="*/ 296487 w 309187"/>
              <a:gd name="connsiteY1" fmla="*/ 191007 h 309541"/>
              <a:gd name="connsiteX2" fmla="*/ 294370 w 309187"/>
              <a:gd name="connsiteY2" fmla="*/ 184657 h 309541"/>
              <a:gd name="connsiteX3" fmla="*/ 266325 w 309187"/>
              <a:gd name="connsiteY3" fmla="*/ 116924 h 309541"/>
              <a:gd name="connsiteX4" fmla="*/ 263150 w 309187"/>
              <a:gd name="connsiteY4" fmla="*/ 20616 h 309541"/>
              <a:gd name="connsiteX5" fmla="*/ 180070 w 309187"/>
              <a:gd name="connsiteY5" fmla="*/ 15324 h 309541"/>
              <a:gd name="connsiteX6" fmla="*/ 144087 w 309187"/>
              <a:gd name="connsiteY6" fmla="*/ 4741 h 309541"/>
              <a:gd name="connsiteX7" fmla="*/ 101754 w 309187"/>
              <a:gd name="connsiteY7" fmla="*/ 507 h 309541"/>
              <a:gd name="connsiteX8" fmla="*/ 42487 w 309187"/>
              <a:gd name="connsiteY8" fmla="*/ 2624 h 309541"/>
              <a:gd name="connsiteX9" fmla="*/ 25554 w 309187"/>
              <a:gd name="connsiteY9" fmla="*/ 19557 h 309541"/>
              <a:gd name="connsiteX10" fmla="*/ 21320 w 309187"/>
              <a:gd name="connsiteY10" fmla="*/ 23791 h 309541"/>
              <a:gd name="connsiteX11" fmla="*/ 14970 w 309187"/>
              <a:gd name="connsiteY11" fmla="*/ 30141 h 309541"/>
              <a:gd name="connsiteX12" fmla="*/ 4387 w 309187"/>
              <a:gd name="connsiteY12" fmla="*/ 47074 h 309541"/>
              <a:gd name="connsiteX13" fmla="*/ 2270 w 309187"/>
              <a:gd name="connsiteY13" fmla="*/ 57657 h 309541"/>
              <a:gd name="connsiteX14" fmla="*/ 154 w 309187"/>
              <a:gd name="connsiteY14" fmla="*/ 64007 h 309541"/>
              <a:gd name="connsiteX15" fmla="*/ 154 w 309187"/>
              <a:gd name="connsiteY15" fmla="*/ 70357 h 309541"/>
              <a:gd name="connsiteX0" fmla="*/ 309187 w 309187"/>
              <a:gd name="connsiteY0" fmla="*/ 309541 h 309541"/>
              <a:gd name="connsiteX1" fmla="*/ 296487 w 309187"/>
              <a:gd name="connsiteY1" fmla="*/ 191007 h 309541"/>
              <a:gd name="connsiteX2" fmla="*/ 294370 w 309187"/>
              <a:gd name="connsiteY2" fmla="*/ 184657 h 309541"/>
              <a:gd name="connsiteX3" fmla="*/ 263150 w 309187"/>
              <a:gd name="connsiteY3" fmla="*/ 20616 h 309541"/>
              <a:gd name="connsiteX4" fmla="*/ 180070 w 309187"/>
              <a:gd name="connsiteY4" fmla="*/ 15324 h 309541"/>
              <a:gd name="connsiteX5" fmla="*/ 144087 w 309187"/>
              <a:gd name="connsiteY5" fmla="*/ 4741 h 309541"/>
              <a:gd name="connsiteX6" fmla="*/ 101754 w 309187"/>
              <a:gd name="connsiteY6" fmla="*/ 507 h 309541"/>
              <a:gd name="connsiteX7" fmla="*/ 42487 w 309187"/>
              <a:gd name="connsiteY7" fmla="*/ 2624 h 309541"/>
              <a:gd name="connsiteX8" fmla="*/ 25554 w 309187"/>
              <a:gd name="connsiteY8" fmla="*/ 19557 h 309541"/>
              <a:gd name="connsiteX9" fmla="*/ 21320 w 309187"/>
              <a:gd name="connsiteY9" fmla="*/ 23791 h 309541"/>
              <a:gd name="connsiteX10" fmla="*/ 14970 w 309187"/>
              <a:gd name="connsiteY10" fmla="*/ 30141 h 309541"/>
              <a:gd name="connsiteX11" fmla="*/ 4387 w 309187"/>
              <a:gd name="connsiteY11" fmla="*/ 47074 h 309541"/>
              <a:gd name="connsiteX12" fmla="*/ 2270 w 309187"/>
              <a:gd name="connsiteY12" fmla="*/ 57657 h 309541"/>
              <a:gd name="connsiteX13" fmla="*/ 154 w 309187"/>
              <a:gd name="connsiteY13" fmla="*/ 64007 h 309541"/>
              <a:gd name="connsiteX14" fmla="*/ 154 w 309187"/>
              <a:gd name="connsiteY14" fmla="*/ 70357 h 309541"/>
              <a:gd name="connsiteX0" fmla="*/ 309187 w 309187"/>
              <a:gd name="connsiteY0" fmla="*/ 309541 h 309541"/>
              <a:gd name="connsiteX1" fmla="*/ 296487 w 309187"/>
              <a:gd name="connsiteY1" fmla="*/ 191007 h 309541"/>
              <a:gd name="connsiteX2" fmla="*/ 263150 w 309187"/>
              <a:gd name="connsiteY2" fmla="*/ 20616 h 309541"/>
              <a:gd name="connsiteX3" fmla="*/ 180070 w 309187"/>
              <a:gd name="connsiteY3" fmla="*/ 15324 h 309541"/>
              <a:gd name="connsiteX4" fmla="*/ 144087 w 309187"/>
              <a:gd name="connsiteY4" fmla="*/ 4741 h 309541"/>
              <a:gd name="connsiteX5" fmla="*/ 101754 w 309187"/>
              <a:gd name="connsiteY5" fmla="*/ 507 h 309541"/>
              <a:gd name="connsiteX6" fmla="*/ 42487 w 309187"/>
              <a:gd name="connsiteY6" fmla="*/ 2624 h 309541"/>
              <a:gd name="connsiteX7" fmla="*/ 25554 w 309187"/>
              <a:gd name="connsiteY7" fmla="*/ 19557 h 309541"/>
              <a:gd name="connsiteX8" fmla="*/ 21320 w 309187"/>
              <a:gd name="connsiteY8" fmla="*/ 23791 h 309541"/>
              <a:gd name="connsiteX9" fmla="*/ 14970 w 309187"/>
              <a:gd name="connsiteY9" fmla="*/ 30141 h 309541"/>
              <a:gd name="connsiteX10" fmla="*/ 4387 w 309187"/>
              <a:gd name="connsiteY10" fmla="*/ 47074 h 309541"/>
              <a:gd name="connsiteX11" fmla="*/ 2270 w 309187"/>
              <a:gd name="connsiteY11" fmla="*/ 57657 h 309541"/>
              <a:gd name="connsiteX12" fmla="*/ 154 w 309187"/>
              <a:gd name="connsiteY12" fmla="*/ 64007 h 309541"/>
              <a:gd name="connsiteX13" fmla="*/ 154 w 309187"/>
              <a:gd name="connsiteY13" fmla="*/ 70357 h 309541"/>
              <a:gd name="connsiteX0" fmla="*/ 309187 w 309187"/>
              <a:gd name="connsiteY0" fmla="*/ 311537 h 311537"/>
              <a:gd name="connsiteX1" fmla="*/ 263150 w 309187"/>
              <a:gd name="connsiteY1" fmla="*/ 22612 h 311537"/>
              <a:gd name="connsiteX2" fmla="*/ 180070 w 309187"/>
              <a:gd name="connsiteY2" fmla="*/ 17320 h 311537"/>
              <a:gd name="connsiteX3" fmla="*/ 144087 w 309187"/>
              <a:gd name="connsiteY3" fmla="*/ 6737 h 311537"/>
              <a:gd name="connsiteX4" fmla="*/ 101754 w 309187"/>
              <a:gd name="connsiteY4" fmla="*/ 2503 h 311537"/>
              <a:gd name="connsiteX5" fmla="*/ 42487 w 309187"/>
              <a:gd name="connsiteY5" fmla="*/ 4620 h 311537"/>
              <a:gd name="connsiteX6" fmla="*/ 25554 w 309187"/>
              <a:gd name="connsiteY6" fmla="*/ 21553 h 311537"/>
              <a:gd name="connsiteX7" fmla="*/ 21320 w 309187"/>
              <a:gd name="connsiteY7" fmla="*/ 25787 h 311537"/>
              <a:gd name="connsiteX8" fmla="*/ 14970 w 309187"/>
              <a:gd name="connsiteY8" fmla="*/ 32137 h 311537"/>
              <a:gd name="connsiteX9" fmla="*/ 4387 w 309187"/>
              <a:gd name="connsiteY9" fmla="*/ 49070 h 311537"/>
              <a:gd name="connsiteX10" fmla="*/ 2270 w 309187"/>
              <a:gd name="connsiteY10" fmla="*/ 59653 h 311537"/>
              <a:gd name="connsiteX11" fmla="*/ 154 w 309187"/>
              <a:gd name="connsiteY11" fmla="*/ 66003 h 311537"/>
              <a:gd name="connsiteX12" fmla="*/ 154 w 309187"/>
              <a:gd name="connsiteY12" fmla="*/ 72353 h 311537"/>
              <a:gd name="connsiteX0" fmla="*/ 309187 w 309187"/>
              <a:gd name="connsiteY0" fmla="*/ 309542 h 309542"/>
              <a:gd name="connsiteX1" fmla="*/ 285375 w 309187"/>
              <a:gd name="connsiteY1" fmla="*/ 99992 h 309542"/>
              <a:gd name="connsiteX2" fmla="*/ 180070 w 309187"/>
              <a:gd name="connsiteY2" fmla="*/ 15325 h 309542"/>
              <a:gd name="connsiteX3" fmla="*/ 144087 w 309187"/>
              <a:gd name="connsiteY3" fmla="*/ 4742 h 309542"/>
              <a:gd name="connsiteX4" fmla="*/ 101754 w 309187"/>
              <a:gd name="connsiteY4" fmla="*/ 508 h 309542"/>
              <a:gd name="connsiteX5" fmla="*/ 42487 w 309187"/>
              <a:gd name="connsiteY5" fmla="*/ 2625 h 309542"/>
              <a:gd name="connsiteX6" fmla="*/ 25554 w 309187"/>
              <a:gd name="connsiteY6" fmla="*/ 19558 h 309542"/>
              <a:gd name="connsiteX7" fmla="*/ 21320 w 309187"/>
              <a:gd name="connsiteY7" fmla="*/ 23792 h 309542"/>
              <a:gd name="connsiteX8" fmla="*/ 14970 w 309187"/>
              <a:gd name="connsiteY8" fmla="*/ 30142 h 309542"/>
              <a:gd name="connsiteX9" fmla="*/ 4387 w 309187"/>
              <a:gd name="connsiteY9" fmla="*/ 47075 h 309542"/>
              <a:gd name="connsiteX10" fmla="*/ 2270 w 309187"/>
              <a:gd name="connsiteY10" fmla="*/ 57658 h 309542"/>
              <a:gd name="connsiteX11" fmla="*/ 154 w 309187"/>
              <a:gd name="connsiteY11" fmla="*/ 64008 h 309542"/>
              <a:gd name="connsiteX12" fmla="*/ 154 w 309187"/>
              <a:gd name="connsiteY12" fmla="*/ 70358 h 309542"/>
              <a:gd name="connsiteX0" fmla="*/ 309187 w 309187"/>
              <a:gd name="connsiteY0" fmla="*/ 309542 h 309542"/>
              <a:gd name="connsiteX1" fmla="*/ 285375 w 309187"/>
              <a:gd name="connsiteY1" fmla="*/ 99992 h 309542"/>
              <a:gd name="connsiteX2" fmla="*/ 180070 w 309187"/>
              <a:gd name="connsiteY2" fmla="*/ 15325 h 309542"/>
              <a:gd name="connsiteX3" fmla="*/ 144087 w 309187"/>
              <a:gd name="connsiteY3" fmla="*/ 4742 h 309542"/>
              <a:gd name="connsiteX4" fmla="*/ 101754 w 309187"/>
              <a:gd name="connsiteY4" fmla="*/ 508 h 309542"/>
              <a:gd name="connsiteX5" fmla="*/ 42487 w 309187"/>
              <a:gd name="connsiteY5" fmla="*/ 2625 h 309542"/>
              <a:gd name="connsiteX6" fmla="*/ 25554 w 309187"/>
              <a:gd name="connsiteY6" fmla="*/ 19558 h 309542"/>
              <a:gd name="connsiteX7" fmla="*/ 21320 w 309187"/>
              <a:gd name="connsiteY7" fmla="*/ 23792 h 309542"/>
              <a:gd name="connsiteX8" fmla="*/ 14970 w 309187"/>
              <a:gd name="connsiteY8" fmla="*/ 30142 h 309542"/>
              <a:gd name="connsiteX9" fmla="*/ 4387 w 309187"/>
              <a:gd name="connsiteY9" fmla="*/ 47075 h 309542"/>
              <a:gd name="connsiteX10" fmla="*/ 2270 w 309187"/>
              <a:gd name="connsiteY10" fmla="*/ 57658 h 309542"/>
              <a:gd name="connsiteX11" fmla="*/ 154 w 309187"/>
              <a:gd name="connsiteY11" fmla="*/ 64008 h 309542"/>
              <a:gd name="connsiteX12" fmla="*/ 154 w 309187"/>
              <a:gd name="connsiteY12" fmla="*/ 70358 h 309542"/>
              <a:gd name="connsiteX0" fmla="*/ 309187 w 309187"/>
              <a:gd name="connsiteY0" fmla="*/ 309542 h 309542"/>
              <a:gd name="connsiteX1" fmla="*/ 283788 w 309187"/>
              <a:gd name="connsiteY1" fmla="*/ 104754 h 309542"/>
              <a:gd name="connsiteX2" fmla="*/ 180070 w 309187"/>
              <a:gd name="connsiteY2" fmla="*/ 15325 h 309542"/>
              <a:gd name="connsiteX3" fmla="*/ 144087 w 309187"/>
              <a:gd name="connsiteY3" fmla="*/ 4742 h 309542"/>
              <a:gd name="connsiteX4" fmla="*/ 101754 w 309187"/>
              <a:gd name="connsiteY4" fmla="*/ 508 h 309542"/>
              <a:gd name="connsiteX5" fmla="*/ 42487 w 309187"/>
              <a:gd name="connsiteY5" fmla="*/ 2625 h 309542"/>
              <a:gd name="connsiteX6" fmla="*/ 25554 w 309187"/>
              <a:gd name="connsiteY6" fmla="*/ 19558 h 309542"/>
              <a:gd name="connsiteX7" fmla="*/ 21320 w 309187"/>
              <a:gd name="connsiteY7" fmla="*/ 23792 h 309542"/>
              <a:gd name="connsiteX8" fmla="*/ 14970 w 309187"/>
              <a:gd name="connsiteY8" fmla="*/ 30142 h 309542"/>
              <a:gd name="connsiteX9" fmla="*/ 4387 w 309187"/>
              <a:gd name="connsiteY9" fmla="*/ 47075 h 309542"/>
              <a:gd name="connsiteX10" fmla="*/ 2270 w 309187"/>
              <a:gd name="connsiteY10" fmla="*/ 57658 h 309542"/>
              <a:gd name="connsiteX11" fmla="*/ 154 w 309187"/>
              <a:gd name="connsiteY11" fmla="*/ 64008 h 309542"/>
              <a:gd name="connsiteX12" fmla="*/ 154 w 309187"/>
              <a:gd name="connsiteY12" fmla="*/ 70358 h 309542"/>
              <a:gd name="connsiteX0" fmla="*/ 309187 w 309187"/>
              <a:gd name="connsiteY0" fmla="*/ 309542 h 309542"/>
              <a:gd name="connsiteX1" fmla="*/ 283788 w 309187"/>
              <a:gd name="connsiteY1" fmla="*/ 104754 h 309542"/>
              <a:gd name="connsiteX2" fmla="*/ 219758 w 309187"/>
              <a:gd name="connsiteY2" fmla="*/ 15325 h 309542"/>
              <a:gd name="connsiteX3" fmla="*/ 144087 w 309187"/>
              <a:gd name="connsiteY3" fmla="*/ 4742 h 309542"/>
              <a:gd name="connsiteX4" fmla="*/ 101754 w 309187"/>
              <a:gd name="connsiteY4" fmla="*/ 508 h 309542"/>
              <a:gd name="connsiteX5" fmla="*/ 42487 w 309187"/>
              <a:gd name="connsiteY5" fmla="*/ 2625 h 309542"/>
              <a:gd name="connsiteX6" fmla="*/ 25554 w 309187"/>
              <a:gd name="connsiteY6" fmla="*/ 19558 h 309542"/>
              <a:gd name="connsiteX7" fmla="*/ 21320 w 309187"/>
              <a:gd name="connsiteY7" fmla="*/ 23792 h 309542"/>
              <a:gd name="connsiteX8" fmla="*/ 14970 w 309187"/>
              <a:gd name="connsiteY8" fmla="*/ 30142 h 309542"/>
              <a:gd name="connsiteX9" fmla="*/ 4387 w 309187"/>
              <a:gd name="connsiteY9" fmla="*/ 47075 h 309542"/>
              <a:gd name="connsiteX10" fmla="*/ 2270 w 309187"/>
              <a:gd name="connsiteY10" fmla="*/ 57658 h 309542"/>
              <a:gd name="connsiteX11" fmla="*/ 154 w 309187"/>
              <a:gd name="connsiteY11" fmla="*/ 64008 h 309542"/>
              <a:gd name="connsiteX12" fmla="*/ 154 w 309187"/>
              <a:gd name="connsiteY12" fmla="*/ 70358 h 309542"/>
              <a:gd name="connsiteX0" fmla="*/ 309187 w 309187"/>
              <a:gd name="connsiteY0" fmla="*/ 310601 h 310601"/>
              <a:gd name="connsiteX1" fmla="*/ 283788 w 309187"/>
              <a:gd name="connsiteY1" fmla="*/ 105813 h 310601"/>
              <a:gd name="connsiteX2" fmla="*/ 219758 w 309187"/>
              <a:gd name="connsiteY2" fmla="*/ 16384 h 310601"/>
              <a:gd name="connsiteX3" fmla="*/ 101754 w 309187"/>
              <a:gd name="connsiteY3" fmla="*/ 1567 h 310601"/>
              <a:gd name="connsiteX4" fmla="*/ 42487 w 309187"/>
              <a:gd name="connsiteY4" fmla="*/ 3684 h 310601"/>
              <a:gd name="connsiteX5" fmla="*/ 25554 w 309187"/>
              <a:gd name="connsiteY5" fmla="*/ 20617 h 310601"/>
              <a:gd name="connsiteX6" fmla="*/ 21320 w 309187"/>
              <a:gd name="connsiteY6" fmla="*/ 24851 h 310601"/>
              <a:gd name="connsiteX7" fmla="*/ 14970 w 309187"/>
              <a:gd name="connsiteY7" fmla="*/ 31201 h 310601"/>
              <a:gd name="connsiteX8" fmla="*/ 4387 w 309187"/>
              <a:gd name="connsiteY8" fmla="*/ 48134 h 310601"/>
              <a:gd name="connsiteX9" fmla="*/ 2270 w 309187"/>
              <a:gd name="connsiteY9" fmla="*/ 58717 h 310601"/>
              <a:gd name="connsiteX10" fmla="*/ 154 w 309187"/>
              <a:gd name="connsiteY10" fmla="*/ 65067 h 310601"/>
              <a:gd name="connsiteX11" fmla="*/ 154 w 309187"/>
              <a:gd name="connsiteY11" fmla="*/ 71417 h 310601"/>
              <a:gd name="connsiteX0" fmla="*/ 309187 w 309187"/>
              <a:gd name="connsiteY0" fmla="*/ 310601 h 310601"/>
              <a:gd name="connsiteX1" fmla="*/ 283788 w 309187"/>
              <a:gd name="connsiteY1" fmla="*/ 105813 h 310601"/>
              <a:gd name="connsiteX2" fmla="*/ 219758 w 309187"/>
              <a:gd name="connsiteY2" fmla="*/ 16384 h 310601"/>
              <a:gd name="connsiteX3" fmla="*/ 101754 w 309187"/>
              <a:gd name="connsiteY3" fmla="*/ 1567 h 310601"/>
              <a:gd name="connsiteX4" fmla="*/ 42487 w 309187"/>
              <a:gd name="connsiteY4" fmla="*/ 3684 h 310601"/>
              <a:gd name="connsiteX5" fmla="*/ 25554 w 309187"/>
              <a:gd name="connsiteY5" fmla="*/ 20617 h 310601"/>
              <a:gd name="connsiteX6" fmla="*/ 14970 w 309187"/>
              <a:gd name="connsiteY6" fmla="*/ 31201 h 310601"/>
              <a:gd name="connsiteX7" fmla="*/ 4387 w 309187"/>
              <a:gd name="connsiteY7" fmla="*/ 48134 h 310601"/>
              <a:gd name="connsiteX8" fmla="*/ 2270 w 309187"/>
              <a:gd name="connsiteY8" fmla="*/ 58717 h 310601"/>
              <a:gd name="connsiteX9" fmla="*/ 154 w 309187"/>
              <a:gd name="connsiteY9" fmla="*/ 65067 h 310601"/>
              <a:gd name="connsiteX10" fmla="*/ 154 w 309187"/>
              <a:gd name="connsiteY10" fmla="*/ 71417 h 310601"/>
              <a:gd name="connsiteX0" fmla="*/ 309187 w 309187"/>
              <a:gd name="connsiteY0" fmla="*/ 309460 h 309460"/>
              <a:gd name="connsiteX1" fmla="*/ 283788 w 309187"/>
              <a:gd name="connsiteY1" fmla="*/ 104672 h 309460"/>
              <a:gd name="connsiteX2" fmla="*/ 219758 w 309187"/>
              <a:gd name="connsiteY2" fmla="*/ 15243 h 309460"/>
              <a:gd name="connsiteX3" fmla="*/ 101754 w 309187"/>
              <a:gd name="connsiteY3" fmla="*/ 426 h 309460"/>
              <a:gd name="connsiteX4" fmla="*/ 25554 w 309187"/>
              <a:gd name="connsiteY4" fmla="*/ 19476 h 309460"/>
              <a:gd name="connsiteX5" fmla="*/ 14970 w 309187"/>
              <a:gd name="connsiteY5" fmla="*/ 30060 h 309460"/>
              <a:gd name="connsiteX6" fmla="*/ 4387 w 309187"/>
              <a:gd name="connsiteY6" fmla="*/ 46993 h 309460"/>
              <a:gd name="connsiteX7" fmla="*/ 2270 w 309187"/>
              <a:gd name="connsiteY7" fmla="*/ 57576 h 309460"/>
              <a:gd name="connsiteX8" fmla="*/ 154 w 309187"/>
              <a:gd name="connsiteY8" fmla="*/ 63926 h 309460"/>
              <a:gd name="connsiteX9" fmla="*/ 154 w 309187"/>
              <a:gd name="connsiteY9" fmla="*/ 70276 h 309460"/>
              <a:gd name="connsiteX0" fmla="*/ 309187 w 309187"/>
              <a:gd name="connsiteY0" fmla="*/ 309460 h 309460"/>
              <a:gd name="connsiteX1" fmla="*/ 283788 w 309187"/>
              <a:gd name="connsiteY1" fmla="*/ 104672 h 309460"/>
              <a:gd name="connsiteX2" fmla="*/ 219758 w 309187"/>
              <a:gd name="connsiteY2" fmla="*/ 15243 h 309460"/>
              <a:gd name="connsiteX3" fmla="*/ 101754 w 309187"/>
              <a:gd name="connsiteY3" fmla="*/ 426 h 309460"/>
              <a:gd name="connsiteX4" fmla="*/ 25554 w 309187"/>
              <a:gd name="connsiteY4" fmla="*/ 19476 h 309460"/>
              <a:gd name="connsiteX5" fmla="*/ 14970 w 309187"/>
              <a:gd name="connsiteY5" fmla="*/ 30060 h 309460"/>
              <a:gd name="connsiteX6" fmla="*/ 2270 w 309187"/>
              <a:gd name="connsiteY6" fmla="*/ 57576 h 309460"/>
              <a:gd name="connsiteX7" fmla="*/ 154 w 309187"/>
              <a:gd name="connsiteY7" fmla="*/ 63926 h 309460"/>
              <a:gd name="connsiteX8" fmla="*/ 154 w 309187"/>
              <a:gd name="connsiteY8" fmla="*/ 70276 h 309460"/>
              <a:gd name="connsiteX0" fmla="*/ 309033 w 309033"/>
              <a:gd name="connsiteY0" fmla="*/ 309460 h 309460"/>
              <a:gd name="connsiteX1" fmla="*/ 283634 w 309033"/>
              <a:gd name="connsiteY1" fmla="*/ 104672 h 309460"/>
              <a:gd name="connsiteX2" fmla="*/ 219604 w 309033"/>
              <a:gd name="connsiteY2" fmla="*/ 15243 h 309460"/>
              <a:gd name="connsiteX3" fmla="*/ 101600 w 309033"/>
              <a:gd name="connsiteY3" fmla="*/ 426 h 309460"/>
              <a:gd name="connsiteX4" fmla="*/ 25400 w 309033"/>
              <a:gd name="connsiteY4" fmla="*/ 19476 h 309460"/>
              <a:gd name="connsiteX5" fmla="*/ 14816 w 309033"/>
              <a:gd name="connsiteY5" fmla="*/ 30060 h 309460"/>
              <a:gd name="connsiteX6" fmla="*/ 2116 w 309033"/>
              <a:gd name="connsiteY6" fmla="*/ 57576 h 309460"/>
              <a:gd name="connsiteX7" fmla="*/ 0 w 309033"/>
              <a:gd name="connsiteY7" fmla="*/ 70276 h 309460"/>
              <a:gd name="connsiteX0" fmla="*/ 309033 w 309033"/>
              <a:gd name="connsiteY0" fmla="*/ 309460 h 309460"/>
              <a:gd name="connsiteX1" fmla="*/ 283634 w 309033"/>
              <a:gd name="connsiteY1" fmla="*/ 104672 h 309460"/>
              <a:gd name="connsiteX2" fmla="*/ 219604 w 309033"/>
              <a:gd name="connsiteY2" fmla="*/ 15243 h 309460"/>
              <a:gd name="connsiteX3" fmla="*/ 101600 w 309033"/>
              <a:gd name="connsiteY3" fmla="*/ 426 h 309460"/>
              <a:gd name="connsiteX4" fmla="*/ 25400 w 309033"/>
              <a:gd name="connsiteY4" fmla="*/ 19476 h 309460"/>
              <a:gd name="connsiteX5" fmla="*/ 14816 w 309033"/>
              <a:gd name="connsiteY5" fmla="*/ 30060 h 309460"/>
              <a:gd name="connsiteX6" fmla="*/ 0 w 309033"/>
              <a:gd name="connsiteY6" fmla="*/ 70276 h 309460"/>
              <a:gd name="connsiteX0" fmla="*/ 309033 w 309033"/>
              <a:gd name="connsiteY0" fmla="*/ 309692 h 309692"/>
              <a:gd name="connsiteX1" fmla="*/ 283634 w 309033"/>
              <a:gd name="connsiteY1" fmla="*/ 104904 h 309692"/>
              <a:gd name="connsiteX2" fmla="*/ 219604 w 309033"/>
              <a:gd name="connsiteY2" fmla="*/ 15475 h 309692"/>
              <a:gd name="connsiteX3" fmla="*/ 101600 w 309033"/>
              <a:gd name="connsiteY3" fmla="*/ 658 h 309692"/>
              <a:gd name="connsiteX4" fmla="*/ 73025 w 309033"/>
              <a:gd name="connsiteY4" fmla="*/ 5421 h 309692"/>
              <a:gd name="connsiteX5" fmla="*/ 14816 w 309033"/>
              <a:gd name="connsiteY5" fmla="*/ 30292 h 309692"/>
              <a:gd name="connsiteX6" fmla="*/ 0 w 309033"/>
              <a:gd name="connsiteY6" fmla="*/ 70508 h 309692"/>
              <a:gd name="connsiteX0" fmla="*/ 309033 w 309033"/>
              <a:gd name="connsiteY0" fmla="*/ 317194 h 317194"/>
              <a:gd name="connsiteX1" fmla="*/ 283634 w 309033"/>
              <a:gd name="connsiteY1" fmla="*/ 112406 h 317194"/>
              <a:gd name="connsiteX2" fmla="*/ 219604 w 309033"/>
              <a:gd name="connsiteY2" fmla="*/ 22977 h 317194"/>
              <a:gd name="connsiteX3" fmla="*/ 134938 w 309033"/>
              <a:gd name="connsiteY3" fmla="*/ 223 h 317194"/>
              <a:gd name="connsiteX4" fmla="*/ 73025 w 309033"/>
              <a:gd name="connsiteY4" fmla="*/ 12923 h 317194"/>
              <a:gd name="connsiteX5" fmla="*/ 14816 w 309033"/>
              <a:gd name="connsiteY5" fmla="*/ 37794 h 317194"/>
              <a:gd name="connsiteX6" fmla="*/ 0 w 309033"/>
              <a:gd name="connsiteY6" fmla="*/ 78010 h 317194"/>
              <a:gd name="connsiteX0" fmla="*/ 309033 w 309033"/>
              <a:gd name="connsiteY0" fmla="*/ 317194 h 317194"/>
              <a:gd name="connsiteX1" fmla="*/ 283634 w 309033"/>
              <a:gd name="connsiteY1" fmla="*/ 112406 h 317194"/>
              <a:gd name="connsiteX2" fmla="*/ 219604 w 309033"/>
              <a:gd name="connsiteY2" fmla="*/ 22977 h 317194"/>
              <a:gd name="connsiteX3" fmla="*/ 134938 w 309033"/>
              <a:gd name="connsiteY3" fmla="*/ 223 h 317194"/>
              <a:gd name="connsiteX4" fmla="*/ 73025 w 309033"/>
              <a:gd name="connsiteY4" fmla="*/ 12923 h 317194"/>
              <a:gd name="connsiteX5" fmla="*/ 29103 w 309033"/>
              <a:gd name="connsiteY5" fmla="*/ 37794 h 317194"/>
              <a:gd name="connsiteX6" fmla="*/ 0 w 309033"/>
              <a:gd name="connsiteY6" fmla="*/ 78010 h 317194"/>
              <a:gd name="connsiteX0" fmla="*/ 286808 w 286808"/>
              <a:gd name="connsiteY0" fmla="*/ 317194 h 317194"/>
              <a:gd name="connsiteX1" fmla="*/ 261409 w 286808"/>
              <a:gd name="connsiteY1" fmla="*/ 112406 h 317194"/>
              <a:gd name="connsiteX2" fmla="*/ 197379 w 286808"/>
              <a:gd name="connsiteY2" fmla="*/ 22977 h 317194"/>
              <a:gd name="connsiteX3" fmla="*/ 112713 w 286808"/>
              <a:gd name="connsiteY3" fmla="*/ 223 h 317194"/>
              <a:gd name="connsiteX4" fmla="*/ 50800 w 286808"/>
              <a:gd name="connsiteY4" fmla="*/ 12923 h 317194"/>
              <a:gd name="connsiteX5" fmla="*/ 6878 w 286808"/>
              <a:gd name="connsiteY5" fmla="*/ 37794 h 317194"/>
              <a:gd name="connsiteX6" fmla="*/ 0 w 286808"/>
              <a:gd name="connsiteY6" fmla="*/ 95472 h 317194"/>
              <a:gd name="connsiteX0" fmla="*/ 288396 w 288396"/>
              <a:gd name="connsiteY0" fmla="*/ 317194 h 317194"/>
              <a:gd name="connsiteX1" fmla="*/ 262997 w 288396"/>
              <a:gd name="connsiteY1" fmla="*/ 112406 h 317194"/>
              <a:gd name="connsiteX2" fmla="*/ 198967 w 288396"/>
              <a:gd name="connsiteY2" fmla="*/ 22977 h 317194"/>
              <a:gd name="connsiteX3" fmla="*/ 114301 w 288396"/>
              <a:gd name="connsiteY3" fmla="*/ 223 h 317194"/>
              <a:gd name="connsiteX4" fmla="*/ 52388 w 288396"/>
              <a:gd name="connsiteY4" fmla="*/ 12923 h 317194"/>
              <a:gd name="connsiteX5" fmla="*/ 8466 w 288396"/>
              <a:gd name="connsiteY5" fmla="*/ 37794 h 317194"/>
              <a:gd name="connsiteX6" fmla="*/ 0 w 288396"/>
              <a:gd name="connsiteY6" fmla="*/ 93884 h 317194"/>
              <a:gd name="connsiteX0" fmla="*/ 288396 w 288396"/>
              <a:gd name="connsiteY0" fmla="*/ 325660 h 325660"/>
              <a:gd name="connsiteX1" fmla="*/ 262997 w 288396"/>
              <a:gd name="connsiteY1" fmla="*/ 120872 h 325660"/>
              <a:gd name="connsiteX2" fmla="*/ 198967 w 288396"/>
              <a:gd name="connsiteY2" fmla="*/ 31443 h 325660"/>
              <a:gd name="connsiteX3" fmla="*/ 114301 w 288396"/>
              <a:gd name="connsiteY3" fmla="*/ 8689 h 325660"/>
              <a:gd name="connsiteX4" fmla="*/ 79376 w 288396"/>
              <a:gd name="connsiteY4" fmla="*/ 2339 h 325660"/>
              <a:gd name="connsiteX5" fmla="*/ 8466 w 288396"/>
              <a:gd name="connsiteY5" fmla="*/ 46260 h 325660"/>
              <a:gd name="connsiteX6" fmla="*/ 0 w 288396"/>
              <a:gd name="connsiteY6" fmla="*/ 102350 h 325660"/>
              <a:gd name="connsiteX0" fmla="*/ 288396 w 288396"/>
              <a:gd name="connsiteY0" fmla="*/ 341877 h 341877"/>
              <a:gd name="connsiteX1" fmla="*/ 262997 w 288396"/>
              <a:gd name="connsiteY1" fmla="*/ 137089 h 341877"/>
              <a:gd name="connsiteX2" fmla="*/ 198967 w 288396"/>
              <a:gd name="connsiteY2" fmla="*/ 47660 h 341877"/>
              <a:gd name="connsiteX3" fmla="*/ 114301 w 288396"/>
              <a:gd name="connsiteY3" fmla="*/ 24906 h 341877"/>
              <a:gd name="connsiteX4" fmla="*/ 84139 w 288396"/>
              <a:gd name="connsiteY4" fmla="*/ 1094 h 341877"/>
              <a:gd name="connsiteX5" fmla="*/ 8466 w 288396"/>
              <a:gd name="connsiteY5" fmla="*/ 62477 h 341877"/>
              <a:gd name="connsiteX6" fmla="*/ 0 w 288396"/>
              <a:gd name="connsiteY6" fmla="*/ 118567 h 341877"/>
              <a:gd name="connsiteX0" fmla="*/ 288396 w 288396"/>
              <a:gd name="connsiteY0" fmla="*/ 340846 h 340846"/>
              <a:gd name="connsiteX1" fmla="*/ 262997 w 288396"/>
              <a:gd name="connsiteY1" fmla="*/ 136058 h 340846"/>
              <a:gd name="connsiteX2" fmla="*/ 198967 w 288396"/>
              <a:gd name="connsiteY2" fmla="*/ 46629 h 340846"/>
              <a:gd name="connsiteX3" fmla="*/ 114301 w 288396"/>
              <a:gd name="connsiteY3" fmla="*/ 23875 h 340846"/>
              <a:gd name="connsiteX4" fmla="*/ 84139 w 288396"/>
              <a:gd name="connsiteY4" fmla="*/ 63 h 340846"/>
              <a:gd name="connsiteX5" fmla="*/ 8466 w 288396"/>
              <a:gd name="connsiteY5" fmla="*/ 31284 h 340846"/>
              <a:gd name="connsiteX6" fmla="*/ 0 w 288396"/>
              <a:gd name="connsiteY6" fmla="*/ 117536 h 340846"/>
              <a:gd name="connsiteX0" fmla="*/ 288396 w 288396"/>
              <a:gd name="connsiteY0" fmla="*/ 342710 h 342710"/>
              <a:gd name="connsiteX1" fmla="*/ 262997 w 288396"/>
              <a:gd name="connsiteY1" fmla="*/ 137922 h 342710"/>
              <a:gd name="connsiteX2" fmla="*/ 198967 w 288396"/>
              <a:gd name="connsiteY2" fmla="*/ 48493 h 342710"/>
              <a:gd name="connsiteX3" fmla="*/ 149226 w 288396"/>
              <a:gd name="connsiteY3" fmla="*/ 8276 h 342710"/>
              <a:gd name="connsiteX4" fmla="*/ 84139 w 288396"/>
              <a:gd name="connsiteY4" fmla="*/ 1927 h 342710"/>
              <a:gd name="connsiteX5" fmla="*/ 8466 w 288396"/>
              <a:gd name="connsiteY5" fmla="*/ 33148 h 342710"/>
              <a:gd name="connsiteX6" fmla="*/ 0 w 288396"/>
              <a:gd name="connsiteY6" fmla="*/ 119400 h 342710"/>
              <a:gd name="connsiteX0" fmla="*/ 288396 w 288396"/>
              <a:gd name="connsiteY0" fmla="*/ 342710 h 342710"/>
              <a:gd name="connsiteX1" fmla="*/ 262997 w 288396"/>
              <a:gd name="connsiteY1" fmla="*/ 137922 h 342710"/>
              <a:gd name="connsiteX2" fmla="*/ 213255 w 288396"/>
              <a:gd name="connsiteY2" fmla="*/ 48493 h 342710"/>
              <a:gd name="connsiteX3" fmla="*/ 149226 w 288396"/>
              <a:gd name="connsiteY3" fmla="*/ 8276 h 342710"/>
              <a:gd name="connsiteX4" fmla="*/ 84139 w 288396"/>
              <a:gd name="connsiteY4" fmla="*/ 1927 h 342710"/>
              <a:gd name="connsiteX5" fmla="*/ 8466 w 288396"/>
              <a:gd name="connsiteY5" fmla="*/ 33148 h 342710"/>
              <a:gd name="connsiteX6" fmla="*/ 0 w 288396"/>
              <a:gd name="connsiteY6" fmla="*/ 119400 h 342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8396" h="342710">
                <a:moveTo>
                  <a:pt x="288396" y="342710"/>
                </a:moveTo>
                <a:cubicBezTo>
                  <a:pt x="278805" y="282517"/>
                  <a:pt x="275520" y="186958"/>
                  <a:pt x="262997" y="137922"/>
                </a:cubicBezTo>
                <a:cubicBezTo>
                  <a:pt x="250474" y="88886"/>
                  <a:pt x="232217" y="70101"/>
                  <a:pt x="213255" y="48493"/>
                </a:cubicBezTo>
                <a:cubicBezTo>
                  <a:pt x="194293" y="26885"/>
                  <a:pt x="170745" y="16037"/>
                  <a:pt x="149226" y="8276"/>
                </a:cubicBezTo>
                <a:cubicBezTo>
                  <a:pt x="127707" y="515"/>
                  <a:pt x="107599" y="-2218"/>
                  <a:pt x="84139" y="1927"/>
                </a:cubicBezTo>
                <a:cubicBezTo>
                  <a:pt x="60679" y="6072"/>
                  <a:pt x="22489" y="13569"/>
                  <a:pt x="8466" y="33148"/>
                </a:cubicBezTo>
                <a:cubicBezTo>
                  <a:pt x="-5557" y="52727"/>
                  <a:pt x="3087" y="111022"/>
                  <a:pt x="0" y="119400"/>
                </a:cubicBezTo>
              </a:path>
            </a:pathLst>
          </a:custGeom>
          <a:noFill/>
          <a:ln w="22225">
            <a:solidFill>
              <a:srgbClr val="EF8511"/>
            </a:solidFill>
            <a:prstDash val="sysDash"/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0" name="Freihandform 69"/>
          <p:cNvSpPr/>
          <p:nvPr/>
        </p:nvSpPr>
        <p:spPr>
          <a:xfrm>
            <a:off x="5768975" y="2658268"/>
            <a:ext cx="631825" cy="261938"/>
          </a:xfrm>
          <a:custGeom>
            <a:avLst/>
            <a:gdLst>
              <a:gd name="connsiteX0" fmla="*/ 25400 w 631825"/>
              <a:gd name="connsiteY0" fmla="*/ 233363 h 238125"/>
              <a:gd name="connsiteX1" fmla="*/ 26988 w 631825"/>
              <a:gd name="connsiteY1" fmla="*/ 225425 h 238125"/>
              <a:gd name="connsiteX2" fmla="*/ 30163 w 631825"/>
              <a:gd name="connsiteY2" fmla="*/ 220663 h 238125"/>
              <a:gd name="connsiteX3" fmla="*/ 28575 w 631825"/>
              <a:gd name="connsiteY3" fmla="*/ 173038 h 238125"/>
              <a:gd name="connsiteX4" fmla="*/ 19050 w 631825"/>
              <a:gd name="connsiteY4" fmla="*/ 166688 h 238125"/>
              <a:gd name="connsiteX5" fmla="*/ 14288 w 631825"/>
              <a:gd name="connsiteY5" fmla="*/ 160338 h 238125"/>
              <a:gd name="connsiteX6" fmla="*/ 9525 w 631825"/>
              <a:gd name="connsiteY6" fmla="*/ 150813 h 238125"/>
              <a:gd name="connsiteX7" fmla="*/ 4763 w 631825"/>
              <a:gd name="connsiteY7" fmla="*/ 147638 h 238125"/>
              <a:gd name="connsiteX8" fmla="*/ 3175 w 631825"/>
              <a:gd name="connsiteY8" fmla="*/ 139700 h 238125"/>
              <a:gd name="connsiteX9" fmla="*/ 1588 w 631825"/>
              <a:gd name="connsiteY9" fmla="*/ 134938 h 238125"/>
              <a:gd name="connsiteX10" fmla="*/ 0 w 631825"/>
              <a:gd name="connsiteY10" fmla="*/ 125413 h 238125"/>
              <a:gd name="connsiteX11" fmla="*/ 3175 w 631825"/>
              <a:gd name="connsiteY11" fmla="*/ 84138 h 238125"/>
              <a:gd name="connsiteX12" fmla="*/ 11113 w 631825"/>
              <a:gd name="connsiteY12" fmla="*/ 69850 h 238125"/>
              <a:gd name="connsiteX13" fmla="*/ 25400 w 631825"/>
              <a:gd name="connsiteY13" fmla="*/ 58738 h 238125"/>
              <a:gd name="connsiteX14" fmla="*/ 30163 w 631825"/>
              <a:gd name="connsiteY14" fmla="*/ 53975 h 238125"/>
              <a:gd name="connsiteX15" fmla="*/ 38100 w 631825"/>
              <a:gd name="connsiteY15" fmla="*/ 52388 h 238125"/>
              <a:gd name="connsiteX16" fmla="*/ 49213 w 631825"/>
              <a:gd name="connsiteY16" fmla="*/ 49213 h 238125"/>
              <a:gd name="connsiteX17" fmla="*/ 57150 w 631825"/>
              <a:gd name="connsiteY17" fmla="*/ 46038 h 238125"/>
              <a:gd name="connsiteX18" fmla="*/ 61913 w 631825"/>
              <a:gd name="connsiteY18" fmla="*/ 44450 h 238125"/>
              <a:gd name="connsiteX19" fmla="*/ 71438 w 631825"/>
              <a:gd name="connsiteY19" fmla="*/ 39688 h 238125"/>
              <a:gd name="connsiteX20" fmla="*/ 76200 w 631825"/>
              <a:gd name="connsiteY20" fmla="*/ 36513 h 238125"/>
              <a:gd name="connsiteX21" fmla="*/ 85725 w 631825"/>
              <a:gd name="connsiteY21" fmla="*/ 33338 h 238125"/>
              <a:gd name="connsiteX22" fmla="*/ 96838 w 631825"/>
              <a:gd name="connsiteY22" fmla="*/ 30163 h 238125"/>
              <a:gd name="connsiteX23" fmla="*/ 107950 w 631825"/>
              <a:gd name="connsiteY23" fmla="*/ 28575 h 238125"/>
              <a:gd name="connsiteX24" fmla="*/ 117475 w 631825"/>
              <a:gd name="connsiteY24" fmla="*/ 25400 h 238125"/>
              <a:gd name="connsiteX25" fmla="*/ 130175 w 631825"/>
              <a:gd name="connsiteY25" fmla="*/ 22225 h 238125"/>
              <a:gd name="connsiteX26" fmla="*/ 134938 w 631825"/>
              <a:gd name="connsiteY26" fmla="*/ 19050 h 238125"/>
              <a:gd name="connsiteX27" fmla="*/ 149225 w 631825"/>
              <a:gd name="connsiteY27" fmla="*/ 17463 h 238125"/>
              <a:gd name="connsiteX28" fmla="*/ 158750 w 631825"/>
              <a:gd name="connsiteY28" fmla="*/ 15875 h 238125"/>
              <a:gd name="connsiteX29" fmla="*/ 180975 w 631825"/>
              <a:gd name="connsiteY29" fmla="*/ 11113 h 238125"/>
              <a:gd name="connsiteX30" fmla="*/ 230188 w 631825"/>
              <a:gd name="connsiteY30" fmla="*/ 6350 h 238125"/>
              <a:gd name="connsiteX31" fmla="*/ 269875 w 631825"/>
              <a:gd name="connsiteY31" fmla="*/ 3175 h 238125"/>
              <a:gd name="connsiteX32" fmla="*/ 284163 w 631825"/>
              <a:gd name="connsiteY32" fmla="*/ 1588 h 238125"/>
              <a:gd name="connsiteX33" fmla="*/ 373063 w 631825"/>
              <a:gd name="connsiteY33" fmla="*/ 0 h 238125"/>
              <a:gd name="connsiteX34" fmla="*/ 554038 w 631825"/>
              <a:gd name="connsiteY34" fmla="*/ 1588 h 238125"/>
              <a:gd name="connsiteX35" fmla="*/ 561975 w 631825"/>
              <a:gd name="connsiteY35" fmla="*/ 3175 h 238125"/>
              <a:gd name="connsiteX36" fmla="*/ 571500 w 631825"/>
              <a:gd name="connsiteY36" fmla="*/ 6350 h 238125"/>
              <a:gd name="connsiteX37" fmla="*/ 582613 w 631825"/>
              <a:gd name="connsiteY37" fmla="*/ 11113 h 238125"/>
              <a:gd name="connsiteX38" fmla="*/ 596900 w 631825"/>
              <a:gd name="connsiteY38" fmla="*/ 19050 h 238125"/>
              <a:gd name="connsiteX39" fmla="*/ 601663 w 631825"/>
              <a:gd name="connsiteY39" fmla="*/ 22225 h 238125"/>
              <a:gd name="connsiteX40" fmla="*/ 609600 w 631825"/>
              <a:gd name="connsiteY40" fmla="*/ 25400 h 238125"/>
              <a:gd name="connsiteX41" fmla="*/ 612775 w 631825"/>
              <a:gd name="connsiteY41" fmla="*/ 30163 h 238125"/>
              <a:gd name="connsiteX42" fmla="*/ 617538 w 631825"/>
              <a:gd name="connsiteY42" fmla="*/ 33338 h 238125"/>
              <a:gd name="connsiteX43" fmla="*/ 625475 w 631825"/>
              <a:gd name="connsiteY43" fmla="*/ 42863 h 238125"/>
              <a:gd name="connsiteX44" fmla="*/ 631825 w 631825"/>
              <a:gd name="connsiteY44" fmla="*/ 52388 h 238125"/>
              <a:gd name="connsiteX45" fmla="*/ 630238 w 631825"/>
              <a:gd name="connsiteY45" fmla="*/ 76200 h 238125"/>
              <a:gd name="connsiteX46" fmla="*/ 622300 w 631825"/>
              <a:gd name="connsiteY46" fmla="*/ 90488 h 238125"/>
              <a:gd name="connsiteX47" fmla="*/ 614363 w 631825"/>
              <a:gd name="connsiteY47" fmla="*/ 100013 h 238125"/>
              <a:gd name="connsiteX48" fmla="*/ 609600 w 631825"/>
              <a:gd name="connsiteY48" fmla="*/ 101600 h 238125"/>
              <a:gd name="connsiteX49" fmla="*/ 606425 w 631825"/>
              <a:gd name="connsiteY49" fmla="*/ 106363 h 238125"/>
              <a:gd name="connsiteX50" fmla="*/ 596900 w 631825"/>
              <a:gd name="connsiteY50" fmla="*/ 111125 h 238125"/>
              <a:gd name="connsiteX51" fmla="*/ 582613 w 631825"/>
              <a:gd name="connsiteY51" fmla="*/ 120650 h 238125"/>
              <a:gd name="connsiteX52" fmla="*/ 577850 w 631825"/>
              <a:gd name="connsiteY52" fmla="*/ 123825 h 238125"/>
              <a:gd name="connsiteX53" fmla="*/ 573088 w 631825"/>
              <a:gd name="connsiteY53" fmla="*/ 125413 h 238125"/>
              <a:gd name="connsiteX54" fmla="*/ 568325 w 631825"/>
              <a:gd name="connsiteY54" fmla="*/ 128588 h 238125"/>
              <a:gd name="connsiteX55" fmla="*/ 558800 w 631825"/>
              <a:gd name="connsiteY55" fmla="*/ 131763 h 238125"/>
              <a:gd name="connsiteX56" fmla="*/ 554038 w 631825"/>
              <a:gd name="connsiteY56" fmla="*/ 133350 h 238125"/>
              <a:gd name="connsiteX57" fmla="*/ 544513 w 631825"/>
              <a:gd name="connsiteY57" fmla="*/ 141288 h 238125"/>
              <a:gd name="connsiteX58" fmla="*/ 534988 w 631825"/>
              <a:gd name="connsiteY58" fmla="*/ 149225 h 238125"/>
              <a:gd name="connsiteX59" fmla="*/ 528638 w 631825"/>
              <a:gd name="connsiteY59" fmla="*/ 158750 h 238125"/>
              <a:gd name="connsiteX60" fmla="*/ 525463 w 631825"/>
              <a:gd name="connsiteY60" fmla="*/ 163513 h 238125"/>
              <a:gd name="connsiteX61" fmla="*/ 517525 w 631825"/>
              <a:gd name="connsiteY61" fmla="*/ 173038 h 238125"/>
              <a:gd name="connsiteX62" fmla="*/ 512763 w 631825"/>
              <a:gd name="connsiteY62" fmla="*/ 177800 h 238125"/>
              <a:gd name="connsiteX63" fmla="*/ 509588 w 631825"/>
              <a:gd name="connsiteY63" fmla="*/ 182563 h 238125"/>
              <a:gd name="connsiteX64" fmla="*/ 506413 w 631825"/>
              <a:gd name="connsiteY64" fmla="*/ 192088 h 238125"/>
              <a:gd name="connsiteX65" fmla="*/ 498475 w 631825"/>
              <a:gd name="connsiteY65" fmla="*/ 201613 h 238125"/>
              <a:gd name="connsiteX66" fmla="*/ 495300 w 631825"/>
              <a:gd name="connsiteY66" fmla="*/ 211138 h 238125"/>
              <a:gd name="connsiteX67" fmla="*/ 493713 w 631825"/>
              <a:gd name="connsiteY67" fmla="*/ 238125 h 238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631825" h="238125">
                <a:moveTo>
                  <a:pt x="25400" y="233363"/>
                </a:moveTo>
                <a:cubicBezTo>
                  <a:pt x="25929" y="230717"/>
                  <a:pt x="26040" y="227952"/>
                  <a:pt x="26988" y="225425"/>
                </a:cubicBezTo>
                <a:cubicBezTo>
                  <a:pt x="27658" y="223639"/>
                  <a:pt x="30105" y="222570"/>
                  <a:pt x="30163" y="220663"/>
                </a:cubicBezTo>
                <a:cubicBezTo>
                  <a:pt x="30644" y="204786"/>
                  <a:pt x="31778" y="188595"/>
                  <a:pt x="28575" y="173038"/>
                </a:cubicBezTo>
                <a:cubicBezTo>
                  <a:pt x="27805" y="169301"/>
                  <a:pt x="19050" y="166688"/>
                  <a:pt x="19050" y="166688"/>
                </a:cubicBezTo>
                <a:cubicBezTo>
                  <a:pt x="17463" y="164571"/>
                  <a:pt x="15601" y="162635"/>
                  <a:pt x="14288" y="160338"/>
                </a:cubicBezTo>
                <a:cubicBezTo>
                  <a:pt x="10845" y="154313"/>
                  <a:pt x="15055" y="156343"/>
                  <a:pt x="9525" y="150813"/>
                </a:cubicBezTo>
                <a:cubicBezTo>
                  <a:pt x="8176" y="149464"/>
                  <a:pt x="6350" y="148696"/>
                  <a:pt x="4763" y="147638"/>
                </a:cubicBezTo>
                <a:cubicBezTo>
                  <a:pt x="4234" y="144992"/>
                  <a:pt x="3829" y="142318"/>
                  <a:pt x="3175" y="139700"/>
                </a:cubicBezTo>
                <a:cubicBezTo>
                  <a:pt x="2769" y="138077"/>
                  <a:pt x="1951" y="136571"/>
                  <a:pt x="1588" y="134938"/>
                </a:cubicBezTo>
                <a:cubicBezTo>
                  <a:pt x="890" y="131796"/>
                  <a:pt x="529" y="128588"/>
                  <a:pt x="0" y="125413"/>
                </a:cubicBezTo>
                <a:cubicBezTo>
                  <a:pt x="1048" y="102355"/>
                  <a:pt x="-1118" y="99164"/>
                  <a:pt x="3175" y="84138"/>
                </a:cubicBezTo>
                <a:cubicBezTo>
                  <a:pt x="4772" y="78549"/>
                  <a:pt x="6567" y="74396"/>
                  <a:pt x="11113" y="69850"/>
                </a:cubicBezTo>
                <a:cubicBezTo>
                  <a:pt x="21821" y="59142"/>
                  <a:pt x="16378" y="61745"/>
                  <a:pt x="25400" y="58738"/>
                </a:cubicBezTo>
                <a:cubicBezTo>
                  <a:pt x="26988" y="57150"/>
                  <a:pt x="28155" y="54979"/>
                  <a:pt x="30163" y="53975"/>
                </a:cubicBezTo>
                <a:cubicBezTo>
                  <a:pt x="32576" y="52768"/>
                  <a:pt x="35466" y="52973"/>
                  <a:pt x="38100" y="52388"/>
                </a:cubicBezTo>
                <a:cubicBezTo>
                  <a:pt x="42183" y="51481"/>
                  <a:pt x="45364" y="50656"/>
                  <a:pt x="49213" y="49213"/>
                </a:cubicBezTo>
                <a:cubicBezTo>
                  <a:pt x="51881" y="48213"/>
                  <a:pt x="54482" y="47039"/>
                  <a:pt x="57150" y="46038"/>
                </a:cubicBezTo>
                <a:cubicBezTo>
                  <a:pt x="58717" y="45450"/>
                  <a:pt x="60416" y="45199"/>
                  <a:pt x="61913" y="44450"/>
                </a:cubicBezTo>
                <a:cubicBezTo>
                  <a:pt x="74215" y="38298"/>
                  <a:pt x="59472" y="43675"/>
                  <a:pt x="71438" y="39688"/>
                </a:cubicBezTo>
                <a:cubicBezTo>
                  <a:pt x="73025" y="38630"/>
                  <a:pt x="74457" y="37288"/>
                  <a:pt x="76200" y="36513"/>
                </a:cubicBezTo>
                <a:cubicBezTo>
                  <a:pt x="79258" y="35154"/>
                  <a:pt x="82550" y="34396"/>
                  <a:pt x="85725" y="33338"/>
                </a:cubicBezTo>
                <a:cubicBezTo>
                  <a:pt x="89811" y="31976"/>
                  <a:pt x="92445" y="30962"/>
                  <a:pt x="96838" y="30163"/>
                </a:cubicBezTo>
                <a:cubicBezTo>
                  <a:pt x="100519" y="29494"/>
                  <a:pt x="104246" y="29104"/>
                  <a:pt x="107950" y="28575"/>
                </a:cubicBezTo>
                <a:cubicBezTo>
                  <a:pt x="111125" y="27517"/>
                  <a:pt x="114193" y="26056"/>
                  <a:pt x="117475" y="25400"/>
                </a:cubicBezTo>
                <a:cubicBezTo>
                  <a:pt x="120500" y="24795"/>
                  <a:pt x="126917" y="23854"/>
                  <a:pt x="130175" y="22225"/>
                </a:cubicBezTo>
                <a:cubicBezTo>
                  <a:pt x="131882" y="21372"/>
                  <a:pt x="133087" y="19513"/>
                  <a:pt x="134938" y="19050"/>
                </a:cubicBezTo>
                <a:cubicBezTo>
                  <a:pt x="139587" y="17888"/>
                  <a:pt x="144475" y="18096"/>
                  <a:pt x="149225" y="17463"/>
                </a:cubicBezTo>
                <a:cubicBezTo>
                  <a:pt x="152416" y="17038"/>
                  <a:pt x="155603" y="16550"/>
                  <a:pt x="158750" y="15875"/>
                </a:cubicBezTo>
                <a:cubicBezTo>
                  <a:pt x="169960" y="13473"/>
                  <a:pt x="170548" y="12271"/>
                  <a:pt x="180975" y="11113"/>
                </a:cubicBezTo>
                <a:cubicBezTo>
                  <a:pt x="197355" y="9293"/>
                  <a:pt x="213789" y="7990"/>
                  <a:pt x="230188" y="6350"/>
                </a:cubicBezTo>
                <a:cubicBezTo>
                  <a:pt x="248054" y="1885"/>
                  <a:pt x="230670" y="5789"/>
                  <a:pt x="269875" y="3175"/>
                </a:cubicBezTo>
                <a:cubicBezTo>
                  <a:pt x="274656" y="2856"/>
                  <a:pt x="279373" y="1735"/>
                  <a:pt x="284163" y="1588"/>
                </a:cubicBezTo>
                <a:cubicBezTo>
                  <a:pt x="313787" y="676"/>
                  <a:pt x="343430" y="529"/>
                  <a:pt x="373063" y="0"/>
                </a:cubicBezTo>
                <a:lnTo>
                  <a:pt x="554038" y="1588"/>
                </a:lnTo>
                <a:cubicBezTo>
                  <a:pt x="556736" y="1633"/>
                  <a:pt x="559372" y="2465"/>
                  <a:pt x="561975" y="3175"/>
                </a:cubicBezTo>
                <a:cubicBezTo>
                  <a:pt x="565204" y="4056"/>
                  <a:pt x="568325" y="5292"/>
                  <a:pt x="571500" y="6350"/>
                </a:cubicBezTo>
                <a:cubicBezTo>
                  <a:pt x="576426" y="7992"/>
                  <a:pt x="577711" y="8172"/>
                  <a:pt x="582613" y="11113"/>
                </a:cubicBezTo>
                <a:cubicBezTo>
                  <a:pt x="596259" y="19300"/>
                  <a:pt x="587321" y="15858"/>
                  <a:pt x="596900" y="19050"/>
                </a:cubicBezTo>
                <a:cubicBezTo>
                  <a:pt x="598488" y="20108"/>
                  <a:pt x="599956" y="21372"/>
                  <a:pt x="601663" y="22225"/>
                </a:cubicBezTo>
                <a:cubicBezTo>
                  <a:pt x="604212" y="23499"/>
                  <a:pt x="607281" y="23744"/>
                  <a:pt x="609600" y="25400"/>
                </a:cubicBezTo>
                <a:cubicBezTo>
                  <a:pt x="611153" y="26509"/>
                  <a:pt x="611426" y="28814"/>
                  <a:pt x="612775" y="30163"/>
                </a:cubicBezTo>
                <a:cubicBezTo>
                  <a:pt x="614124" y="31512"/>
                  <a:pt x="615950" y="32280"/>
                  <a:pt x="617538" y="33338"/>
                </a:cubicBezTo>
                <a:cubicBezTo>
                  <a:pt x="628888" y="50361"/>
                  <a:pt x="611209" y="24520"/>
                  <a:pt x="625475" y="42863"/>
                </a:cubicBezTo>
                <a:cubicBezTo>
                  <a:pt x="627818" y="45875"/>
                  <a:pt x="631825" y="52388"/>
                  <a:pt x="631825" y="52388"/>
                </a:cubicBezTo>
                <a:cubicBezTo>
                  <a:pt x="631296" y="60325"/>
                  <a:pt x="631116" y="68294"/>
                  <a:pt x="630238" y="76200"/>
                </a:cubicBezTo>
                <a:cubicBezTo>
                  <a:pt x="629679" y="81229"/>
                  <a:pt x="624480" y="87219"/>
                  <a:pt x="622300" y="90488"/>
                </a:cubicBezTo>
                <a:cubicBezTo>
                  <a:pt x="619959" y="94000"/>
                  <a:pt x="618027" y="97570"/>
                  <a:pt x="614363" y="100013"/>
                </a:cubicBezTo>
                <a:cubicBezTo>
                  <a:pt x="612971" y="100941"/>
                  <a:pt x="611188" y="101071"/>
                  <a:pt x="609600" y="101600"/>
                </a:cubicBezTo>
                <a:cubicBezTo>
                  <a:pt x="608542" y="103188"/>
                  <a:pt x="607774" y="105014"/>
                  <a:pt x="606425" y="106363"/>
                </a:cubicBezTo>
                <a:cubicBezTo>
                  <a:pt x="603347" y="109441"/>
                  <a:pt x="600774" y="109834"/>
                  <a:pt x="596900" y="111125"/>
                </a:cubicBezTo>
                <a:lnTo>
                  <a:pt x="582613" y="120650"/>
                </a:lnTo>
                <a:cubicBezTo>
                  <a:pt x="581025" y="121708"/>
                  <a:pt x="579660" y="123221"/>
                  <a:pt x="577850" y="123825"/>
                </a:cubicBezTo>
                <a:cubicBezTo>
                  <a:pt x="576263" y="124354"/>
                  <a:pt x="574585" y="124665"/>
                  <a:pt x="573088" y="125413"/>
                </a:cubicBezTo>
                <a:cubicBezTo>
                  <a:pt x="571381" y="126266"/>
                  <a:pt x="570069" y="127813"/>
                  <a:pt x="568325" y="128588"/>
                </a:cubicBezTo>
                <a:cubicBezTo>
                  <a:pt x="565267" y="129947"/>
                  <a:pt x="561975" y="130705"/>
                  <a:pt x="558800" y="131763"/>
                </a:cubicBezTo>
                <a:lnTo>
                  <a:pt x="554038" y="133350"/>
                </a:lnTo>
                <a:cubicBezTo>
                  <a:pt x="542212" y="141233"/>
                  <a:pt x="556736" y="131101"/>
                  <a:pt x="544513" y="141288"/>
                </a:cubicBezTo>
                <a:cubicBezTo>
                  <a:pt x="538718" y="146117"/>
                  <a:pt x="540115" y="142632"/>
                  <a:pt x="534988" y="149225"/>
                </a:cubicBezTo>
                <a:cubicBezTo>
                  <a:pt x="532645" y="152237"/>
                  <a:pt x="530755" y="155575"/>
                  <a:pt x="528638" y="158750"/>
                </a:cubicBezTo>
                <a:cubicBezTo>
                  <a:pt x="527580" y="160338"/>
                  <a:pt x="526812" y="162164"/>
                  <a:pt x="525463" y="163513"/>
                </a:cubicBezTo>
                <a:cubicBezTo>
                  <a:pt x="511558" y="177415"/>
                  <a:pt x="528568" y="159786"/>
                  <a:pt x="517525" y="173038"/>
                </a:cubicBezTo>
                <a:cubicBezTo>
                  <a:pt x="516088" y="174763"/>
                  <a:pt x="514200" y="176075"/>
                  <a:pt x="512763" y="177800"/>
                </a:cubicBezTo>
                <a:cubicBezTo>
                  <a:pt x="511542" y="179266"/>
                  <a:pt x="510363" y="180819"/>
                  <a:pt x="509588" y="182563"/>
                </a:cubicBezTo>
                <a:cubicBezTo>
                  <a:pt x="508229" y="185621"/>
                  <a:pt x="508780" y="189722"/>
                  <a:pt x="506413" y="192088"/>
                </a:cubicBezTo>
                <a:cubicBezTo>
                  <a:pt x="500301" y="198199"/>
                  <a:pt x="502895" y="194982"/>
                  <a:pt x="498475" y="201613"/>
                </a:cubicBezTo>
                <a:lnTo>
                  <a:pt x="495300" y="211138"/>
                </a:lnTo>
                <a:cubicBezTo>
                  <a:pt x="491371" y="222927"/>
                  <a:pt x="493713" y="214234"/>
                  <a:pt x="493713" y="238125"/>
                </a:cubicBezTo>
              </a:path>
            </a:pathLst>
          </a:custGeom>
          <a:noFill/>
          <a:ln w="25400">
            <a:solidFill>
              <a:srgbClr val="EF851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1" name="Freihandform 70"/>
          <p:cNvSpPr/>
          <p:nvPr/>
        </p:nvSpPr>
        <p:spPr>
          <a:xfrm>
            <a:off x="6392863" y="2709863"/>
            <a:ext cx="152628" cy="463550"/>
          </a:xfrm>
          <a:custGeom>
            <a:avLst/>
            <a:gdLst>
              <a:gd name="connsiteX0" fmla="*/ 0 w 152628"/>
              <a:gd name="connsiteY0" fmla="*/ 0 h 463550"/>
              <a:gd name="connsiteX1" fmla="*/ 4762 w 152628"/>
              <a:gd name="connsiteY1" fmla="*/ 22225 h 463550"/>
              <a:gd name="connsiteX2" fmla="*/ 11112 w 152628"/>
              <a:gd name="connsiteY2" fmla="*/ 31750 h 463550"/>
              <a:gd name="connsiteX3" fmla="*/ 20637 w 152628"/>
              <a:gd name="connsiteY3" fmla="*/ 38100 h 463550"/>
              <a:gd name="connsiteX4" fmla="*/ 23812 w 152628"/>
              <a:gd name="connsiteY4" fmla="*/ 42862 h 463550"/>
              <a:gd name="connsiteX5" fmla="*/ 33337 w 152628"/>
              <a:gd name="connsiteY5" fmla="*/ 53975 h 463550"/>
              <a:gd name="connsiteX6" fmla="*/ 36512 w 152628"/>
              <a:gd name="connsiteY6" fmla="*/ 60325 h 463550"/>
              <a:gd name="connsiteX7" fmla="*/ 41275 w 152628"/>
              <a:gd name="connsiteY7" fmla="*/ 63500 h 463550"/>
              <a:gd name="connsiteX8" fmla="*/ 52387 w 152628"/>
              <a:gd name="connsiteY8" fmla="*/ 74612 h 463550"/>
              <a:gd name="connsiteX9" fmla="*/ 52387 w 152628"/>
              <a:gd name="connsiteY9" fmla="*/ 74612 h 463550"/>
              <a:gd name="connsiteX10" fmla="*/ 65087 w 152628"/>
              <a:gd name="connsiteY10" fmla="*/ 90487 h 463550"/>
              <a:gd name="connsiteX11" fmla="*/ 74612 w 152628"/>
              <a:gd name="connsiteY11" fmla="*/ 98425 h 463550"/>
              <a:gd name="connsiteX12" fmla="*/ 88900 w 152628"/>
              <a:gd name="connsiteY12" fmla="*/ 114300 h 463550"/>
              <a:gd name="connsiteX13" fmla="*/ 93662 w 152628"/>
              <a:gd name="connsiteY13" fmla="*/ 119062 h 463550"/>
              <a:gd name="connsiteX14" fmla="*/ 100012 w 152628"/>
              <a:gd name="connsiteY14" fmla="*/ 128587 h 463550"/>
              <a:gd name="connsiteX15" fmla="*/ 103187 w 152628"/>
              <a:gd name="connsiteY15" fmla="*/ 133350 h 463550"/>
              <a:gd name="connsiteX16" fmla="*/ 107950 w 152628"/>
              <a:gd name="connsiteY16" fmla="*/ 138112 h 463550"/>
              <a:gd name="connsiteX17" fmla="*/ 120650 w 152628"/>
              <a:gd name="connsiteY17" fmla="*/ 158750 h 463550"/>
              <a:gd name="connsiteX18" fmla="*/ 127000 w 152628"/>
              <a:gd name="connsiteY18" fmla="*/ 176212 h 463550"/>
              <a:gd name="connsiteX19" fmla="*/ 130175 w 152628"/>
              <a:gd name="connsiteY19" fmla="*/ 180975 h 463550"/>
              <a:gd name="connsiteX20" fmla="*/ 133350 w 152628"/>
              <a:gd name="connsiteY20" fmla="*/ 195262 h 463550"/>
              <a:gd name="connsiteX21" fmla="*/ 136525 w 152628"/>
              <a:gd name="connsiteY21" fmla="*/ 206375 h 463550"/>
              <a:gd name="connsiteX22" fmla="*/ 139700 w 152628"/>
              <a:gd name="connsiteY22" fmla="*/ 211137 h 463550"/>
              <a:gd name="connsiteX23" fmla="*/ 142875 w 152628"/>
              <a:gd name="connsiteY23" fmla="*/ 223837 h 463550"/>
              <a:gd name="connsiteX24" fmla="*/ 144462 w 152628"/>
              <a:gd name="connsiteY24" fmla="*/ 228600 h 463550"/>
              <a:gd name="connsiteX25" fmla="*/ 146050 w 152628"/>
              <a:gd name="connsiteY25" fmla="*/ 236537 h 463550"/>
              <a:gd name="connsiteX26" fmla="*/ 149225 w 152628"/>
              <a:gd name="connsiteY26" fmla="*/ 246062 h 463550"/>
              <a:gd name="connsiteX27" fmla="*/ 150812 w 152628"/>
              <a:gd name="connsiteY27" fmla="*/ 258762 h 463550"/>
              <a:gd name="connsiteX28" fmla="*/ 152400 w 152628"/>
              <a:gd name="connsiteY28" fmla="*/ 265112 h 463550"/>
              <a:gd name="connsiteX29" fmla="*/ 152400 w 152628"/>
              <a:gd name="connsiteY29" fmla="*/ 463550 h 46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52628" h="463550">
                <a:moveTo>
                  <a:pt x="0" y="0"/>
                </a:moveTo>
                <a:cubicBezTo>
                  <a:pt x="1006" y="7044"/>
                  <a:pt x="1718" y="15630"/>
                  <a:pt x="4762" y="22225"/>
                </a:cubicBezTo>
                <a:cubicBezTo>
                  <a:pt x="6361" y="25690"/>
                  <a:pt x="7937" y="29633"/>
                  <a:pt x="11112" y="31750"/>
                </a:cubicBezTo>
                <a:lnTo>
                  <a:pt x="20637" y="38100"/>
                </a:lnTo>
                <a:cubicBezTo>
                  <a:pt x="21695" y="39687"/>
                  <a:pt x="22591" y="41396"/>
                  <a:pt x="23812" y="42862"/>
                </a:cubicBezTo>
                <a:cubicBezTo>
                  <a:pt x="30306" y="50654"/>
                  <a:pt x="27393" y="44464"/>
                  <a:pt x="33337" y="53975"/>
                </a:cubicBezTo>
                <a:cubicBezTo>
                  <a:pt x="34591" y="55982"/>
                  <a:pt x="34997" y="58507"/>
                  <a:pt x="36512" y="60325"/>
                </a:cubicBezTo>
                <a:cubicBezTo>
                  <a:pt x="37734" y="61791"/>
                  <a:pt x="39857" y="62224"/>
                  <a:pt x="41275" y="63500"/>
                </a:cubicBezTo>
                <a:cubicBezTo>
                  <a:pt x="45169" y="67004"/>
                  <a:pt x="48683" y="70908"/>
                  <a:pt x="52387" y="74612"/>
                </a:cubicBezTo>
                <a:lnTo>
                  <a:pt x="52387" y="74612"/>
                </a:lnTo>
                <a:cubicBezTo>
                  <a:pt x="57834" y="82782"/>
                  <a:pt x="58050" y="84455"/>
                  <a:pt x="65087" y="90487"/>
                </a:cubicBezTo>
                <a:cubicBezTo>
                  <a:pt x="73005" y="97274"/>
                  <a:pt x="66987" y="89528"/>
                  <a:pt x="74612" y="98425"/>
                </a:cubicBezTo>
                <a:cubicBezTo>
                  <a:pt x="89516" y="115813"/>
                  <a:pt x="64868" y="90268"/>
                  <a:pt x="88900" y="114300"/>
                </a:cubicBezTo>
                <a:cubicBezTo>
                  <a:pt x="90487" y="115887"/>
                  <a:pt x="92417" y="117194"/>
                  <a:pt x="93662" y="119062"/>
                </a:cubicBezTo>
                <a:lnTo>
                  <a:pt x="100012" y="128587"/>
                </a:lnTo>
                <a:cubicBezTo>
                  <a:pt x="101070" y="130175"/>
                  <a:pt x="101838" y="132001"/>
                  <a:pt x="103187" y="133350"/>
                </a:cubicBezTo>
                <a:cubicBezTo>
                  <a:pt x="104775" y="134937"/>
                  <a:pt x="106678" y="136262"/>
                  <a:pt x="107950" y="138112"/>
                </a:cubicBezTo>
                <a:cubicBezTo>
                  <a:pt x="112526" y="144768"/>
                  <a:pt x="120650" y="158750"/>
                  <a:pt x="120650" y="158750"/>
                </a:cubicBezTo>
                <a:cubicBezTo>
                  <a:pt x="122132" y="163197"/>
                  <a:pt x="124790" y="171793"/>
                  <a:pt x="127000" y="176212"/>
                </a:cubicBezTo>
                <a:cubicBezTo>
                  <a:pt x="127853" y="177919"/>
                  <a:pt x="129117" y="179387"/>
                  <a:pt x="130175" y="180975"/>
                </a:cubicBezTo>
                <a:cubicBezTo>
                  <a:pt x="133041" y="198177"/>
                  <a:pt x="130222" y="184314"/>
                  <a:pt x="133350" y="195262"/>
                </a:cubicBezTo>
                <a:cubicBezTo>
                  <a:pt x="134030" y="197642"/>
                  <a:pt x="135254" y="203833"/>
                  <a:pt x="136525" y="206375"/>
                </a:cubicBezTo>
                <a:cubicBezTo>
                  <a:pt x="137378" y="208081"/>
                  <a:pt x="138642" y="209550"/>
                  <a:pt x="139700" y="211137"/>
                </a:cubicBezTo>
                <a:cubicBezTo>
                  <a:pt x="140758" y="215370"/>
                  <a:pt x="141496" y="219697"/>
                  <a:pt x="142875" y="223837"/>
                </a:cubicBezTo>
                <a:cubicBezTo>
                  <a:pt x="143404" y="225425"/>
                  <a:pt x="144056" y="226976"/>
                  <a:pt x="144462" y="228600"/>
                </a:cubicBezTo>
                <a:cubicBezTo>
                  <a:pt x="145116" y="231218"/>
                  <a:pt x="145340" y="233934"/>
                  <a:pt x="146050" y="236537"/>
                </a:cubicBezTo>
                <a:cubicBezTo>
                  <a:pt x="146931" y="239766"/>
                  <a:pt x="149225" y="246062"/>
                  <a:pt x="149225" y="246062"/>
                </a:cubicBezTo>
                <a:cubicBezTo>
                  <a:pt x="149754" y="250295"/>
                  <a:pt x="150111" y="254554"/>
                  <a:pt x="150812" y="258762"/>
                </a:cubicBezTo>
                <a:cubicBezTo>
                  <a:pt x="151171" y="260914"/>
                  <a:pt x="152383" y="262930"/>
                  <a:pt x="152400" y="265112"/>
                </a:cubicBezTo>
                <a:cubicBezTo>
                  <a:pt x="152913" y="331256"/>
                  <a:pt x="152400" y="397404"/>
                  <a:pt x="152400" y="463550"/>
                </a:cubicBezTo>
              </a:path>
            </a:pathLst>
          </a:custGeom>
          <a:noFill/>
          <a:ln w="15875">
            <a:solidFill>
              <a:srgbClr val="EF8511"/>
            </a:solidFill>
            <a:prstDash val="sysDash"/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1165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3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animClr clrSpc="rgb" dir="cw">
                                      <p:cBhvr>
                                        <p:cTn id="7" dur="3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8" dur="3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3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3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8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7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3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3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7" presetClass="emph" presetSubtype="2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66FF"/>
                                      </p:to>
                                    </p:animClr>
                                    <p:set>
                                      <p:cBhvr>
                                        <p:cTn id="4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7" presetClass="emph" presetSubtype="2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66FF"/>
                                      </p:to>
                                    </p:animClr>
                                    <p:set>
                                      <p:cBhvr>
                                        <p:cTn id="45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7" presetClass="emph" presetSubtype="2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animClr clrSpc="rgb" dir="cw">
                                      <p:cBhvr>
                                        <p:cTn id="47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66FF"/>
                                      </p:to>
                                    </p:animClr>
                                    <p:set>
                                      <p:cBhvr>
                                        <p:cTn id="48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7" presetClass="emph" presetSubtype="2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5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7" presetClass="emph" presetSubtype="2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5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7" presetClass="emph" presetSubtype="2" repeatCount="indefinite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2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57" dur="2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8" presetClass="emph" presetSubtype="0" repeatCount="indefinite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animRot by="21600000">
                                      <p:cBhvr>
                                        <p:cTn id="59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7" presetClass="emph" presetSubtype="2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Clr clrSpc="rgb" dir="cw">
                                      <p:cBhvr>
                                        <p:cTn id="6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7" presetClass="emph" presetSubtype="2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9500"/>
                            </p:stCondLst>
                            <p:childTnLst>
                              <p:par>
                                <p:cTn id="73" presetID="2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8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75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78" grpId="0"/>
      <p:bldP spid="41" grpId="0" animBg="1"/>
      <p:bldP spid="41" grpId="1" animBg="1"/>
      <p:bldP spid="66" grpId="0"/>
      <p:bldP spid="5" grpId="0" animBg="1"/>
      <p:bldP spid="5" grpId="1" animBg="1"/>
      <p:bldP spid="6" grpId="0" animBg="1"/>
      <p:bldP spid="6" grpId="1" animBg="1"/>
      <p:bldP spid="70" grpId="0" animBg="1"/>
      <p:bldP spid="7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erader Verbinder 38"/>
          <p:cNvCxnSpPr/>
          <p:nvPr/>
        </p:nvCxnSpPr>
        <p:spPr>
          <a:xfrm flipH="1">
            <a:off x="1505383" y="4234815"/>
            <a:ext cx="1421967" cy="0"/>
          </a:xfrm>
          <a:prstGeom prst="line">
            <a:avLst/>
          </a:prstGeom>
          <a:ln w="38100" cap="rnd">
            <a:round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el 2">
            <a:extLst>
              <a:ext uri="{FF2B5EF4-FFF2-40B4-BE49-F238E27FC236}">
                <a16:creationId xmlns:a16="http://schemas.microsoft.com/office/drawing/2014/main" id="{95717E49-CC3C-4A81-B738-CEBBF274A0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/>
              <a:t>Nachheizung Warmwasser-Puffer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6B47841B-FE12-4FC7-95F5-3C7C4723C5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>
                <a:solidFill>
                  <a:srgbClr val="009999"/>
                </a:solidFill>
              </a:rPr>
              <a:t>Wie funktioniert die „Beladeweiche“?</a:t>
            </a:r>
          </a:p>
        </p:txBody>
      </p:sp>
      <p:grpSp>
        <p:nvGrpSpPr>
          <p:cNvPr id="10" name="Gruppieren 9"/>
          <p:cNvGrpSpPr/>
          <p:nvPr/>
        </p:nvGrpSpPr>
        <p:grpSpPr>
          <a:xfrm>
            <a:off x="4981884" y="552947"/>
            <a:ext cx="2193220" cy="4803333"/>
            <a:chOff x="4954226" y="500822"/>
            <a:chExt cx="2193220" cy="4803333"/>
          </a:xfrm>
        </p:grpSpPr>
        <p:pic>
          <p:nvPicPr>
            <p:cNvPr id="7" name="Grafik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54226" y="500822"/>
              <a:ext cx="2193220" cy="4803333"/>
            </a:xfrm>
            <a:prstGeom prst="rect">
              <a:avLst/>
            </a:prstGeom>
          </p:spPr>
        </p:pic>
        <p:sp>
          <p:nvSpPr>
            <p:cNvPr id="8" name="Rechteck 7"/>
            <p:cNvSpPr/>
            <p:nvPr/>
          </p:nvSpPr>
          <p:spPr>
            <a:xfrm>
              <a:off x="5880100" y="2570163"/>
              <a:ext cx="57150" cy="263525"/>
            </a:xfrm>
            <a:prstGeom prst="rect">
              <a:avLst/>
            </a:prstGeom>
            <a:solidFill>
              <a:srgbClr val="FEFF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Rechteck 8"/>
            <p:cNvSpPr/>
            <p:nvPr/>
          </p:nvSpPr>
          <p:spPr>
            <a:xfrm>
              <a:off x="6054725" y="2587626"/>
              <a:ext cx="57150" cy="263525"/>
            </a:xfrm>
            <a:prstGeom prst="rect">
              <a:avLst/>
            </a:prstGeom>
            <a:solidFill>
              <a:srgbClr val="FEFF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14" name="Gerader Verbinder 13"/>
          <p:cNvCxnSpPr/>
          <p:nvPr/>
        </p:nvCxnSpPr>
        <p:spPr>
          <a:xfrm flipH="1">
            <a:off x="1559871" y="3952240"/>
            <a:ext cx="4241489" cy="25700"/>
          </a:xfrm>
          <a:prstGeom prst="line">
            <a:avLst/>
          </a:prstGeom>
          <a:ln w="381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/>
          <p:cNvCxnSpPr/>
          <p:nvPr/>
        </p:nvCxnSpPr>
        <p:spPr>
          <a:xfrm flipV="1">
            <a:off x="5801360" y="2937466"/>
            <a:ext cx="0" cy="1014775"/>
          </a:xfrm>
          <a:prstGeom prst="line">
            <a:avLst/>
          </a:prstGeom>
          <a:ln w="38100" cap="rnd"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/>
          <p:cNvCxnSpPr>
            <a:endCxn id="43" idx="3"/>
          </p:cNvCxnSpPr>
          <p:nvPr/>
        </p:nvCxnSpPr>
        <p:spPr>
          <a:xfrm flipH="1">
            <a:off x="3165184" y="4203055"/>
            <a:ext cx="2917405" cy="35270"/>
          </a:xfrm>
          <a:prstGeom prst="line">
            <a:avLst/>
          </a:prstGeom>
          <a:ln w="38100" cap="rnd">
            <a:solidFill>
              <a:schemeClr val="tx1">
                <a:lumMod val="60000"/>
                <a:lumOff val="40000"/>
              </a:schemeClr>
            </a:solidFill>
            <a:round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/>
          <p:cNvCxnSpPr/>
          <p:nvPr/>
        </p:nvCxnSpPr>
        <p:spPr>
          <a:xfrm flipH="1">
            <a:off x="3025775" y="5564717"/>
            <a:ext cx="2894542" cy="7353"/>
          </a:xfrm>
          <a:prstGeom prst="line">
            <a:avLst/>
          </a:prstGeom>
          <a:ln w="38100" cap="rnd">
            <a:solidFill>
              <a:schemeClr val="accent2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/>
          <p:cNvCxnSpPr/>
          <p:nvPr/>
        </p:nvCxnSpPr>
        <p:spPr>
          <a:xfrm>
            <a:off x="5937250" y="5068643"/>
            <a:ext cx="0" cy="486732"/>
          </a:xfrm>
          <a:prstGeom prst="line">
            <a:avLst/>
          </a:prstGeom>
          <a:ln w="38100" cap="rnd">
            <a:solidFill>
              <a:schemeClr val="accent2"/>
            </a:solidFill>
            <a:round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/>
          <p:cNvCxnSpPr/>
          <p:nvPr/>
        </p:nvCxnSpPr>
        <p:spPr>
          <a:xfrm flipH="1">
            <a:off x="5920318" y="5563043"/>
            <a:ext cx="4397586" cy="1674"/>
          </a:xfrm>
          <a:prstGeom prst="line">
            <a:avLst/>
          </a:prstGeom>
          <a:ln w="38100" cap="rnd">
            <a:solidFill>
              <a:schemeClr val="accent2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uppieren 34"/>
          <p:cNvGrpSpPr/>
          <p:nvPr/>
        </p:nvGrpSpPr>
        <p:grpSpPr>
          <a:xfrm rot="16200000">
            <a:off x="2195785" y="4125289"/>
            <a:ext cx="216000" cy="219053"/>
            <a:chOff x="4986923" y="3839290"/>
            <a:chExt cx="360000" cy="360000"/>
          </a:xfrm>
        </p:grpSpPr>
        <p:sp>
          <p:nvSpPr>
            <p:cNvPr id="36" name="Ellipse 35"/>
            <p:cNvSpPr/>
            <p:nvPr/>
          </p:nvSpPr>
          <p:spPr bwMode="auto">
            <a:xfrm flipH="1">
              <a:off x="4986923" y="3839290"/>
              <a:ext cx="360000" cy="3600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  <p:sp>
          <p:nvSpPr>
            <p:cNvPr id="37" name="Gleichschenkliges Dreieck 36"/>
            <p:cNvSpPr/>
            <p:nvPr/>
          </p:nvSpPr>
          <p:spPr bwMode="auto">
            <a:xfrm flipH="1">
              <a:off x="5022887" y="3839290"/>
              <a:ext cx="288032" cy="270030"/>
            </a:xfrm>
            <a:prstGeom prst="triangl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</p:grpSp>
      <p:cxnSp>
        <p:nvCxnSpPr>
          <p:cNvPr id="49" name="Gerader Verbinder 48"/>
          <p:cNvCxnSpPr>
            <a:stCxn id="45" idx="3"/>
          </p:cNvCxnSpPr>
          <p:nvPr/>
        </p:nvCxnSpPr>
        <p:spPr>
          <a:xfrm flipH="1">
            <a:off x="3025775" y="4366576"/>
            <a:ext cx="16667" cy="1205494"/>
          </a:xfrm>
          <a:prstGeom prst="line">
            <a:avLst/>
          </a:prstGeom>
          <a:ln w="38100" cap="rnd">
            <a:solidFill>
              <a:schemeClr val="accent2"/>
            </a:solidFill>
            <a:round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uppieren 41"/>
          <p:cNvGrpSpPr/>
          <p:nvPr/>
        </p:nvGrpSpPr>
        <p:grpSpPr>
          <a:xfrm rot="16200000">
            <a:off x="2944365" y="4145757"/>
            <a:ext cx="192384" cy="249254"/>
            <a:chOff x="4265896" y="4280458"/>
            <a:chExt cx="270010" cy="354676"/>
          </a:xfrm>
        </p:grpSpPr>
        <p:sp>
          <p:nvSpPr>
            <p:cNvPr id="43" name="Gleichschenkliges Dreieck 42"/>
            <p:cNvSpPr/>
            <p:nvPr/>
          </p:nvSpPr>
          <p:spPr bwMode="auto">
            <a:xfrm flipH="1">
              <a:off x="4355886" y="4455114"/>
              <a:ext cx="180020" cy="180020"/>
            </a:xfrm>
            <a:prstGeom prst="triangl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  <p:sp>
          <p:nvSpPr>
            <p:cNvPr id="44" name="Gleichschenkliges Dreieck 43"/>
            <p:cNvSpPr/>
            <p:nvPr/>
          </p:nvSpPr>
          <p:spPr bwMode="auto">
            <a:xfrm rot="10800000" flipH="1">
              <a:off x="4355886" y="4280458"/>
              <a:ext cx="180020" cy="180020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  <p:sp>
          <p:nvSpPr>
            <p:cNvPr id="45" name="Gleichschenkliges Dreieck 44"/>
            <p:cNvSpPr/>
            <p:nvPr/>
          </p:nvSpPr>
          <p:spPr bwMode="auto">
            <a:xfrm rot="5400000" flipH="1">
              <a:off x="4265896" y="4370468"/>
              <a:ext cx="180020" cy="180020"/>
            </a:xfrm>
            <a:prstGeom prst="triangl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</p:grpSp>
      <p:cxnSp>
        <p:nvCxnSpPr>
          <p:cNvPr id="54" name="Gerader Verbinder 53"/>
          <p:cNvCxnSpPr/>
          <p:nvPr/>
        </p:nvCxnSpPr>
        <p:spPr>
          <a:xfrm>
            <a:off x="6287368" y="4541520"/>
            <a:ext cx="4030536" cy="4022"/>
          </a:xfrm>
          <a:prstGeom prst="line">
            <a:avLst/>
          </a:prstGeom>
          <a:ln w="38100" cap="rnd">
            <a:solidFill>
              <a:schemeClr val="accent2"/>
            </a:solidFill>
            <a:round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uppieren 56"/>
          <p:cNvGrpSpPr/>
          <p:nvPr/>
        </p:nvGrpSpPr>
        <p:grpSpPr>
          <a:xfrm rot="5400000">
            <a:off x="8683641" y="4426914"/>
            <a:ext cx="216000" cy="219053"/>
            <a:chOff x="4986923" y="3839290"/>
            <a:chExt cx="360000" cy="360000"/>
          </a:xfrm>
        </p:grpSpPr>
        <p:sp>
          <p:nvSpPr>
            <p:cNvPr id="58" name="Ellipse 57"/>
            <p:cNvSpPr/>
            <p:nvPr/>
          </p:nvSpPr>
          <p:spPr bwMode="auto">
            <a:xfrm flipH="1">
              <a:off x="4986923" y="3839290"/>
              <a:ext cx="360000" cy="3600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  <p:sp>
          <p:nvSpPr>
            <p:cNvPr id="59" name="Gleichschenkliges Dreieck 58"/>
            <p:cNvSpPr/>
            <p:nvPr/>
          </p:nvSpPr>
          <p:spPr bwMode="auto">
            <a:xfrm flipH="1">
              <a:off x="5022887" y="3839290"/>
              <a:ext cx="288032" cy="270030"/>
            </a:xfrm>
            <a:prstGeom prst="triangl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</p:grpSp>
      <p:cxnSp>
        <p:nvCxnSpPr>
          <p:cNvPr id="60" name="Gerader Verbinder 59"/>
          <p:cNvCxnSpPr/>
          <p:nvPr/>
        </p:nvCxnSpPr>
        <p:spPr>
          <a:xfrm flipV="1">
            <a:off x="10317905" y="4534995"/>
            <a:ext cx="0" cy="341630"/>
          </a:xfrm>
          <a:prstGeom prst="line">
            <a:avLst/>
          </a:prstGeom>
          <a:ln w="38100" cap="rnd">
            <a:solidFill>
              <a:schemeClr val="accent2"/>
            </a:solidFill>
            <a:round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Gerader Verbinder 79"/>
          <p:cNvCxnSpPr>
            <a:endCxn id="75" idx="0"/>
          </p:cNvCxnSpPr>
          <p:nvPr/>
        </p:nvCxnSpPr>
        <p:spPr>
          <a:xfrm flipV="1">
            <a:off x="10317904" y="5269689"/>
            <a:ext cx="1" cy="264188"/>
          </a:xfrm>
          <a:prstGeom prst="line">
            <a:avLst/>
          </a:prstGeom>
          <a:ln w="38100" cap="rnd">
            <a:solidFill>
              <a:schemeClr val="accent2"/>
            </a:solidFill>
            <a:round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Ellipse 74"/>
          <p:cNvSpPr/>
          <p:nvPr/>
        </p:nvSpPr>
        <p:spPr bwMode="auto">
          <a:xfrm rot="10800000" flipH="1">
            <a:off x="10139854" y="4872261"/>
            <a:ext cx="356099" cy="383493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cs typeface="Arial" charset="0"/>
            </a:endParaRPr>
          </a:p>
        </p:txBody>
      </p:sp>
      <p:sp>
        <p:nvSpPr>
          <p:cNvPr id="76" name="Ellipse 75"/>
          <p:cNvSpPr/>
          <p:nvPr/>
        </p:nvSpPr>
        <p:spPr bwMode="auto">
          <a:xfrm rot="10800000" flipH="1">
            <a:off x="10199959" y="4929172"/>
            <a:ext cx="235891" cy="2699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cs typeface="Arial" charset="0"/>
            </a:endParaRPr>
          </a:p>
        </p:txBody>
      </p:sp>
      <p:sp>
        <p:nvSpPr>
          <p:cNvPr id="83" name="Textfeld 82"/>
          <p:cNvSpPr txBox="1"/>
          <p:nvPr/>
        </p:nvSpPr>
        <p:spPr>
          <a:xfrm>
            <a:off x="10435851" y="4943107"/>
            <a:ext cx="7666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Heizkreis</a:t>
            </a:r>
            <a:endParaRPr lang="de-DE"/>
          </a:p>
        </p:txBody>
      </p:sp>
      <p:sp>
        <p:nvSpPr>
          <p:cNvPr id="85" name="Textfeld 84"/>
          <p:cNvSpPr txBox="1"/>
          <p:nvPr/>
        </p:nvSpPr>
        <p:spPr>
          <a:xfrm>
            <a:off x="3955257" y="4656588"/>
            <a:ext cx="10105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Warmwasser</a:t>
            </a:r>
            <a:endParaRPr lang="de-DE"/>
          </a:p>
        </p:txBody>
      </p:sp>
      <p:cxnSp>
        <p:nvCxnSpPr>
          <p:cNvPr id="95" name="Gerader Verbinder 94"/>
          <p:cNvCxnSpPr/>
          <p:nvPr/>
        </p:nvCxnSpPr>
        <p:spPr>
          <a:xfrm flipH="1">
            <a:off x="3984548" y="4521508"/>
            <a:ext cx="1942055" cy="16696"/>
          </a:xfrm>
          <a:prstGeom prst="line">
            <a:avLst/>
          </a:prstGeom>
          <a:ln w="38100" cap="rnd">
            <a:solidFill>
              <a:schemeClr val="tx1">
                <a:lumMod val="60000"/>
                <a:lumOff val="40000"/>
              </a:schemeClr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Gerader Verbinder 96"/>
          <p:cNvCxnSpPr/>
          <p:nvPr/>
        </p:nvCxnSpPr>
        <p:spPr>
          <a:xfrm flipV="1">
            <a:off x="3984546" y="5057596"/>
            <a:ext cx="1517606" cy="5570"/>
          </a:xfrm>
          <a:prstGeom prst="line">
            <a:avLst/>
          </a:prstGeom>
          <a:ln w="38100" cap="rnd">
            <a:solidFill>
              <a:schemeClr val="tx1">
                <a:lumMod val="60000"/>
                <a:lumOff val="40000"/>
              </a:schemeClr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Gerader Verbinder 100"/>
          <p:cNvCxnSpPr/>
          <p:nvPr/>
        </p:nvCxnSpPr>
        <p:spPr>
          <a:xfrm>
            <a:off x="6265901" y="2937466"/>
            <a:ext cx="21467" cy="1584509"/>
          </a:xfrm>
          <a:prstGeom prst="line">
            <a:avLst/>
          </a:prstGeom>
          <a:ln w="38100" cap="rnd">
            <a:solidFill>
              <a:schemeClr val="accent2"/>
            </a:solidFill>
            <a:round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Gerader Verbinder 112"/>
          <p:cNvCxnSpPr/>
          <p:nvPr/>
        </p:nvCxnSpPr>
        <p:spPr>
          <a:xfrm>
            <a:off x="5926603" y="4295451"/>
            <a:ext cx="1295" cy="221829"/>
          </a:xfrm>
          <a:prstGeom prst="line">
            <a:avLst/>
          </a:prstGeom>
          <a:ln w="38100" cap="rnd">
            <a:solidFill>
              <a:schemeClr val="tx1">
                <a:lumMod val="60000"/>
                <a:lumOff val="40000"/>
              </a:schemeClr>
            </a:solidFill>
            <a:round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" name="Gruppieren 86"/>
          <p:cNvGrpSpPr/>
          <p:nvPr/>
        </p:nvGrpSpPr>
        <p:grpSpPr>
          <a:xfrm rot="16200000">
            <a:off x="4327662" y="4420329"/>
            <a:ext cx="216000" cy="219053"/>
            <a:chOff x="4986923" y="3839290"/>
            <a:chExt cx="360000" cy="360000"/>
          </a:xfrm>
        </p:grpSpPr>
        <p:sp>
          <p:nvSpPr>
            <p:cNvPr id="88" name="Ellipse 87"/>
            <p:cNvSpPr/>
            <p:nvPr/>
          </p:nvSpPr>
          <p:spPr bwMode="auto">
            <a:xfrm flipH="1">
              <a:off x="4986923" y="3839290"/>
              <a:ext cx="360000" cy="3600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  <p:sp>
          <p:nvSpPr>
            <p:cNvPr id="89" name="Gleichschenkliges Dreieck 88"/>
            <p:cNvSpPr/>
            <p:nvPr/>
          </p:nvSpPr>
          <p:spPr bwMode="auto">
            <a:xfrm flipH="1">
              <a:off x="5022887" y="3839290"/>
              <a:ext cx="288032" cy="270030"/>
            </a:xfrm>
            <a:prstGeom prst="triangle">
              <a:avLst/>
            </a:prstGeom>
            <a:solidFill>
              <a:schemeClr val="tx1"/>
            </a:solidFill>
            <a:ln w="9525" cap="flat" cmpd="sng" algn="ctr">
              <a:solidFill>
                <a:schemeClr val="tx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</p:grpSp>
      <p:cxnSp>
        <p:nvCxnSpPr>
          <p:cNvPr id="121" name="Gerader Verbinder 120"/>
          <p:cNvCxnSpPr/>
          <p:nvPr/>
        </p:nvCxnSpPr>
        <p:spPr>
          <a:xfrm flipH="1">
            <a:off x="3384029" y="4545542"/>
            <a:ext cx="341763" cy="2074"/>
          </a:xfrm>
          <a:prstGeom prst="line">
            <a:avLst/>
          </a:prstGeom>
          <a:ln w="38100" cap="rnd">
            <a:solidFill>
              <a:schemeClr val="tx1">
                <a:lumMod val="60000"/>
                <a:lumOff val="40000"/>
              </a:schemeClr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Gerader Verbinder 123"/>
          <p:cNvCxnSpPr/>
          <p:nvPr/>
        </p:nvCxnSpPr>
        <p:spPr>
          <a:xfrm flipH="1">
            <a:off x="3374442" y="5066569"/>
            <a:ext cx="341763" cy="2074"/>
          </a:xfrm>
          <a:prstGeom prst="line">
            <a:avLst/>
          </a:prstGeom>
          <a:ln w="38100" cap="rnd">
            <a:solidFill>
              <a:schemeClr val="tx1">
                <a:lumMod val="60000"/>
                <a:lumOff val="40000"/>
              </a:schemeClr>
            </a:solidFill>
            <a:round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4" name="Gruppieren 93"/>
          <p:cNvGrpSpPr/>
          <p:nvPr/>
        </p:nvGrpSpPr>
        <p:grpSpPr>
          <a:xfrm>
            <a:off x="3725792" y="4456412"/>
            <a:ext cx="239580" cy="727701"/>
            <a:chOff x="3725792" y="4456412"/>
            <a:chExt cx="239580" cy="727701"/>
          </a:xfrm>
        </p:grpSpPr>
        <p:sp>
          <p:nvSpPr>
            <p:cNvPr id="86" name="Rechteck 85"/>
            <p:cNvSpPr/>
            <p:nvPr/>
          </p:nvSpPr>
          <p:spPr bwMode="auto">
            <a:xfrm>
              <a:off x="3725792" y="4456412"/>
              <a:ext cx="239579" cy="727701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  <p:cxnSp>
          <p:nvCxnSpPr>
            <p:cNvPr id="91" name="Gerader Verbinder 90"/>
            <p:cNvCxnSpPr/>
            <p:nvPr/>
          </p:nvCxnSpPr>
          <p:spPr>
            <a:xfrm flipH="1">
              <a:off x="3725792" y="4456412"/>
              <a:ext cx="239580" cy="72480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Rechteck 124"/>
          <p:cNvSpPr/>
          <p:nvPr/>
        </p:nvSpPr>
        <p:spPr bwMode="auto">
          <a:xfrm>
            <a:off x="375906" y="3597007"/>
            <a:ext cx="1135002" cy="981692"/>
          </a:xfrm>
          <a:prstGeom prst="rect">
            <a:avLst/>
          </a:prstGeom>
          <a:solidFill>
            <a:schemeClr val="bg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rPr>
              <a:t>Wärme-</a:t>
            </a:r>
            <a:br>
              <a: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rPr>
            </a:br>
            <a:r>
              <a: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rPr>
              <a:t>pumpe</a:t>
            </a:r>
          </a:p>
        </p:txBody>
      </p:sp>
      <p:sp>
        <p:nvSpPr>
          <p:cNvPr id="50" name="Untertitel 3">
            <a:extLst>
              <a:ext uri="{FF2B5EF4-FFF2-40B4-BE49-F238E27FC236}">
                <a16:creationId xmlns:a16="http://schemas.microsoft.com/office/drawing/2014/main" id="{6B47841B-FE12-4FC7-95F5-3C7C4723C534}"/>
              </a:ext>
            </a:extLst>
          </p:cNvPr>
          <p:cNvSpPr txBox="1">
            <a:spLocks/>
          </p:cNvSpPr>
          <p:nvPr/>
        </p:nvSpPr>
        <p:spPr>
          <a:xfrm>
            <a:off x="390294" y="577564"/>
            <a:ext cx="3148202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rgbClr val="FF0000"/>
                </a:solidFill>
                <a:latin typeface="Lato Black" panose="020F0A02020204030203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/>
          </a:p>
        </p:txBody>
      </p:sp>
      <p:sp>
        <p:nvSpPr>
          <p:cNvPr id="28" name="Ovale Legende 27"/>
          <p:cNvSpPr/>
          <p:nvPr/>
        </p:nvSpPr>
        <p:spPr>
          <a:xfrm>
            <a:off x="8537054" y="302431"/>
            <a:ext cx="3304153" cy="3565067"/>
          </a:xfrm>
          <a:prstGeom prst="wedgeEllipseCallout">
            <a:avLst>
              <a:gd name="adj1" fmla="val -109621"/>
              <a:gd name="adj2" fmla="val 2245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4" name="Textfeld 73"/>
          <p:cNvSpPr txBox="1"/>
          <p:nvPr/>
        </p:nvSpPr>
        <p:spPr>
          <a:xfrm>
            <a:off x="8781161" y="2502437"/>
            <a:ext cx="9051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Ladepumpe</a:t>
            </a:r>
          </a:p>
          <a:p>
            <a:r>
              <a:rPr lang="de-DE" sz="1200"/>
              <a:t> zieht aus </a:t>
            </a:r>
            <a:br>
              <a:rPr lang="de-DE" sz="1200"/>
            </a:br>
            <a:r>
              <a:rPr lang="de-DE" sz="1200"/>
              <a:t>WW-Puffer</a:t>
            </a:r>
            <a:endParaRPr lang="de-DE"/>
          </a:p>
        </p:txBody>
      </p:sp>
      <p:sp>
        <p:nvSpPr>
          <p:cNvPr id="78" name="Untertitel 3">
            <a:extLst>
              <a:ext uri="{FF2B5EF4-FFF2-40B4-BE49-F238E27FC236}">
                <a16:creationId xmlns:a16="http://schemas.microsoft.com/office/drawing/2014/main" id="{6B47841B-FE12-4FC7-95F5-3C7C4723C534}"/>
              </a:ext>
            </a:extLst>
          </p:cNvPr>
          <p:cNvSpPr txBox="1">
            <a:spLocks/>
          </p:cNvSpPr>
          <p:nvPr/>
        </p:nvSpPr>
        <p:spPr>
          <a:xfrm>
            <a:off x="390293" y="1019603"/>
            <a:ext cx="3148202" cy="121784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rgbClr val="FF0000"/>
                </a:solidFill>
                <a:latin typeface="Lato Black" panose="020F0A02020204030203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>
                <a:solidFill>
                  <a:schemeClr val="tx1"/>
                </a:solidFill>
              </a:rPr>
              <a:t>Aufladung WW-Puffer mit kleiner Spreizung und geringerer Leistung möglich </a:t>
            </a:r>
          </a:p>
          <a:p>
            <a:r>
              <a:rPr lang="de-DE" sz="1400">
                <a:solidFill>
                  <a:schemeClr val="tx1"/>
                </a:solidFill>
              </a:rPr>
              <a:t>=&gt; effizienter &amp; schonender</a:t>
            </a:r>
          </a:p>
        </p:txBody>
      </p:sp>
      <p:pic>
        <p:nvPicPr>
          <p:cNvPr id="61" name="Grafik 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4587" y="623131"/>
            <a:ext cx="1216717" cy="2377146"/>
          </a:xfrm>
          <a:prstGeom prst="rect">
            <a:avLst/>
          </a:prstGeom>
        </p:spPr>
      </p:pic>
      <p:cxnSp>
        <p:nvCxnSpPr>
          <p:cNvPr id="68" name="Gerader Verbinder 67"/>
          <p:cNvCxnSpPr/>
          <p:nvPr/>
        </p:nvCxnSpPr>
        <p:spPr>
          <a:xfrm>
            <a:off x="9820275" y="2552464"/>
            <a:ext cx="0" cy="1044543"/>
          </a:xfrm>
          <a:prstGeom prst="line">
            <a:avLst/>
          </a:prstGeom>
          <a:ln w="38100" cap="rnd">
            <a:round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Gerader Verbinder 66"/>
          <p:cNvCxnSpPr/>
          <p:nvPr/>
        </p:nvCxnSpPr>
        <p:spPr>
          <a:xfrm flipV="1">
            <a:off x="10546381" y="2878572"/>
            <a:ext cx="0" cy="719757"/>
          </a:xfrm>
          <a:prstGeom prst="line">
            <a:avLst/>
          </a:prstGeom>
          <a:ln w="38100" cap="rnd"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uppieren 28"/>
          <p:cNvGrpSpPr/>
          <p:nvPr/>
        </p:nvGrpSpPr>
        <p:grpSpPr>
          <a:xfrm>
            <a:off x="5795465" y="699352"/>
            <a:ext cx="648726" cy="2165606"/>
            <a:chOff x="5795465" y="699352"/>
            <a:chExt cx="648726" cy="2165606"/>
          </a:xfrm>
        </p:grpSpPr>
        <p:sp>
          <p:nvSpPr>
            <p:cNvPr id="25" name="Freihandform 24"/>
            <p:cNvSpPr/>
            <p:nvPr/>
          </p:nvSpPr>
          <p:spPr>
            <a:xfrm>
              <a:off x="5795465" y="699352"/>
              <a:ext cx="570410" cy="2165606"/>
            </a:xfrm>
            <a:custGeom>
              <a:avLst/>
              <a:gdLst>
                <a:gd name="connsiteX0" fmla="*/ 15875 w 333375"/>
                <a:gd name="connsiteY0" fmla="*/ 2095500 h 2095500"/>
                <a:gd name="connsiteX1" fmla="*/ 9525 w 333375"/>
                <a:gd name="connsiteY1" fmla="*/ 2057400 h 2095500"/>
                <a:gd name="connsiteX2" fmla="*/ 6350 w 333375"/>
                <a:gd name="connsiteY2" fmla="*/ 2047875 h 2095500"/>
                <a:gd name="connsiteX3" fmla="*/ 0 w 333375"/>
                <a:gd name="connsiteY3" fmla="*/ 2038350 h 2095500"/>
                <a:gd name="connsiteX4" fmla="*/ 3175 w 333375"/>
                <a:gd name="connsiteY4" fmla="*/ 1946275 h 2095500"/>
                <a:gd name="connsiteX5" fmla="*/ 31750 w 333375"/>
                <a:gd name="connsiteY5" fmla="*/ 1914525 h 2095500"/>
                <a:gd name="connsiteX6" fmla="*/ 47625 w 333375"/>
                <a:gd name="connsiteY6" fmla="*/ 1911350 h 2095500"/>
                <a:gd name="connsiteX7" fmla="*/ 69850 w 333375"/>
                <a:gd name="connsiteY7" fmla="*/ 1908175 h 2095500"/>
                <a:gd name="connsiteX8" fmla="*/ 203200 w 333375"/>
                <a:gd name="connsiteY8" fmla="*/ 1905000 h 2095500"/>
                <a:gd name="connsiteX9" fmla="*/ 238125 w 333375"/>
                <a:gd name="connsiteY9" fmla="*/ 1898650 h 2095500"/>
                <a:gd name="connsiteX10" fmla="*/ 257175 w 333375"/>
                <a:gd name="connsiteY10" fmla="*/ 1892300 h 2095500"/>
                <a:gd name="connsiteX11" fmla="*/ 266700 w 333375"/>
                <a:gd name="connsiteY11" fmla="*/ 1889125 h 2095500"/>
                <a:gd name="connsiteX12" fmla="*/ 285750 w 333375"/>
                <a:gd name="connsiteY12" fmla="*/ 1879600 h 2095500"/>
                <a:gd name="connsiteX13" fmla="*/ 295275 w 333375"/>
                <a:gd name="connsiteY13" fmla="*/ 1870075 h 2095500"/>
                <a:gd name="connsiteX14" fmla="*/ 304800 w 333375"/>
                <a:gd name="connsiteY14" fmla="*/ 1866900 h 2095500"/>
                <a:gd name="connsiteX15" fmla="*/ 307975 w 333375"/>
                <a:gd name="connsiteY15" fmla="*/ 1857375 h 2095500"/>
                <a:gd name="connsiteX16" fmla="*/ 320675 w 333375"/>
                <a:gd name="connsiteY16" fmla="*/ 1835150 h 2095500"/>
                <a:gd name="connsiteX17" fmla="*/ 330200 w 333375"/>
                <a:gd name="connsiteY17" fmla="*/ 1806575 h 2095500"/>
                <a:gd name="connsiteX18" fmla="*/ 333375 w 333375"/>
                <a:gd name="connsiteY18" fmla="*/ 1797050 h 2095500"/>
                <a:gd name="connsiteX19" fmla="*/ 330200 w 333375"/>
                <a:gd name="connsiteY19" fmla="*/ 1216025 h 2095500"/>
                <a:gd name="connsiteX20" fmla="*/ 314325 w 333375"/>
                <a:gd name="connsiteY20" fmla="*/ 1108075 h 2095500"/>
                <a:gd name="connsiteX21" fmla="*/ 307975 w 333375"/>
                <a:gd name="connsiteY21" fmla="*/ 1063625 h 2095500"/>
                <a:gd name="connsiteX22" fmla="*/ 304800 w 333375"/>
                <a:gd name="connsiteY22" fmla="*/ 1041400 h 2095500"/>
                <a:gd name="connsiteX23" fmla="*/ 301625 w 333375"/>
                <a:gd name="connsiteY23" fmla="*/ 0 h 2095500"/>
                <a:gd name="connsiteX0" fmla="*/ 15875 w 333375"/>
                <a:gd name="connsiteY0" fmla="*/ 2098558 h 2098558"/>
                <a:gd name="connsiteX1" fmla="*/ 9525 w 333375"/>
                <a:gd name="connsiteY1" fmla="*/ 2060458 h 2098558"/>
                <a:gd name="connsiteX2" fmla="*/ 6350 w 333375"/>
                <a:gd name="connsiteY2" fmla="*/ 2050933 h 2098558"/>
                <a:gd name="connsiteX3" fmla="*/ 0 w 333375"/>
                <a:gd name="connsiteY3" fmla="*/ 2041408 h 2098558"/>
                <a:gd name="connsiteX4" fmla="*/ 3175 w 333375"/>
                <a:gd name="connsiteY4" fmla="*/ 1949333 h 2098558"/>
                <a:gd name="connsiteX5" fmla="*/ 31750 w 333375"/>
                <a:gd name="connsiteY5" fmla="*/ 1917583 h 2098558"/>
                <a:gd name="connsiteX6" fmla="*/ 47625 w 333375"/>
                <a:gd name="connsiteY6" fmla="*/ 1914408 h 2098558"/>
                <a:gd name="connsiteX7" fmla="*/ 69850 w 333375"/>
                <a:gd name="connsiteY7" fmla="*/ 1911233 h 2098558"/>
                <a:gd name="connsiteX8" fmla="*/ 203200 w 333375"/>
                <a:gd name="connsiteY8" fmla="*/ 1908058 h 2098558"/>
                <a:gd name="connsiteX9" fmla="*/ 238125 w 333375"/>
                <a:gd name="connsiteY9" fmla="*/ 1901708 h 2098558"/>
                <a:gd name="connsiteX10" fmla="*/ 257175 w 333375"/>
                <a:gd name="connsiteY10" fmla="*/ 1895358 h 2098558"/>
                <a:gd name="connsiteX11" fmla="*/ 266700 w 333375"/>
                <a:gd name="connsiteY11" fmla="*/ 1892183 h 2098558"/>
                <a:gd name="connsiteX12" fmla="*/ 285750 w 333375"/>
                <a:gd name="connsiteY12" fmla="*/ 1882658 h 2098558"/>
                <a:gd name="connsiteX13" fmla="*/ 295275 w 333375"/>
                <a:gd name="connsiteY13" fmla="*/ 1873133 h 2098558"/>
                <a:gd name="connsiteX14" fmla="*/ 304800 w 333375"/>
                <a:gd name="connsiteY14" fmla="*/ 1869958 h 2098558"/>
                <a:gd name="connsiteX15" fmla="*/ 307975 w 333375"/>
                <a:gd name="connsiteY15" fmla="*/ 1860433 h 2098558"/>
                <a:gd name="connsiteX16" fmla="*/ 320675 w 333375"/>
                <a:gd name="connsiteY16" fmla="*/ 1838208 h 2098558"/>
                <a:gd name="connsiteX17" fmla="*/ 330200 w 333375"/>
                <a:gd name="connsiteY17" fmla="*/ 1809633 h 2098558"/>
                <a:gd name="connsiteX18" fmla="*/ 333375 w 333375"/>
                <a:gd name="connsiteY18" fmla="*/ 1800108 h 2098558"/>
                <a:gd name="connsiteX19" fmla="*/ 330200 w 333375"/>
                <a:gd name="connsiteY19" fmla="*/ 1219083 h 2098558"/>
                <a:gd name="connsiteX20" fmla="*/ 314325 w 333375"/>
                <a:gd name="connsiteY20" fmla="*/ 1111133 h 2098558"/>
                <a:gd name="connsiteX21" fmla="*/ 307975 w 333375"/>
                <a:gd name="connsiteY21" fmla="*/ 1066683 h 2098558"/>
                <a:gd name="connsiteX22" fmla="*/ 304800 w 333375"/>
                <a:gd name="connsiteY22" fmla="*/ 1044458 h 2098558"/>
                <a:gd name="connsiteX23" fmla="*/ 301625 w 333375"/>
                <a:gd name="connsiteY23" fmla="*/ 0 h 2098558"/>
                <a:gd name="connsiteX0" fmla="*/ 15875 w 333375"/>
                <a:gd name="connsiteY0" fmla="*/ 2098558 h 2098558"/>
                <a:gd name="connsiteX1" fmla="*/ 9525 w 333375"/>
                <a:gd name="connsiteY1" fmla="*/ 2060458 h 2098558"/>
                <a:gd name="connsiteX2" fmla="*/ 6350 w 333375"/>
                <a:gd name="connsiteY2" fmla="*/ 2050933 h 2098558"/>
                <a:gd name="connsiteX3" fmla="*/ 0 w 333375"/>
                <a:gd name="connsiteY3" fmla="*/ 2041408 h 2098558"/>
                <a:gd name="connsiteX4" fmla="*/ 3175 w 333375"/>
                <a:gd name="connsiteY4" fmla="*/ 1949333 h 2098558"/>
                <a:gd name="connsiteX5" fmla="*/ 31750 w 333375"/>
                <a:gd name="connsiteY5" fmla="*/ 1917583 h 2098558"/>
                <a:gd name="connsiteX6" fmla="*/ 47625 w 333375"/>
                <a:gd name="connsiteY6" fmla="*/ 1914408 h 2098558"/>
                <a:gd name="connsiteX7" fmla="*/ 69850 w 333375"/>
                <a:gd name="connsiteY7" fmla="*/ 1911233 h 2098558"/>
                <a:gd name="connsiteX8" fmla="*/ 203200 w 333375"/>
                <a:gd name="connsiteY8" fmla="*/ 1908058 h 2098558"/>
                <a:gd name="connsiteX9" fmla="*/ 238125 w 333375"/>
                <a:gd name="connsiteY9" fmla="*/ 1901708 h 2098558"/>
                <a:gd name="connsiteX10" fmla="*/ 257175 w 333375"/>
                <a:gd name="connsiteY10" fmla="*/ 1895358 h 2098558"/>
                <a:gd name="connsiteX11" fmla="*/ 266700 w 333375"/>
                <a:gd name="connsiteY11" fmla="*/ 1892183 h 2098558"/>
                <a:gd name="connsiteX12" fmla="*/ 285750 w 333375"/>
                <a:gd name="connsiteY12" fmla="*/ 1882658 h 2098558"/>
                <a:gd name="connsiteX13" fmla="*/ 295275 w 333375"/>
                <a:gd name="connsiteY13" fmla="*/ 1873133 h 2098558"/>
                <a:gd name="connsiteX14" fmla="*/ 304800 w 333375"/>
                <a:gd name="connsiteY14" fmla="*/ 1869958 h 2098558"/>
                <a:gd name="connsiteX15" fmla="*/ 307975 w 333375"/>
                <a:gd name="connsiteY15" fmla="*/ 1860433 h 2098558"/>
                <a:gd name="connsiteX16" fmla="*/ 320675 w 333375"/>
                <a:gd name="connsiteY16" fmla="*/ 1838208 h 2098558"/>
                <a:gd name="connsiteX17" fmla="*/ 330200 w 333375"/>
                <a:gd name="connsiteY17" fmla="*/ 1809633 h 2098558"/>
                <a:gd name="connsiteX18" fmla="*/ 333375 w 333375"/>
                <a:gd name="connsiteY18" fmla="*/ 1800108 h 2098558"/>
                <a:gd name="connsiteX19" fmla="*/ 330200 w 333375"/>
                <a:gd name="connsiteY19" fmla="*/ 1219083 h 2098558"/>
                <a:gd name="connsiteX20" fmla="*/ 314325 w 333375"/>
                <a:gd name="connsiteY20" fmla="*/ 1111133 h 2098558"/>
                <a:gd name="connsiteX21" fmla="*/ 307975 w 333375"/>
                <a:gd name="connsiteY21" fmla="*/ 1066683 h 2098558"/>
                <a:gd name="connsiteX22" fmla="*/ 307510 w 333375"/>
                <a:gd name="connsiteY22" fmla="*/ 50658 h 2098558"/>
                <a:gd name="connsiteX23" fmla="*/ 301625 w 333375"/>
                <a:gd name="connsiteY23" fmla="*/ 0 h 2098558"/>
                <a:gd name="connsiteX0" fmla="*/ 15875 w 410040"/>
                <a:gd name="connsiteY0" fmla="*/ 2113847 h 2113847"/>
                <a:gd name="connsiteX1" fmla="*/ 9525 w 410040"/>
                <a:gd name="connsiteY1" fmla="*/ 2075747 h 2113847"/>
                <a:gd name="connsiteX2" fmla="*/ 6350 w 410040"/>
                <a:gd name="connsiteY2" fmla="*/ 2066222 h 2113847"/>
                <a:gd name="connsiteX3" fmla="*/ 0 w 410040"/>
                <a:gd name="connsiteY3" fmla="*/ 2056697 h 2113847"/>
                <a:gd name="connsiteX4" fmla="*/ 3175 w 410040"/>
                <a:gd name="connsiteY4" fmla="*/ 1964622 h 2113847"/>
                <a:gd name="connsiteX5" fmla="*/ 31750 w 410040"/>
                <a:gd name="connsiteY5" fmla="*/ 1932872 h 2113847"/>
                <a:gd name="connsiteX6" fmla="*/ 47625 w 410040"/>
                <a:gd name="connsiteY6" fmla="*/ 1929697 h 2113847"/>
                <a:gd name="connsiteX7" fmla="*/ 69850 w 410040"/>
                <a:gd name="connsiteY7" fmla="*/ 1926522 h 2113847"/>
                <a:gd name="connsiteX8" fmla="*/ 203200 w 410040"/>
                <a:gd name="connsiteY8" fmla="*/ 1923347 h 2113847"/>
                <a:gd name="connsiteX9" fmla="*/ 238125 w 410040"/>
                <a:gd name="connsiteY9" fmla="*/ 1916997 h 2113847"/>
                <a:gd name="connsiteX10" fmla="*/ 257175 w 410040"/>
                <a:gd name="connsiteY10" fmla="*/ 1910647 h 2113847"/>
                <a:gd name="connsiteX11" fmla="*/ 266700 w 410040"/>
                <a:gd name="connsiteY11" fmla="*/ 1907472 h 2113847"/>
                <a:gd name="connsiteX12" fmla="*/ 285750 w 410040"/>
                <a:gd name="connsiteY12" fmla="*/ 1897947 h 2113847"/>
                <a:gd name="connsiteX13" fmla="*/ 295275 w 410040"/>
                <a:gd name="connsiteY13" fmla="*/ 1888422 h 2113847"/>
                <a:gd name="connsiteX14" fmla="*/ 304800 w 410040"/>
                <a:gd name="connsiteY14" fmla="*/ 1885247 h 2113847"/>
                <a:gd name="connsiteX15" fmla="*/ 307975 w 410040"/>
                <a:gd name="connsiteY15" fmla="*/ 1875722 h 2113847"/>
                <a:gd name="connsiteX16" fmla="*/ 320675 w 410040"/>
                <a:gd name="connsiteY16" fmla="*/ 1853497 h 2113847"/>
                <a:gd name="connsiteX17" fmla="*/ 330200 w 410040"/>
                <a:gd name="connsiteY17" fmla="*/ 1824922 h 2113847"/>
                <a:gd name="connsiteX18" fmla="*/ 333375 w 410040"/>
                <a:gd name="connsiteY18" fmla="*/ 1815397 h 2113847"/>
                <a:gd name="connsiteX19" fmla="*/ 330200 w 410040"/>
                <a:gd name="connsiteY19" fmla="*/ 1234372 h 2113847"/>
                <a:gd name="connsiteX20" fmla="*/ 314325 w 410040"/>
                <a:gd name="connsiteY20" fmla="*/ 1126422 h 2113847"/>
                <a:gd name="connsiteX21" fmla="*/ 307975 w 410040"/>
                <a:gd name="connsiteY21" fmla="*/ 1081972 h 2113847"/>
                <a:gd name="connsiteX22" fmla="*/ 307510 w 410040"/>
                <a:gd name="connsiteY22" fmla="*/ 65947 h 2113847"/>
                <a:gd name="connsiteX23" fmla="*/ 410040 w 410040"/>
                <a:gd name="connsiteY23" fmla="*/ 0 h 2113847"/>
                <a:gd name="connsiteX0" fmla="*/ 15875 w 410040"/>
                <a:gd name="connsiteY0" fmla="*/ 2113847 h 2113847"/>
                <a:gd name="connsiteX1" fmla="*/ 9525 w 410040"/>
                <a:gd name="connsiteY1" fmla="*/ 2075747 h 2113847"/>
                <a:gd name="connsiteX2" fmla="*/ 6350 w 410040"/>
                <a:gd name="connsiteY2" fmla="*/ 2066222 h 2113847"/>
                <a:gd name="connsiteX3" fmla="*/ 0 w 410040"/>
                <a:gd name="connsiteY3" fmla="*/ 2056697 h 2113847"/>
                <a:gd name="connsiteX4" fmla="*/ 3175 w 410040"/>
                <a:gd name="connsiteY4" fmla="*/ 1964622 h 2113847"/>
                <a:gd name="connsiteX5" fmla="*/ 31750 w 410040"/>
                <a:gd name="connsiteY5" fmla="*/ 1932872 h 2113847"/>
                <a:gd name="connsiteX6" fmla="*/ 47625 w 410040"/>
                <a:gd name="connsiteY6" fmla="*/ 1929697 h 2113847"/>
                <a:gd name="connsiteX7" fmla="*/ 69850 w 410040"/>
                <a:gd name="connsiteY7" fmla="*/ 1926522 h 2113847"/>
                <a:gd name="connsiteX8" fmla="*/ 203200 w 410040"/>
                <a:gd name="connsiteY8" fmla="*/ 1923347 h 2113847"/>
                <a:gd name="connsiteX9" fmla="*/ 238125 w 410040"/>
                <a:gd name="connsiteY9" fmla="*/ 1916997 h 2113847"/>
                <a:gd name="connsiteX10" fmla="*/ 257175 w 410040"/>
                <a:gd name="connsiteY10" fmla="*/ 1910647 h 2113847"/>
                <a:gd name="connsiteX11" fmla="*/ 266700 w 410040"/>
                <a:gd name="connsiteY11" fmla="*/ 1907472 h 2113847"/>
                <a:gd name="connsiteX12" fmla="*/ 285750 w 410040"/>
                <a:gd name="connsiteY12" fmla="*/ 1897947 h 2113847"/>
                <a:gd name="connsiteX13" fmla="*/ 295275 w 410040"/>
                <a:gd name="connsiteY13" fmla="*/ 1888422 h 2113847"/>
                <a:gd name="connsiteX14" fmla="*/ 304800 w 410040"/>
                <a:gd name="connsiteY14" fmla="*/ 1885247 h 2113847"/>
                <a:gd name="connsiteX15" fmla="*/ 307975 w 410040"/>
                <a:gd name="connsiteY15" fmla="*/ 1875722 h 2113847"/>
                <a:gd name="connsiteX16" fmla="*/ 320675 w 410040"/>
                <a:gd name="connsiteY16" fmla="*/ 1853497 h 2113847"/>
                <a:gd name="connsiteX17" fmla="*/ 330200 w 410040"/>
                <a:gd name="connsiteY17" fmla="*/ 1824922 h 2113847"/>
                <a:gd name="connsiteX18" fmla="*/ 333375 w 410040"/>
                <a:gd name="connsiteY18" fmla="*/ 1815397 h 2113847"/>
                <a:gd name="connsiteX19" fmla="*/ 330200 w 410040"/>
                <a:gd name="connsiteY19" fmla="*/ 1234372 h 2113847"/>
                <a:gd name="connsiteX20" fmla="*/ 314325 w 410040"/>
                <a:gd name="connsiteY20" fmla="*/ 1126422 h 2113847"/>
                <a:gd name="connsiteX21" fmla="*/ 307975 w 410040"/>
                <a:gd name="connsiteY21" fmla="*/ 1081972 h 2113847"/>
                <a:gd name="connsiteX22" fmla="*/ 323772 w 410040"/>
                <a:gd name="connsiteY22" fmla="*/ 497104 h 2113847"/>
                <a:gd name="connsiteX23" fmla="*/ 410040 w 410040"/>
                <a:gd name="connsiteY23" fmla="*/ 0 h 2113847"/>
                <a:gd name="connsiteX0" fmla="*/ 15875 w 410040"/>
                <a:gd name="connsiteY0" fmla="*/ 2113847 h 2113847"/>
                <a:gd name="connsiteX1" fmla="*/ 9525 w 410040"/>
                <a:gd name="connsiteY1" fmla="*/ 2075747 h 2113847"/>
                <a:gd name="connsiteX2" fmla="*/ 6350 w 410040"/>
                <a:gd name="connsiteY2" fmla="*/ 2066222 h 2113847"/>
                <a:gd name="connsiteX3" fmla="*/ 0 w 410040"/>
                <a:gd name="connsiteY3" fmla="*/ 2056697 h 2113847"/>
                <a:gd name="connsiteX4" fmla="*/ 3175 w 410040"/>
                <a:gd name="connsiteY4" fmla="*/ 1964622 h 2113847"/>
                <a:gd name="connsiteX5" fmla="*/ 31750 w 410040"/>
                <a:gd name="connsiteY5" fmla="*/ 1932872 h 2113847"/>
                <a:gd name="connsiteX6" fmla="*/ 47625 w 410040"/>
                <a:gd name="connsiteY6" fmla="*/ 1929697 h 2113847"/>
                <a:gd name="connsiteX7" fmla="*/ 69850 w 410040"/>
                <a:gd name="connsiteY7" fmla="*/ 1926522 h 2113847"/>
                <a:gd name="connsiteX8" fmla="*/ 203200 w 410040"/>
                <a:gd name="connsiteY8" fmla="*/ 1923347 h 2113847"/>
                <a:gd name="connsiteX9" fmla="*/ 238125 w 410040"/>
                <a:gd name="connsiteY9" fmla="*/ 1916997 h 2113847"/>
                <a:gd name="connsiteX10" fmla="*/ 257175 w 410040"/>
                <a:gd name="connsiteY10" fmla="*/ 1910647 h 2113847"/>
                <a:gd name="connsiteX11" fmla="*/ 266700 w 410040"/>
                <a:gd name="connsiteY11" fmla="*/ 1907472 h 2113847"/>
                <a:gd name="connsiteX12" fmla="*/ 285750 w 410040"/>
                <a:gd name="connsiteY12" fmla="*/ 1897947 h 2113847"/>
                <a:gd name="connsiteX13" fmla="*/ 295275 w 410040"/>
                <a:gd name="connsiteY13" fmla="*/ 1888422 h 2113847"/>
                <a:gd name="connsiteX14" fmla="*/ 304800 w 410040"/>
                <a:gd name="connsiteY14" fmla="*/ 1885247 h 2113847"/>
                <a:gd name="connsiteX15" fmla="*/ 307975 w 410040"/>
                <a:gd name="connsiteY15" fmla="*/ 1875722 h 2113847"/>
                <a:gd name="connsiteX16" fmla="*/ 320675 w 410040"/>
                <a:gd name="connsiteY16" fmla="*/ 1853497 h 2113847"/>
                <a:gd name="connsiteX17" fmla="*/ 330200 w 410040"/>
                <a:gd name="connsiteY17" fmla="*/ 1824922 h 2113847"/>
                <a:gd name="connsiteX18" fmla="*/ 333375 w 410040"/>
                <a:gd name="connsiteY18" fmla="*/ 1815397 h 2113847"/>
                <a:gd name="connsiteX19" fmla="*/ 330200 w 410040"/>
                <a:gd name="connsiteY19" fmla="*/ 1234372 h 2113847"/>
                <a:gd name="connsiteX20" fmla="*/ 314325 w 410040"/>
                <a:gd name="connsiteY20" fmla="*/ 1126422 h 2113847"/>
                <a:gd name="connsiteX21" fmla="*/ 307975 w 410040"/>
                <a:gd name="connsiteY21" fmla="*/ 1081972 h 2113847"/>
                <a:gd name="connsiteX22" fmla="*/ 323772 w 410040"/>
                <a:gd name="connsiteY22" fmla="*/ 497104 h 2113847"/>
                <a:gd name="connsiteX23" fmla="*/ 410040 w 410040"/>
                <a:gd name="connsiteY23" fmla="*/ 0 h 2113847"/>
                <a:gd name="connsiteX0" fmla="*/ 15875 w 410040"/>
                <a:gd name="connsiteY0" fmla="*/ 2113847 h 2113847"/>
                <a:gd name="connsiteX1" fmla="*/ 9525 w 410040"/>
                <a:gd name="connsiteY1" fmla="*/ 2075747 h 2113847"/>
                <a:gd name="connsiteX2" fmla="*/ 6350 w 410040"/>
                <a:gd name="connsiteY2" fmla="*/ 2066222 h 2113847"/>
                <a:gd name="connsiteX3" fmla="*/ 0 w 410040"/>
                <a:gd name="connsiteY3" fmla="*/ 2056697 h 2113847"/>
                <a:gd name="connsiteX4" fmla="*/ 3175 w 410040"/>
                <a:gd name="connsiteY4" fmla="*/ 1964622 h 2113847"/>
                <a:gd name="connsiteX5" fmla="*/ 31750 w 410040"/>
                <a:gd name="connsiteY5" fmla="*/ 1932872 h 2113847"/>
                <a:gd name="connsiteX6" fmla="*/ 47625 w 410040"/>
                <a:gd name="connsiteY6" fmla="*/ 1929697 h 2113847"/>
                <a:gd name="connsiteX7" fmla="*/ 69850 w 410040"/>
                <a:gd name="connsiteY7" fmla="*/ 1926522 h 2113847"/>
                <a:gd name="connsiteX8" fmla="*/ 203200 w 410040"/>
                <a:gd name="connsiteY8" fmla="*/ 1923347 h 2113847"/>
                <a:gd name="connsiteX9" fmla="*/ 238125 w 410040"/>
                <a:gd name="connsiteY9" fmla="*/ 1916997 h 2113847"/>
                <a:gd name="connsiteX10" fmla="*/ 257175 w 410040"/>
                <a:gd name="connsiteY10" fmla="*/ 1910647 h 2113847"/>
                <a:gd name="connsiteX11" fmla="*/ 266700 w 410040"/>
                <a:gd name="connsiteY11" fmla="*/ 1907472 h 2113847"/>
                <a:gd name="connsiteX12" fmla="*/ 285750 w 410040"/>
                <a:gd name="connsiteY12" fmla="*/ 1897947 h 2113847"/>
                <a:gd name="connsiteX13" fmla="*/ 295275 w 410040"/>
                <a:gd name="connsiteY13" fmla="*/ 1888422 h 2113847"/>
                <a:gd name="connsiteX14" fmla="*/ 304800 w 410040"/>
                <a:gd name="connsiteY14" fmla="*/ 1885247 h 2113847"/>
                <a:gd name="connsiteX15" fmla="*/ 307975 w 410040"/>
                <a:gd name="connsiteY15" fmla="*/ 1875722 h 2113847"/>
                <a:gd name="connsiteX16" fmla="*/ 320675 w 410040"/>
                <a:gd name="connsiteY16" fmla="*/ 1853497 h 2113847"/>
                <a:gd name="connsiteX17" fmla="*/ 330200 w 410040"/>
                <a:gd name="connsiteY17" fmla="*/ 1824922 h 2113847"/>
                <a:gd name="connsiteX18" fmla="*/ 333375 w 410040"/>
                <a:gd name="connsiteY18" fmla="*/ 1815397 h 2113847"/>
                <a:gd name="connsiteX19" fmla="*/ 330200 w 410040"/>
                <a:gd name="connsiteY19" fmla="*/ 1234372 h 2113847"/>
                <a:gd name="connsiteX20" fmla="*/ 314325 w 410040"/>
                <a:gd name="connsiteY20" fmla="*/ 1126422 h 2113847"/>
                <a:gd name="connsiteX21" fmla="*/ 323772 w 410040"/>
                <a:gd name="connsiteY21" fmla="*/ 497104 h 2113847"/>
                <a:gd name="connsiteX22" fmla="*/ 410040 w 410040"/>
                <a:gd name="connsiteY22" fmla="*/ 0 h 2113847"/>
                <a:gd name="connsiteX0" fmla="*/ 15875 w 410040"/>
                <a:gd name="connsiteY0" fmla="*/ 2113847 h 2113847"/>
                <a:gd name="connsiteX1" fmla="*/ 9525 w 410040"/>
                <a:gd name="connsiteY1" fmla="*/ 2075747 h 2113847"/>
                <a:gd name="connsiteX2" fmla="*/ 6350 w 410040"/>
                <a:gd name="connsiteY2" fmla="*/ 2066222 h 2113847"/>
                <a:gd name="connsiteX3" fmla="*/ 0 w 410040"/>
                <a:gd name="connsiteY3" fmla="*/ 2056697 h 2113847"/>
                <a:gd name="connsiteX4" fmla="*/ 3175 w 410040"/>
                <a:gd name="connsiteY4" fmla="*/ 1964622 h 2113847"/>
                <a:gd name="connsiteX5" fmla="*/ 31750 w 410040"/>
                <a:gd name="connsiteY5" fmla="*/ 1932872 h 2113847"/>
                <a:gd name="connsiteX6" fmla="*/ 47625 w 410040"/>
                <a:gd name="connsiteY6" fmla="*/ 1929697 h 2113847"/>
                <a:gd name="connsiteX7" fmla="*/ 69850 w 410040"/>
                <a:gd name="connsiteY7" fmla="*/ 1926522 h 2113847"/>
                <a:gd name="connsiteX8" fmla="*/ 203200 w 410040"/>
                <a:gd name="connsiteY8" fmla="*/ 1923347 h 2113847"/>
                <a:gd name="connsiteX9" fmla="*/ 238125 w 410040"/>
                <a:gd name="connsiteY9" fmla="*/ 1916997 h 2113847"/>
                <a:gd name="connsiteX10" fmla="*/ 257175 w 410040"/>
                <a:gd name="connsiteY10" fmla="*/ 1910647 h 2113847"/>
                <a:gd name="connsiteX11" fmla="*/ 266700 w 410040"/>
                <a:gd name="connsiteY11" fmla="*/ 1907472 h 2113847"/>
                <a:gd name="connsiteX12" fmla="*/ 285750 w 410040"/>
                <a:gd name="connsiteY12" fmla="*/ 1897947 h 2113847"/>
                <a:gd name="connsiteX13" fmla="*/ 295275 w 410040"/>
                <a:gd name="connsiteY13" fmla="*/ 1888422 h 2113847"/>
                <a:gd name="connsiteX14" fmla="*/ 304800 w 410040"/>
                <a:gd name="connsiteY14" fmla="*/ 1885247 h 2113847"/>
                <a:gd name="connsiteX15" fmla="*/ 307975 w 410040"/>
                <a:gd name="connsiteY15" fmla="*/ 1875722 h 2113847"/>
                <a:gd name="connsiteX16" fmla="*/ 320675 w 410040"/>
                <a:gd name="connsiteY16" fmla="*/ 1853497 h 2113847"/>
                <a:gd name="connsiteX17" fmla="*/ 330200 w 410040"/>
                <a:gd name="connsiteY17" fmla="*/ 1824922 h 2113847"/>
                <a:gd name="connsiteX18" fmla="*/ 333375 w 410040"/>
                <a:gd name="connsiteY18" fmla="*/ 1815397 h 2113847"/>
                <a:gd name="connsiteX19" fmla="*/ 330200 w 410040"/>
                <a:gd name="connsiteY19" fmla="*/ 1234372 h 2113847"/>
                <a:gd name="connsiteX20" fmla="*/ 323772 w 410040"/>
                <a:gd name="connsiteY20" fmla="*/ 497104 h 2113847"/>
                <a:gd name="connsiteX21" fmla="*/ 410040 w 410040"/>
                <a:gd name="connsiteY21" fmla="*/ 0 h 2113847"/>
                <a:gd name="connsiteX0" fmla="*/ 15875 w 410040"/>
                <a:gd name="connsiteY0" fmla="*/ 2113847 h 2113847"/>
                <a:gd name="connsiteX1" fmla="*/ 9525 w 410040"/>
                <a:gd name="connsiteY1" fmla="*/ 2075747 h 2113847"/>
                <a:gd name="connsiteX2" fmla="*/ 6350 w 410040"/>
                <a:gd name="connsiteY2" fmla="*/ 2066222 h 2113847"/>
                <a:gd name="connsiteX3" fmla="*/ 0 w 410040"/>
                <a:gd name="connsiteY3" fmla="*/ 2056697 h 2113847"/>
                <a:gd name="connsiteX4" fmla="*/ 3175 w 410040"/>
                <a:gd name="connsiteY4" fmla="*/ 1964622 h 2113847"/>
                <a:gd name="connsiteX5" fmla="*/ 31750 w 410040"/>
                <a:gd name="connsiteY5" fmla="*/ 1932872 h 2113847"/>
                <a:gd name="connsiteX6" fmla="*/ 47625 w 410040"/>
                <a:gd name="connsiteY6" fmla="*/ 1929697 h 2113847"/>
                <a:gd name="connsiteX7" fmla="*/ 69850 w 410040"/>
                <a:gd name="connsiteY7" fmla="*/ 1926522 h 2113847"/>
                <a:gd name="connsiteX8" fmla="*/ 203200 w 410040"/>
                <a:gd name="connsiteY8" fmla="*/ 1923347 h 2113847"/>
                <a:gd name="connsiteX9" fmla="*/ 238125 w 410040"/>
                <a:gd name="connsiteY9" fmla="*/ 1916997 h 2113847"/>
                <a:gd name="connsiteX10" fmla="*/ 257175 w 410040"/>
                <a:gd name="connsiteY10" fmla="*/ 1910647 h 2113847"/>
                <a:gd name="connsiteX11" fmla="*/ 266700 w 410040"/>
                <a:gd name="connsiteY11" fmla="*/ 1907472 h 2113847"/>
                <a:gd name="connsiteX12" fmla="*/ 285750 w 410040"/>
                <a:gd name="connsiteY12" fmla="*/ 1897947 h 2113847"/>
                <a:gd name="connsiteX13" fmla="*/ 295275 w 410040"/>
                <a:gd name="connsiteY13" fmla="*/ 1888422 h 2113847"/>
                <a:gd name="connsiteX14" fmla="*/ 304800 w 410040"/>
                <a:gd name="connsiteY14" fmla="*/ 1885247 h 2113847"/>
                <a:gd name="connsiteX15" fmla="*/ 307975 w 410040"/>
                <a:gd name="connsiteY15" fmla="*/ 1875722 h 2113847"/>
                <a:gd name="connsiteX16" fmla="*/ 320675 w 410040"/>
                <a:gd name="connsiteY16" fmla="*/ 1853497 h 2113847"/>
                <a:gd name="connsiteX17" fmla="*/ 330200 w 410040"/>
                <a:gd name="connsiteY17" fmla="*/ 1824922 h 2113847"/>
                <a:gd name="connsiteX18" fmla="*/ 333375 w 410040"/>
                <a:gd name="connsiteY18" fmla="*/ 1815397 h 2113847"/>
                <a:gd name="connsiteX19" fmla="*/ 330200 w 410040"/>
                <a:gd name="connsiteY19" fmla="*/ 1234372 h 2113847"/>
                <a:gd name="connsiteX20" fmla="*/ 323772 w 410040"/>
                <a:gd name="connsiteY20" fmla="*/ 497104 h 2113847"/>
                <a:gd name="connsiteX21" fmla="*/ 330051 w 410040"/>
                <a:gd name="connsiteY21" fmla="*/ 86747 h 2113847"/>
                <a:gd name="connsiteX22" fmla="*/ 410040 w 410040"/>
                <a:gd name="connsiteY22" fmla="*/ 0 h 2113847"/>
                <a:gd name="connsiteX0" fmla="*/ 15875 w 410040"/>
                <a:gd name="connsiteY0" fmla="*/ 2113847 h 2113847"/>
                <a:gd name="connsiteX1" fmla="*/ 9525 w 410040"/>
                <a:gd name="connsiteY1" fmla="*/ 2075747 h 2113847"/>
                <a:gd name="connsiteX2" fmla="*/ 6350 w 410040"/>
                <a:gd name="connsiteY2" fmla="*/ 2066222 h 2113847"/>
                <a:gd name="connsiteX3" fmla="*/ 0 w 410040"/>
                <a:gd name="connsiteY3" fmla="*/ 2056697 h 2113847"/>
                <a:gd name="connsiteX4" fmla="*/ 3175 w 410040"/>
                <a:gd name="connsiteY4" fmla="*/ 1964622 h 2113847"/>
                <a:gd name="connsiteX5" fmla="*/ 31750 w 410040"/>
                <a:gd name="connsiteY5" fmla="*/ 1932872 h 2113847"/>
                <a:gd name="connsiteX6" fmla="*/ 47625 w 410040"/>
                <a:gd name="connsiteY6" fmla="*/ 1929697 h 2113847"/>
                <a:gd name="connsiteX7" fmla="*/ 69850 w 410040"/>
                <a:gd name="connsiteY7" fmla="*/ 1926522 h 2113847"/>
                <a:gd name="connsiteX8" fmla="*/ 203200 w 410040"/>
                <a:gd name="connsiteY8" fmla="*/ 1923347 h 2113847"/>
                <a:gd name="connsiteX9" fmla="*/ 238125 w 410040"/>
                <a:gd name="connsiteY9" fmla="*/ 1916997 h 2113847"/>
                <a:gd name="connsiteX10" fmla="*/ 257175 w 410040"/>
                <a:gd name="connsiteY10" fmla="*/ 1910647 h 2113847"/>
                <a:gd name="connsiteX11" fmla="*/ 266700 w 410040"/>
                <a:gd name="connsiteY11" fmla="*/ 1907472 h 2113847"/>
                <a:gd name="connsiteX12" fmla="*/ 285750 w 410040"/>
                <a:gd name="connsiteY12" fmla="*/ 1897947 h 2113847"/>
                <a:gd name="connsiteX13" fmla="*/ 295275 w 410040"/>
                <a:gd name="connsiteY13" fmla="*/ 1888422 h 2113847"/>
                <a:gd name="connsiteX14" fmla="*/ 304800 w 410040"/>
                <a:gd name="connsiteY14" fmla="*/ 1885247 h 2113847"/>
                <a:gd name="connsiteX15" fmla="*/ 307975 w 410040"/>
                <a:gd name="connsiteY15" fmla="*/ 1875722 h 2113847"/>
                <a:gd name="connsiteX16" fmla="*/ 320675 w 410040"/>
                <a:gd name="connsiteY16" fmla="*/ 1853497 h 2113847"/>
                <a:gd name="connsiteX17" fmla="*/ 330200 w 410040"/>
                <a:gd name="connsiteY17" fmla="*/ 1824922 h 2113847"/>
                <a:gd name="connsiteX18" fmla="*/ 333375 w 410040"/>
                <a:gd name="connsiteY18" fmla="*/ 1815397 h 2113847"/>
                <a:gd name="connsiteX19" fmla="*/ 330200 w 410040"/>
                <a:gd name="connsiteY19" fmla="*/ 1234372 h 2113847"/>
                <a:gd name="connsiteX20" fmla="*/ 323772 w 410040"/>
                <a:gd name="connsiteY20" fmla="*/ 497104 h 2113847"/>
                <a:gd name="connsiteX21" fmla="*/ 332762 w 410040"/>
                <a:gd name="connsiteY21" fmla="*/ 65343 h 2113847"/>
                <a:gd name="connsiteX22" fmla="*/ 410040 w 410040"/>
                <a:gd name="connsiteY22" fmla="*/ 0 h 2113847"/>
                <a:gd name="connsiteX0" fmla="*/ 15875 w 461537"/>
                <a:gd name="connsiteY0" fmla="*/ 2107731 h 2107731"/>
                <a:gd name="connsiteX1" fmla="*/ 9525 w 461537"/>
                <a:gd name="connsiteY1" fmla="*/ 2069631 h 2107731"/>
                <a:gd name="connsiteX2" fmla="*/ 6350 w 461537"/>
                <a:gd name="connsiteY2" fmla="*/ 2060106 h 2107731"/>
                <a:gd name="connsiteX3" fmla="*/ 0 w 461537"/>
                <a:gd name="connsiteY3" fmla="*/ 2050581 h 2107731"/>
                <a:gd name="connsiteX4" fmla="*/ 3175 w 461537"/>
                <a:gd name="connsiteY4" fmla="*/ 1958506 h 2107731"/>
                <a:gd name="connsiteX5" fmla="*/ 31750 w 461537"/>
                <a:gd name="connsiteY5" fmla="*/ 1926756 h 2107731"/>
                <a:gd name="connsiteX6" fmla="*/ 47625 w 461537"/>
                <a:gd name="connsiteY6" fmla="*/ 1923581 h 2107731"/>
                <a:gd name="connsiteX7" fmla="*/ 69850 w 461537"/>
                <a:gd name="connsiteY7" fmla="*/ 1920406 h 2107731"/>
                <a:gd name="connsiteX8" fmla="*/ 203200 w 461537"/>
                <a:gd name="connsiteY8" fmla="*/ 1917231 h 2107731"/>
                <a:gd name="connsiteX9" fmla="*/ 238125 w 461537"/>
                <a:gd name="connsiteY9" fmla="*/ 1910881 h 2107731"/>
                <a:gd name="connsiteX10" fmla="*/ 257175 w 461537"/>
                <a:gd name="connsiteY10" fmla="*/ 1904531 h 2107731"/>
                <a:gd name="connsiteX11" fmla="*/ 266700 w 461537"/>
                <a:gd name="connsiteY11" fmla="*/ 1901356 h 2107731"/>
                <a:gd name="connsiteX12" fmla="*/ 285750 w 461537"/>
                <a:gd name="connsiteY12" fmla="*/ 1891831 h 2107731"/>
                <a:gd name="connsiteX13" fmla="*/ 295275 w 461537"/>
                <a:gd name="connsiteY13" fmla="*/ 1882306 h 2107731"/>
                <a:gd name="connsiteX14" fmla="*/ 304800 w 461537"/>
                <a:gd name="connsiteY14" fmla="*/ 1879131 h 2107731"/>
                <a:gd name="connsiteX15" fmla="*/ 307975 w 461537"/>
                <a:gd name="connsiteY15" fmla="*/ 1869606 h 2107731"/>
                <a:gd name="connsiteX16" fmla="*/ 320675 w 461537"/>
                <a:gd name="connsiteY16" fmla="*/ 1847381 h 2107731"/>
                <a:gd name="connsiteX17" fmla="*/ 330200 w 461537"/>
                <a:gd name="connsiteY17" fmla="*/ 1818806 h 2107731"/>
                <a:gd name="connsiteX18" fmla="*/ 333375 w 461537"/>
                <a:gd name="connsiteY18" fmla="*/ 1809281 h 2107731"/>
                <a:gd name="connsiteX19" fmla="*/ 330200 w 461537"/>
                <a:gd name="connsiteY19" fmla="*/ 1228256 h 2107731"/>
                <a:gd name="connsiteX20" fmla="*/ 323772 w 461537"/>
                <a:gd name="connsiteY20" fmla="*/ 490988 h 2107731"/>
                <a:gd name="connsiteX21" fmla="*/ 332762 w 461537"/>
                <a:gd name="connsiteY21" fmla="*/ 59227 h 2107731"/>
                <a:gd name="connsiteX22" fmla="*/ 461537 w 461537"/>
                <a:gd name="connsiteY22" fmla="*/ 0 h 2107731"/>
                <a:gd name="connsiteX0" fmla="*/ 15875 w 483220"/>
                <a:gd name="connsiteY0" fmla="*/ 2077012 h 2077012"/>
                <a:gd name="connsiteX1" fmla="*/ 9525 w 483220"/>
                <a:gd name="connsiteY1" fmla="*/ 2038912 h 2077012"/>
                <a:gd name="connsiteX2" fmla="*/ 6350 w 483220"/>
                <a:gd name="connsiteY2" fmla="*/ 2029387 h 2077012"/>
                <a:gd name="connsiteX3" fmla="*/ 0 w 483220"/>
                <a:gd name="connsiteY3" fmla="*/ 2019862 h 2077012"/>
                <a:gd name="connsiteX4" fmla="*/ 3175 w 483220"/>
                <a:gd name="connsiteY4" fmla="*/ 1927787 h 2077012"/>
                <a:gd name="connsiteX5" fmla="*/ 31750 w 483220"/>
                <a:gd name="connsiteY5" fmla="*/ 1896037 h 2077012"/>
                <a:gd name="connsiteX6" fmla="*/ 47625 w 483220"/>
                <a:gd name="connsiteY6" fmla="*/ 1892862 h 2077012"/>
                <a:gd name="connsiteX7" fmla="*/ 69850 w 483220"/>
                <a:gd name="connsiteY7" fmla="*/ 1889687 h 2077012"/>
                <a:gd name="connsiteX8" fmla="*/ 203200 w 483220"/>
                <a:gd name="connsiteY8" fmla="*/ 1886512 h 2077012"/>
                <a:gd name="connsiteX9" fmla="*/ 238125 w 483220"/>
                <a:gd name="connsiteY9" fmla="*/ 1880162 h 2077012"/>
                <a:gd name="connsiteX10" fmla="*/ 257175 w 483220"/>
                <a:gd name="connsiteY10" fmla="*/ 1873812 h 2077012"/>
                <a:gd name="connsiteX11" fmla="*/ 266700 w 483220"/>
                <a:gd name="connsiteY11" fmla="*/ 1870637 h 2077012"/>
                <a:gd name="connsiteX12" fmla="*/ 285750 w 483220"/>
                <a:gd name="connsiteY12" fmla="*/ 1861112 h 2077012"/>
                <a:gd name="connsiteX13" fmla="*/ 295275 w 483220"/>
                <a:gd name="connsiteY13" fmla="*/ 1851587 h 2077012"/>
                <a:gd name="connsiteX14" fmla="*/ 304800 w 483220"/>
                <a:gd name="connsiteY14" fmla="*/ 1848412 h 2077012"/>
                <a:gd name="connsiteX15" fmla="*/ 307975 w 483220"/>
                <a:gd name="connsiteY15" fmla="*/ 1838887 h 2077012"/>
                <a:gd name="connsiteX16" fmla="*/ 320675 w 483220"/>
                <a:gd name="connsiteY16" fmla="*/ 1816662 h 2077012"/>
                <a:gd name="connsiteX17" fmla="*/ 330200 w 483220"/>
                <a:gd name="connsiteY17" fmla="*/ 1788087 h 2077012"/>
                <a:gd name="connsiteX18" fmla="*/ 333375 w 483220"/>
                <a:gd name="connsiteY18" fmla="*/ 1778562 h 2077012"/>
                <a:gd name="connsiteX19" fmla="*/ 330200 w 483220"/>
                <a:gd name="connsiteY19" fmla="*/ 1197537 h 2077012"/>
                <a:gd name="connsiteX20" fmla="*/ 323772 w 483220"/>
                <a:gd name="connsiteY20" fmla="*/ 460269 h 2077012"/>
                <a:gd name="connsiteX21" fmla="*/ 332762 w 483220"/>
                <a:gd name="connsiteY21" fmla="*/ 28508 h 2077012"/>
                <a:gd name="connsiteX22" fmla="*/ 483220 w 483220"/>
                <a:gd name="connsiteY22" fmla="*/ 5975 h 2077012"/>
                <a:gd name="connsiteX0" fmla="*/ 15875 w 483220"/>
                <a:gd name="connsiteY0" fmla="*/ 2071037 h 2071037"/>
                <a:gd name="connsiteX1" fmla="*/ 9525 w 483220"/>
                <a:gd name="connsiteY1" fmla="*/ 2032937 h 2071037"/>
                <a:gd name="connsiteX2" fmla="*/ 6350 w 483220"/>
                <a:gd name="connsiteY2" fmla="*/ 2023412 h 2071037"/>
                <a:gd name="connsiteX3" fmla="*/ 0 w 483220"/>
                <a:gd name="connsiteY3" fmla="*/ 2013887 h 2071037"/>
                <a:gd name="connsiteX4" fmla="*/ 3175 w 483220"/>
                <a:gd name="connsiteY4" fmla="*/ 1921812 h 2071037"/>
                <a:gd name="connsiteX5" fmla="*/ 31750 w 483220"/>
                <a:gd name="connsiteY5" fmla="*/ 1890062 h 2071037"/>
                <a:gd name="connsiteX6" fmla="*/ 47625 w 483220"/>
                <a:gd name="connsiteY6" fmla="*/ 1886887 h 2071037"/>
                <a:gd name="connsiteX7" fmla="*/ 69850 w 483220"/>
                <a:gd name="connsiteY7" fmla="*/ 1883712 h 2071037"/>
                <a:gd name="connsiteX8" fmla="*/ 203200 w 483220"/>
                <a:gd name="connsiteY8" fmla="*/ 1880537 h 2071037"/>
                <a:gd name="connsiteX9" fmla="*/ 238125 w 483220"/>
                <a:gd name="connsiteY9" fmla="*/ 1874187 h 2071037"/>
                <a:gd name="connsiteX10" fmla="*/ 257175 w 483220"/>
                <a:gd name="connsiteY10" fmla="*/ 1867837 h 2071037"/>
                <a:gd name="connsiteX11" fmla="*/ 266700 w 483220"/>
                <a:gd name="connsiteY11" fmla="*/ 1864662 h 2071037"/>
                <a:gd name="connsiteX12" fmla="*/ 285750 w 483220"/>
                <a:gd name="connsiteY12" fmla="*/ 1855137 h 2071037"/>
                <a:gd name="connsiteX13" fmla="*/ 295275 w 483220"/>
                <a:gd name="connsiteY13" fmla="*/ 1845612 h 2071037"/>
                <a:gd name="connsiteX14" fmla="*/ 304800 w 483220"/>
                <a:gd name="connsiteY14" fmla="*/ 1842437 h 2071037"/>
                <a:gd name="connsiteX15" fmla="*/ 307975 w 483220"/>
                <a:gd name="connsiteY15" fmla="*/ 1832912 h 2071037"/>
                <a:gd name="connsiteX16" fmla="*/ 320675 w 483220"/>
                <a:gd name="connsiteY16" fmla="*/ 1810687 h 2071037"/>
                <a:gd name="connsiteX17" fmla="*/ 330200 w 483220"/>
                <a:gd name="connsiteY17" fmla="*/ 1782112 h 2071037"/>
                <a:gd name="connsiteX18" fmla="*/ 333375 w 483220"/>
                <a:gd name="connsiteY18" fmla="*/ 1772587 h 2071037"/>
                <a:gd name="connsiteX19" fmla="*/ 330200 w 483220"/>
                <a:gd name="connsiteY19" fmla="*/ 1191562 h 2071037"/>
                <a:gd name="connsiteX20" fmla="*/ 323772 w 483220"/>
                <a:gd name="connsiteY20" fmla="*/ 454294 h 2071037"/>
                <a:gd name="connsiteX21" fmla="*/ 338183 w 483220"/>
                <a:gd name="connsiteY21" fmla="*/ 31706 h 2071037"/>
                <a:gd name="connsiteX22" fmla="*/ 483220 w 483220"/>
                <a:gd name="connsiteY22" fmla="*/ 0 h 2071037"/>
                <a:gd name="connsiteX0" fmla="*/ 15875 w 483220"/>
                <a:gd name="connsiteY0" fmla="*/ 2074469 h 2074469"/>
                <a:gd name="connsiteX1" fmla="*/ 9525 w 483220"/>
                <a:gd name="connsiteY1" fmla="*/ 2036369 h 2074469"/>
                <a:gd name="connsiteX2" fmla="*/ 6350 w 483220"/>
                <a:gd name="connsiteY2" fmla="*/ 2026844 h 2074469"/>
                <a:gd name="connsiteX3" fmla="*/ 0 w 483220"/>
                <a:gd name="connsiteY3" fmla="*/ 2017319 h 2074469"/>
                <a:gd name="connsiteX4" fmla="*/ 3175 w 483220"/>
                <a:gd name="connsiteY4" fmla="*/ 1925244 h 2074469"/>
                <a:gd name="connsiteX5" fmla="*/ 31750 w 483220"/>
                <a:gd name="connsiteY5" fmla="*/ 1893494 h 2074469"/>
                <a:gd name="connsiteX6" fmla="*/ 47625 w 483220"/>
                <a:gd name="connsiteY6" fmla="*/ 1890319 h 2074469"/>
                <a:gd name="connsiteX7" fmla="*/ 69850 w 483220"/>
                <a:gd name="connsiteY7" fmla="*/ 1887144 h 2074469"/>
                <a:gd name="connsiteX8" fmla="*/ 203200 w 483220"/>
                <a:gd name="connsiteY8" fmla="*/ 1883969 h 2074469"/>
                <a:gd name="connsiteX9" fmla="*/ 238125 w 483220"/>
                <a:gd name="connsiteY9" fmla="*/ 1877619 h 2074469"/>
                <a:gd name="connsiteX10" fmla="*/ 257175 w 483220"/>
                <a:gd name="connsiteY10" fmla="*/ 1871269 h 2074469"/>
                <a:gd name="connsiteX11" fmla="*/ 266700 w 483220"/>
                <a:gd name="connsiteY11" fmla="*/ 1868094 h 2074469"/>
                <a:gd name="connsiteX12" fmla="*/ 285750 w 483220"/>
                <a:gd name="connsiteY12" fmla="*/ 1858569 h 2074469"/>
                <a:gd name="connsiteX13" fmla="*/ 295275 w 483220"/>
                <a:gd name="connsiteY13" fmla="*/ 1849044 h 2074469"/>
                <a:gd name="connsiteX14" fmla="*/ 304800 w 483220"/>
                <a:gd name="connsiteY14" fmla="*/ 1845869 h 2074469"/>
                <a:gd name="connsiteX15" fmla="*/ 307975 w 483220"/>
                <a:gd name="connsiteY15" fmla="*/ 1836344 h 2074469"/>
                <a:gd name="connsiteX16" fmla="*/ 320675 w 483220"/>
                <a:gd name="connsiteY16" fmla="*/ 1814119 h 2074469"/>
                <a:gd name="connsiteX17" fmla="*/ 330200 w 483220"/>
                <a:gd name="connsiteY17" fmla="*/ 1785544 h 2074469"/>
                <a:gd name="connsiteX18" fmla="*/ 333375 w 483220"/>
                <a:gd name="connsiteY18" fmla="*/ 1776019 h 2074469"/>
                <a:gd name="connsiteX19" fmla="*/ 330200 w 483220"/>
                <a:gd name="connsiteY19" fmla="*/ 1194994 h 2074469"/>
                <a:gd name="connsiteX20" fmla="*/ 323772 w 483220"/>
                <a:gd name="connsiteY20" fmla="*/ 457726 h 2074469"/>
                <a:gd name="connsiteX21" fmla="*/ 335472 w 483220"/>
                <a:gd name="connsiteY21" fmla="*/ 29023 h 2074469"/>
                <a:gd name="connsiteX22" fmla="*/ 483220 w 483220"/>
                <a:gd name="connsiteY22" fmla="*/ 3432 h 2074469"/>
                <a:gd name="connsiteX0" fmla="*/ 15875 w 483220"/>
                <a:gd name="connsiteY0" fmla="*/ 2074469 h 2074469"/>
                <a:gd name="connsiteX1" fmla="*/ 9525 w 483220"/>
                <a:gd name="connsiteY1" fmla="*/ 2036369 h 2074469"/>
                <a:gd name="connsiteX2" fmla="*/ 6350 w 483220"/>
                <a:gd name="connsiteY2" fmla="*/ 2026844 h 2074469"/>
                <a:gd name="connsiteX3" fmla="*/ 0 w 483220"/>
                <a:gd name="connsiteY3" fmla="*/ 2017319 h 2074469"/>
                <a:gd name="connsiteX4" fmla="*/ 3175 w 483220"/>
                <a:gd name="connsiteY4" fmla="*/ 1925244 h 2074469"/>
                <a:gd name="connsiteX5" fmla="*/ 31750 w 483220"/>
                <a:gd name="connsiteY5" fmla="*/ 1893494 h 2074469"/>
                <a:gd name="connsiteX6" fmla="*/ 47625 w 483220"/>
                <a:gd name="connsiteY6" fmla="*/ 1890319 h 2074469"/>
                <a:gd name="connsiteX7" fmla="*/ 69850 w 483220"/>
                <a:gd name="connsiteY7" fmla="*/ 1887144 h 2074469"/>
                <a:gd name="connsiteX8" fmla="*/ 203200 w 483220"/>
                <a:gd name="connsiteY8" fmla="*/ 1883969 h 2074469"/>
                <a:gd name="connsiteX9" fmla="*/ 238125 w 483220"/>
                <a:gd name="connsiteY9" fmla="*/ 1877619 h 2074469"/>
                <a:gd name="connsiteX10" fmla="*/ 257175 w 483220"/>
                <a:gd name="connsiteY10" fmla="*/ 1871269 h 2074469"/>
                <a:gd name="connsiteX11" fmla="*/ 266700 w 483220"/>
                <a:gd name="connsiteY11" fmla="*/ 1868094 h 2074469"/>
                <a:gd name="connsiteX12" fmla="*/ 285750 w 483220"/>
                <a:gd name="connsiteY12" fmla="*/ 1858569 h 2074469"/>
                <a:gd name="connsiteX13" fmla="*/ 295275 w 483220"/>
                <a:gd name="connsiteY13" fmla="*/ 1849044 h 2074469"/>
                <a:gd name="connsiteX14" fmla="*/ 304800 w 483220"/>
                <a:gd name="connsiteY14" fmla="*/ 1845869 h 2074469"/>
                <a:gd name="connsiteX15" fmla="*/ 307975 w 483220"/>
                <a:gd name="connsiteY15" fmla="*/ 1836344 h 2074469"/>
                <a:gd name="connsiteX16" fmla="*/ 320675 w 483220"/>
                <a:gd name="connsiteY16" fmla="*/ 1814119 h 2074469"/>
                <a:gd name="connsiteX17" fmla="*/ 330200 w 483220"/>
                <a:gd name="connsiteY17" fmla="*/ 1785544 h 2074469"/>
                <a:gd name="connsiteX18" fmla="*/ 333375 w 483220"/>
                <a:gd name="connsiteY18" fmla="*/ 1776019 h 2074469"/>
                <a:gd name="connsiteX19" fmla="*/ 330200 w 483220"/>
                <a:gd name="connsiteY19" fmla="*/ 1194994 h 2074469"/>
                <a:gd name="connsiteX20" fmla="*/ 326462 w 483220"/>
                <a:gd name="connsiteY20" fmla="*/ 193339 h 2074469"/>
                <a:gd name="connsiteX21" fmla="*/ 335472 w 483220"/>
                <a:gd name="connsiteY21" fmla="*/ 29023 h 2074469"/>
                <a:gd name="connsiteX22" fmla="*/ 483220 w 483220"/>
                <a:gd name="connsiteY22" fmla="*/ 3432 h 2074469"/>
                <a:gd name="connsiteX0" fmla="*/ 15875 w 483220"/>
                <a:gd name="connsiteY0" fmla="*/ 2089888 h 2089888"/>
                <a:gd name="connsiteX1" fmla="*/ 9525 w 483220"/>
                <a:gd name="connsiteY1" fmla="*/ 2051788 h 2089888"/>
                <a:gd name="connsiteX2" fmla="*/ 6350 w 483220"/>
                <a:gd name="connsiteY2" fmla="*/ 2042263 h 2089888"/>
                <a:gd name="connsiteX3" fmla="*/ 0 w 483220"/>
                <a:gd name="connsiteY3" fmla="*/ 2032738 h 2089888"/>
                <a:gd name="connsiteX4" fmla="*/ 3175 w 483220"/>
                <a:gd name="connsiteY4" fmla="*/ 1940663 h 2089888"/>
                <a:gd name="connsiteX5" fmla="*/ 31750 w 483220"/>
                <a:gd name="connsiteY5" fmla="*/ 1908913 h 2089888"/>
                <a:gd name="connsiteX6" fmla="*/ 47625 w 483220"/>
                <a:gd name="connsiteY6" fmla="*/ 1905738 h 2089888"/>
                <a:gd name="connsiteX7" fmla="*/ 69850 w 483220"/>
                <a:gd name="connsiteY7" fmla="*/ 1902563 h 2089888"/>
                <a:gd name="connsiteX8" fmla="*/ 203200 w 483220"/>
                <a:gd name="connsiteY8" fmla="*/ 1899388 h 2089888"/>
                <a:gd name="connsiteX9" fmla="*/ 238125 w 483220"/>
                <a:gd name="connsiteY9" fmla="*/ 1893038 h 2089888"/>
                <a:gd name="connsiteX10" fmla="*/ 257175 w 483220"/>
                <a:gd name="connsiteY10" fmla="*/ 1886688 h 2089888"/>
                <a:gd name="connsiteX11" fmla="*/ 266700 w 483220"/>
                <a:gd name="connsiteY11" fmla="*/ 1883513 h 2089888"/>
                <a:gd name="connsiteX12" fmla="*/ 285750 w 483220"/>
                <a:gd name="connsiteY12" fmla="*/ 1873988 h 2089888"/>
                <a:gd name="connsiteX13" fmla="*/ 295275 w 483220"/>
                <a:gd name="connsiteY13" fmla="*/ 1864463 h 2089888"/>
                <a:gd name="connsiteX14" fmla="*/ 304800 w 483220"/>
                <a:gd name="connsiteY14" fmla="*/ 1861288 h 2089888"/>
                <a:gd name="connsiteX15" fmla="*/ 307975 w 483220"/>
                <a:gd name="connsiteY15" fmla="*/ 1851763 h 2089888"/>
                <a:gd name="connsiteX16" fmla="*/ 320675 w 483220"/>
                <a:gd name="connsiteY16" fmla="*/ 1829538 h 2089888"/>
                <a:gd name="connsiteX17" fmla="*/ 330200 w 483220"/>
                <a:gd name="connsiteY17" fmla="*/ 1800963 h 2089888"/>
                <a:gd name="connsiteX18" fmla="*/ 333375 w 483220"/>
                <a:gd name="connsiteY18" fmla="*/ 1791438 h 2089888"/>
                <a:gd name="connsiteX19" fmla="*/ 330200 w 483220"/>
                <a:gd name="connsiteY19" fmla="*/ 1210413 h 2089888"/>
                <a:gd name="connsiteX20" fmla="*/ 326462 w 483220"/>
                <a:gd name="connsiteY20" fmla="*/ 208758 h 2089888"/>
                <a:gd name="connsiteX21" fmla="*/ 359679 w 483220"/>
                <a:gd name="connsiteY21" fmla="*/ 26209 h 2089888"/>
                <a:gd name="connsiteX22" fmla="*/ 483220 w 483220"/>
                <a:gd name="connsiteY22" fmla="*/ 18851 h 2089888"/>
                <a:gd name="connsiteX0" fmla="*/ 15875 w 483220"/>
                <a:gd name="connsiteY0" fmla="*/ 2071037 h 2071037"/>
                <a:gd name="connsiteX1" fmla="*/ 9525 w 483220"/>
                <a:gd name="connsiteY1" fmla="*/ 2032937 h 2071037"/>
                <a:gd name="connsiteX2" fmla="*/ 6350 w 483220"/>
                <a:gd name="connsiteY2" fmla="*/ 2023412 h 2071037"/>
                <a:gd name="connsiteX3" fmla="*/ 0 w 483220"/>
                <a:gd name="connsiteY3" fmla="*/ 2013887 h 2071037"/>
                <a:gd name="connsiteX4" fmla="*/ 3175 w 483220"/>
                <a:gd name="connsiteY4" fmla="*/ 1921812 h 2071037"/>
                <a:gd name="connsiteX5" fmla="*/ 31750 w 483220"/>
                <a:gd name="connsiteY5" fmla="*/ 1890062 h 2071037"/>
                <a:gd name="connsiteX6" fmla="*/ 47625 w 483220"/>
                <a:gd name="connsiteY6" fmla="*/ 1886887 h 2071037"/>
                <a:gd name="connsiteX7" fmla="*/ 69850 w 483220"/>
                <a:gd name="connsiteY7" fmla="*/ 1883712 h 2071037"/>
                <a:gd name="connsiteX8" fmla="*/ 203200 w 483220"/>
                <a:gd name="connsiteY8" fmla="*/ 1880537 h 2071037"/>
                <a:gd name="connsiteX9" fmla="*/ 238125 w 483220"/>
                <a:gd name="connsiteY9" fmla="*/ 1874187 h 2071037"/>
                <a:gd name="connsiteX10" fmla="*/ 257175 w 483220"/>
                <a:gd name="connsiteY10" fmla="*/ 1867837 h 2071037"/>
                <a:gd name="connsiteX11" fmla="*/ 266700 w 483220"/>
                <a:gd name="connsiteY11" fmla="*/ 1864662 h 2071037"/>
                <a:gd name="connsiteX12" fmla="*/ 285750 w 483220"/>
                <a:gd name="connsiteY12" fmla="*/ 1855137 h 2071037"/>
                <a:gd name="connsiteX13" fmla="*/ 295275 w 483220"/>
                <a:gd name="connsiteY13" fmla="*/ 1845612 h 2071037"/>
                <a:gd name="connsiteX14" fmla="*/ 304800 w 483220"/>
                <a:gd name="connsiteY14" fmla="*/ 1842437 h 2071037"/>
                <a:gd name="connsiteX15" fmla="*/ 307975 w 483220"/>
                <a:gd name="connsiteY15" fmla="*/ 1832912 h 2071037"/>
                <a:gd name="connsiteX16" fmla="*/ 320675 w 483220"/>
                <a:gd name="connsiteY16" fmla="*/ 1810687 h 2071037"/>
                <a:gd name="connsiteX17" fmla="*/ 330200 w 483220"/>
                <a:gd name="connsiteY17" fmla="*/ 1782112 h 2071037"/>
                <a:gd name="connsiteX18" fmla="*/ 333375 w 483220"/>
                <a:gd name="connsiteY18" fmla="*/ 1772587 h 2071037"/>
                <a:gd name="connsiteX19" fmla="*/ 330200 w 483220"/>
                <a:gd name="connsiteY19" fmla="*/ 1191562 h 2071037"/>
                <a:gd name="connsiteX20" fmla="*/ 326462 w 483220"/>
                <a:gd name="connsiteY20" fmla="*/ 189907 h 2071037"/>
                <a:gd name="connsiteX21" fmla="*/ 359679 w 483220"/>
                <a:gd name="connsiteY21" fmla="*/ 7358 h 2071037"/>
                <a:gd name="connsiteX22" fmla="*/ 483220 w 483220"/>
                <a:gd name="connsiteY22" fmla="*/ 0 h 2071037"/>
                <a:gd name="connsiteX0" fmla="*/ 15875 w 483220"/>
                <a:gd name="connsiteY0" fmla="*/ 2071037 h 2071037"/>
                <a:gd name="connsiteX1" fmla="*/ 9525 w 483220"/>
                <a:gd name="connsiteY1" fmla="*/ 2032937 h 2071037"/>
                <a:gd name="connsiteX2" fmla="*/ 6350 w 483220"/>
                <a:gd name="connsiteY2" fmla="*/ 2023412 h 2071037"/>
                <a:gd name="connsiteX3" fmla="*/ 0 w 483220"/>
                <a:gd name="connsiteY3" fmla="*/ 2013887 h 2071037"/>
                <a:gd name="connsiteX4" fmla="*/ 3175 w 483220"/>
                <a:gd name="connsiteY4" fmla="*/ 1921812 h 2071037"/>
                <a:gd name="connsiteX5" fmla="*/ 31750 w 483220"/>
                <a:gd name="connsiteY5" fmla="*/ 1890062 h 2071037"/>
                <a:gd name="connsiteX6" fmla="*/ 47625 w 483220"/>
                <a:gd name="connsiteY6" fmla="*/ 1886887 h 2071037"/>
                <a:gd name="connsiteX7" fmla="*/ 69850 w 483220"/>
                <a:gd name="connsiteY7" fmla="*/ 1883712 h 2071037"/>
                <a:gd name="connsiteX8" fmla="*/ 203200 w 483220"/>
                <a:gd name="connsiteY8" fmla="*/ 1880537 h 2071037"/>
                <a:gd name="connsiteX9" fmla="*/ 238125 w 483220"/>
                <a:gd name="connsiteY9" fmla="*/ 1874187 h 2071037"/>
                <a:gd name="connsiteX10" fmla="*/ 257175 w 483220"/>
                <a:gd name="connsiteY10" fmla="*/ 1867837 h 2071037"/>
                <a:gd name="connsiteX11" fmla="*/ 266700 w 483220"/>
                <a:gd name="connsiteY11" fmla="*/ 1864662 h 2071037"/>
                <a:gd name="connsiteX12" fmla="*/ 285750 w 483220"/>
                <a:gd name="connsiteY12" fmla="*/ 1855137 h 2071037"/>
                <a:gd name="connsiteX13" fmla="*/ 295275 w 483220"/>
                <a:gd name="connsiteY13" fmla="*/ 1845612 h 2071037"/>
                <a:gd name="connsiteX14" fmla="*/ 304800 w 483220"/>
                <a:gd name="connsiteY14" fmla="*/ 1842437 h 2071037"/>
                <a:gd name="connsiteX15" fmla="*/ 307975 w 483220"/>
                <a:gd name="connsiteY15" fmla="*/ 1832912 h 2071037"/>
                <a:gd name="connsiteX16" fmla="*/ 320675 w 483220"/>
                <a:gd name="connsiteY16" fmla="*/ 1810687 h 2071037"/>
                <a:gd name="connsiteX17" fmla="*/ 330200 w 483220"/>
                <a:gd name="connsiteY17" fmla="*/ 1782112 h 2071037"/>
                <a:gd name="connsiteX18" fmla="*/ 333375 w 483220"/>
                <a:gd name="connsiteY18" fmla="*/ 1772587 h 2071037"/>
                <a:gd name="connsiteX19" fmla="*/ 330200 w 483220"/>
                <a:gd name="connsiteY19" fmla="*/ 1191562 h 2071037"/>
                <a:gd name="connsiteX20" fmla="*/ 326462 w 483220"/>
                <a:gd name="connsiteY20" fmla="*/ 189907 h 2071037"/>
                <a:gd name="connsiteX21" fmla="*/ 359679 w 483220"/>
                <a:gd name="connsiteY21" fmla="*/ 7358 h 2071037"/>
                <a:gd name="connsiteX22" fmla="*/ 483220 w 483220"/>
                <a:gd name="connsiteY22" fmla="*/ 0 h 2071037"/>
                <a:gd name="connsiteX0" fmla="*/ 15875 w 483220"/>
                <a:gd name="connsiteY0" fmla="*/ 2067485 h 2067485"/>
                <a:gd name="connsiteX1" fmla="*/ 9525 w 483220"/>
                <a:gd name="connsiteY1" fmla="*/ 2029385 h 2067485"/>
                <a:gd name="connsiteX2" fmla="*/ 6350 w 483220"/>
                <a:gd name="connsiteY2" fmla="*/ 2019860 h 2067485"/>
                <a:gd name="connsiteX3" fmla="*/ 0 w 483220"/>
                <a:gd name="connsiteY3" fmla="*/ 2010335 h 2067485"/>
                <a:gd name="connsiteX4" fmla="*/ 3175 w 483220"/>
                <a:gd name="connsiteY4" fmla="*/ 1918260 h 2067485"/>
                <a:gd name="connsiteX5" fmla="*/ 31750 w 483220"/>
                <a:gd name="connsiteY5" fmla="*/ 1886510 h 2067485"/>
                <a:gd name="connsiteX6" fmla="*/ 47625 w 483220"/>
                <a:gd name="connsiteY6" fmla="*/ 1883335 h 2067485"/>
                <a:gd name="connsiteX7" fmla="*/ 69850 w 483220"/>
                <a:gd name="connsiteY7" fmla="*/ 1880160 h 2067485"/>
                <a:gd name="connsiteX8" fmla="*/ 203200 w 483220"/>
                <a:gd name="connsiteY8" fmla="*/ 1876985 h 2067485"/>
                <a:gd name="connsiteX9" fmla="*/ 238125 w 483220"/>
                <a:gd name="connsiteY9" fmla="*/ 1870635 h 2067485"/>
                <a:gd name="connsiteX10" fmla="*/ 257175 w 483220"/>
                <a:gd name="connsiteY10" fmla="*/ 1864285 h 2067485"/>
                <a:gd name="connsiteX11" fmla="*/ 266700 w 483220"/>
                <a:gd name="connsiteY11" fmla="*/ 1861110 h 2067485"/>
                <a:gd name="connsiteX12" fmla="*/ 285750 w 483220"/>
                <a:gd name="connsiteY12" fmla="*/ 1851585 h 2067485"/>
                <a:gd name="connsiteX13" fmla="*/ 295275 w 483220"/>
                <a:gd name="connsiteY13" fmla="*/ 1842060 h 2067485"/>
                <a:gd name="connsiteX14" fmla="*/ 304800 w 483220"/>
                <a:gd name="connsiteY14" fmla="*/ 1838885 h 2067485"/>
                <a:gd name="connsiteX15" fmla="*/ 307975 w 483220"/>
                <a:gd name="connsiteY15" fmla="*/ 1829360 h 2067485"/>
                <a:gd name="connsiteX16" fmla="*/ 320675 w 483220"/>
                <a:gd name="connsiteY16" fmla="*/ 1807135 h 2067485"/>
                <a:gd name="connsiteX17" fmla="*/ 330200 w 483220"/>
                <a:gd name="connsiteY17" fmla="*/ 1778560 h 2067485"/>
                <a:gd name="connsiteX18" fmla="*/ 333375 w 483220"/>
                <a:gd name="connsiteY18" fmla="*/ 1769035 h 2067485"/>
                <a:gd name="connsiteX19" fmla="*/ 330200 w 483220"/>
                <a:gd name="connsiteY19" fmla="*/ 1188010 h 2067485"/>
                <a:gd name="connsiteX20" fmla="*/ 326462 w 483220"/>
                <a:gd name="connsiteY20" fmla="*/ 186355 h 2067485"/>
                <a:gd name="connsiteX21" fmla="*/ 359679 w 483220"/>
                <a:gd name="connsiteY21" fmla="*/ 3806 h 2067485"/>
                <a:gd name="connsiteX22" fmla="*/ 483220 w 483220"/>
                <a:gd name="connsiteY22" fmla="*/ 17721 h 2067485"/>
                <a:gd name="connsiteX0" fmla="*/ 15875 w 483220"/>
                <a:gd name="connsiteY0" fmla="*/ 2066990 h 2066990"/>
                <a:gd name="connsiteX1" fmla="*/ 9525 w 483220"/>
                <a:gd name="connsiteY1" fmla="*/ 2028890 h 2066990"/>
                <a:gd name="connsiteX2" fmla="*/ 6350 w 483220"/>
                <a:gd name="connsiteY2" fmla="*/ 2019365 h 2066990"/>
                <a:gd name="connsiteX3" fmla="*/ 0 w 483220"/>
                <a:gd name="connsiteY3" fmla="*/ 2009840 h 2066990"/>
                <a:gd name="connsiteX4" fmla="*/ 3175 w 483220"/>
                <a:gd name="connsiteY4" fmla="*/ 1917765 h 2066990"/>
                <a:gd name="connsiteX5" fmla="*/ 31750 w 483220"/>
                <a:gd name="connsiteY5" fmla="*/ 1886015 h 2066990"/>
                <a:gd name="connsiteX6" fmla="*/ 47625 w 483220"/>
                <a:gd name="connsiteY6" fmla="*/ 1882840 h 2066990"/>
                <a:gd name="connsiteX7" fmla="*/ 69850 w 483220"/>
                <a:gd name="connsiteY7" fmla="*/ 1879665 h 2066990"/>
                <a:gd name="connsiteX8" fmla="*/ 203200 w 483220"/>
                <a:gd name="connsiteY8" fmla="*/ 1876490 h 2066990"/>
                <a:gd name="connsiteX9" fmla="*/ 238125 w 483220"/>
                <a:gd name="connsiteY9" fmla="*/ 1870140 h 2066990"/>
                <a:gd name="connsiteX10" fmla="*/ 257175 w 483220"/>
                <a:gd name="connsiteY10" fmla="*/ 1863790 h 2066990"/>
                <a:gd name="connsiteX11" fmla="*/ 266700 w 483220"/>
                <a:gd name="connsiteY11" fmla="*/ 1860615 h 2066990"/>
                <a:gd name="connsiteX12" fmla="*/ 285750 w 483220"/>
                <a:gd name="connsiteY12" fmla="*/ 1851090 h 2066990"/>
                <a:gd name="connsiteX13" fmla="*/ 295275 w 483220"/>
                <a:gd name="connsiteY13" fmla="*/ 1841565 h 2066990"/>
                <a:gd name="connsiteX14" fmla="*/ 304800 w 483220"/>
                <a:gd name="connsiteY14" fmla="*/ 1838390 h 2066990"/>
                <a:gd name="connsiteX15" fmla="*/ 307975 w 483220"/>
                <a:gd name="connsiteY15" fmla="*/ 1828865 h 2066990"/>
                <a:gd name="connsiteX16" fmla="*/ 320675 w 483220"/>
                <a:gd name="connsiteY16" fmla="*/ 1806640 h 2066990"/>
                <a:gd name="connsiteX17" fmla="*/ 330200 w 483220"/>
                <a:gd name="connsiteY17" fmla="*/ 1778065 h 2066990"/>
                <a:gd name="connsiteX18" fmla="*/ 333375 w 483220"/>
                <a:gd name="connsiteY18" fmla="*/ 1768540 h 2066990"/>
                <a:gd name="connsiteX19" fmla="*/ 330200 w 483220"/>
                <a:gd name="connsiteY19" fmla="*/ 1187515 h 2066990"/>
                <a:gd name="connsiteX20" fmla="*/ 326462 w 483220"/>
                <a:gd name="connsiteY20" fmla="*/ 185860 h 2066990"/>
                <a:gd name="connsiteX21" fmla="*/ 359679 w 483220"/>
                <a:gd name="connsiteY21" fmla="*/ 3311 h 2066990"/>
                <a:gd name="connsiteX22" fmla="*/ 483220 w 483220"/>
                <a:gd name="connsiteY22" fmla="*/ 35459 h 2066990"/>
                <a:gd name="connsiteX0" fmla="*/ 15875 w 483220"/>
                <a:gd name="connsiteY0" fmla="*/ 2075904 h 2075904"/>
                <a:gd name="connsiteX1" fmla="*/ 9525 w 483220"/>
                <a:gd name="connsiteY1" fmla="*/ 2037804 h 2075904"/>
                <a:gd name="connsiteX2" fmla="*/ 6350 w 483220"/>
                <a:gd name="connsiteY2" fmla="*/ 2028279 h 2075904"/>
                <a:gd name="connsiteX3" fmla="*/ 0 w 483220"/>
                <a:gd name="connsiteY3" fmla="*/ 2018754 h 2075904"/>
                <a:gd name="connsiteX4" fmla="*/ 3175 w 483220"/>
                <a:gd name="connsiteY4" fmla="*/ 1926679 h 2075904"/>
                <a:gd name="connsiteX5" fmla="*/ 31750 w 483220"/>
                <a:gd name="connsiteY5" fmla="*/ 1894929 h 2075904"/>
                <a:gd name="connsiteX6" fmla="*/ 47625 w 483220"/>
                <a:gd name="connsiteY6" fmla="*/ 1891754 h 2075904"/>
                <a:gd name="connsiteX7" fmla="*/ 69850 w 483220"/>
                <a:gd name="connsiteY7" fmla="*/ 1888579 h 2075904"/>
                <a:gd name="connsiteX8" fmla="*/ 203200 w 483220"/>
                <a:gd name="connsiteY8" fmla="*/ 1885404 h 2075904"/>
                <a:gd name="connsiteX9" fmla="*/ 238125 w 483220"/>
                <a:gd name="connsiteY9" fmla="*/ 1879054 h 2075904"/>
                <a:gd name="connsiteX10" fmla="*/ 257175 w 483220"/>
                <a:gd name="connsiteY10" fmla="*/ 1872704 h 2075904"/>
                <a:gd name="connsiteX11" fmla="*/ 266700 w 483220"/>
                <a:gd name="connsiteY11" fmla="*/ 1869529 h 2075904"/>
                <a:gd name="connsiteX12" fmla="*/ 285750 w 483220"/>
                <a:gd name="connsiteY12" fmla="*/ 1860004 h 2075904"/>
                <a:gd name="connsiteX13" fmla="*/ 295275 w 483220"/>
                <a:gd name="connsiteY13" fmla="*/ 1850479 h 2075904"/>
                <a:gd name="connsiteX14" fmla="*/ 304800 w 483220"/>
                <a:gd name="connsiteY14" fmla="*/ 1847304 h 2075904"/>
                <a:gd name="connsiteX15" fmla="*/ 307975 w 483220"/>
                <a:gd name="connsiteY15" fmla="*/ 1837779 h 2075904"/>
                <a:gd name="connsiteX16" fmla="*/ 320675 w 483220"/>
                <a:gd name="connsiteY16" fmla="*/ 1815554 h 2075904"/>
                <a:gd name="connsiteX17" fmla="*/ 330200 w 483220"/>
                <a:gd name="connsiteY17" fmla="*/ 1786979 h 2075904"/>
                <a:gd name="connsiteX18" fmla="*/ 333375 w 483220"/>
                <a:gd name="connsiteY18" fmla="*/ 1777454 h 2075904"/>
                <a:gd name="connsiteX19" fmla="*/ 330200 w 483220"/>
                <a:gd name="connsiteY19" fmla="*/ 1196429 h 2075904"/>
                <a:gd name="connsiteX20" fmla="*/ 326462 w 483220"/>
                <a:gd name="connsiteY20" fmla="*/ 194774 h 2075904"/>
                <a:gd name="connsiteX21" fmla="*/ 400024 w 483220"/>
                <a:gd name="connsiteY21" fmla="*/ 3108 h 2075904"/>
                <a:gd name="connsiteX22" fmla="*/ 483220 w 483220"/>
                <a:gd name="connsiteY22" fmla="*/ 44373 h 2075904"/>
                <a:gd name="connsiteX0" fmla="*/ 15875 w 483220"/>
                <a:gd name="connsiteY0" fmla="*/ 2072796 h 2072796"/>
                <a:gd name="connsiteX1" fmla="*/ 9525 w 483220"/>
                <a:gd name="connsiteY1" fmla="*/ 2034696 h 2072796"/>
                <a:gd name="connsiteX2" fmla="*/ 6350 w 483220"/>
                <a:gd name="connsiteY2" fmla="*/ 2025171 h 2072796"/>
                <a:gd name="connsiteX3" fmla="*/ 0 w 483220"/>
                <a:gd name="connsiteY3" fmla="*/ 2015646 h 2072796"/>
                <a:gd name="connsiteX4" fmla="*/ 3175 w 483220"/>
                <a:gd name="connsiteY4" fmla="*/ 1923571 h 2072796"/>
                <a:gd name="connsiteX5" fmla="*/ 31750 w 483220"/>
                <a:gd name="connsiteY5" fmla="*/ 1891821 h 2072796"/>
                <a:gd name="connsiteX6" fmla="*/ 47625 w 483220"/>
                <a:gd name="connsiteY6" fmla="*/ 1888646 h 2072796"/>
                <a:gd name="connsiteX7" fmla="*/ 69850 w 483220"/>
                <a:gd name="connsiteY7" fmla="*/ 1885471 h 2072796"/>
                <a:gd name="connsiteX8" fmla="*/ 203200 w 483220"/>
                <a:gd name="connsiteY8" fmla="*/ 1882296 h 2072796"/>
                <a:gd name="connsiteX9" fmla="*/ 238125 w 483220"/>
                <a:gd name="connsiteY9" fmla="*/ 1875946 h 2072796"/>
                <a:gd name="connsiteX10" fmla="*/ 257175 w 483220"/>
                <a:gd name="connsiteY10" fmla="*/ 1869596 h 2072796"/>
                <a:gd name="connsiteX11" fmla="*/ 266700 w 483220"/>
                <a:gd name="connsiteY11" fmla="*/ 1866421 h 2072796"/>
                <a:gd name="connsiteX12" fmla="*/ 285750 w 483220"/>
                <a:gd name="connsiteY12" fmla="*/ 1856896 h 2072796"/>
                <a:gd name="connsiteX13" fmla="*/ 295275 w 483220"/>
                <a:gd name="connsiteY13" fmla="*/ 1847371 h 2072796"/>
                <a:gd name="connsiteX14" fmla="*/ 304800 w 483220"/>
                <a:gd name="connsiteY14" fmla="*/ 1844196 h 2072796"/>
                <a:gd name="connsiteX15" fmla="*/ 307975 w 483220"/>
                <a:gd name="connsiteY15" fmla="*/ 1834671 h 2072796"/>
                <a:gd name="connsiteX16" fmla="*/ 320675 w 483220"/>
                <a:gd name="connsiteY16" fmla="*/ 1812446 h 2072796"/>
                <a:gd name="connsiteX17" fmla="*/ 330200 w 483220"/>
                <a:gd name="connsiteY17" fmla="*/ 1783871 h 2072796"/>
                <a:gd name="connsiteX18" fmla="*/ 333375 w 483220"/>
                <a:gd name="connsiteY18" fmla="*/ 1774346 h 2072796"/>
                <a:gd name="connsiteX19" fmla="*/ 330200 w 483220"/>
                <a:gd name="connsiteY19" fmla="*/ 1193321 h 2072796"/>
                <a:gd name="connsiteX20" fmla="*/ 326462 w 483220"/>
                <a:gd name="connsiteY20" fmla="*/ 191666 h 2072796"/>
                <a:gd name="connsiteX21" fmla="*/ 400024 w 483220"/>
                <a:gd name="connsiteY21" fmla="*/ 0 h 2072796"/>
                <a:gd name="connsiteX22" fmla="*/ 483220 w 483220"/>
                <a:gd name="connsiteY22" fmla="*/ 41265 h 2072796"/>
                <a:gd name="connsiteX0" fmla="*/ 15875 w 483220"/>
                <a:gd name="connsiteY0" fmla="*/ 2072796 h 2072796"/>
                <a:gd name="connsiteX1" fmla="*/ 9525 w 483220"/>
                <a:gd name="connsiteY1" fmla="*/ 2034696 h 2072796"/>
                <a:gd name="connsiteX2" fmla="*/ 6350 w 483220"/>
                <a:gd name="connsiteY2" fmla="*/ 2025171 h 2072796"/>
                <a:gd name="connsiteX3" fmla="*/ 0 w 483220"/>
                <a:gd name="connsiteY3" fmla="*/ 2015646 h 2072796"/>
                <a:gd name="connsiteX4" fmla="*/ 3175 w 483220"/>
                <a:gd name="connsiteY4" fmla="*/ 1923571 h 2072796"/>
                <a:gd name="connsiteX5" fmla="*/ 31750 w 483220"/>
                <a:gd name="connsiteY5" fmla="*/ 1891821 h 2072796"/>
                <a:gd name="connsiteX6" fmla="*/ 47625 w 483220"/>
                <a:gd name="connsiteY6" fmla="*/ 1888646 h 2072796"/>
                <a:gd name="connsiteX7" fmla="*/ 69850 w 483220"/>
                <a:gd name="connsiteY7" fmla="*/ 1885471 h 2072796"/>
                <a:gd name="connsiteX8" fmla="*/ 203200 w 483220"/>
                <a:gd name="connsiteY8" fmla="*/ 1882296 h 2072796"/>
                <a:gd name="connsiteX9" fmla="*/ 238125 w 483220"/>
                <a:gd name="connsiteY9" fmla="*/ 1875946 h 2072796"/>
                <a:gd name="connsiteX10" fmla="*/ 257175 w 483220"/>
                <a:gd name="connsiteY10" fmla="*/ 1869596 h 2072796"/>
                <a:gd name="connsiteX11" fmla="*/ 266700 w 483220"/>
                <a:gd name="connsiteY11" fmla="*/ 1866421 h 2072796"/>
                <a:gd name="connsiteX12" fmla="*/ 285750 w 483220"/>
                <a:gd name="connsiteY12" fmla="*/ 1856896 h 2072796"/>
                <a:gd name="connsiteX13" fmla="*/ 295275 w 483220"/>
                <a:gd name="connsiteY13" fmla="*/ 1847371 h 2072796"/>
                <a:gd name="connsiteX14" fmla="*/ 304800 w 483220"/>
                <a:gd name="connsiteY14" fmla="*/ 1844196 h 2072796"/>
                <a:gd name="connsiteX15" fmla="*/ 307975 w 483220"/>
                <a:gd name="connsiteY15" fmla="*/ 1834671 h 2072796"/>
                <a:gd name="connsiteX16" fmla="*/ 320675 w 483220"/>
                <a:gd name="connsiteY16" fmla="*/ 1812446 h 2072796"/>
                <a:gd name="connsiteX17" fmla="*/ 330200 w 483220"/>
                <a:gd name="connsiteY17" fmla="*/ 1783871 h 2072796"/>
                <a:gd name="connsiteX18" fmla="*/ 333375 w 483220"/>
                <a:gd name="connsiteY18" fmla="*/ 1774346 h 2072796"/>
                <a:gd name="connsiteX19" fmla="*/ 330200 w 483220"/>
                <a:gd name="connsiteY19" fmla="*/ 1193321 h 2072796"/>
                <a:gd name="connsiteX20" fmla="*/ 326462 w 483220"/>
                <a:gd name="connsiteY20" fmla="*/ 191666 h 2072796"/>
                <a:gd name="connsiteX21" fmla="*/ 400024 w 483220"/>
                <a:gd name="connsiteY21" fmla="*/ 0 h 2072796"/>
                <a:gd name="connsiteX22" fmla="*/ 483220 w 483220"/>
                <a:gd name="connsiteY22" fmla="*/ 41265 h 207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83220" h="2072796">
                  <a:moveTo>
                    <a:pt x="15875" y="2072796"/>
                  </a:moveTo>
                  <a:cubicBezTo>
                    <a:pt x="13758" y="2060096"/>
                    <a:pt x="12050" y="2047321"/>
                    <a:pt x="9525" y="2034696"/>
                  </a:cubicBezTo>
                  <a:cubicBezTo>
                    <a:pt x="8869" y="2031414"/>
                    <a:pt x="7847" y="2028164"/>
                    <a:pt x="6350" y="2025171"/>
                  </a:cubicBezTo>
                  <a:cubicBezTo>
                    <a:pt x="4643" y="2021758"/>
                    <a:pt x="2117" y="2018821"/>
                    <a:pt x="0" y="2015646"/>
                  </a:cubicBezTo>
                  <a:cubicBezTo>
                    <a:pt x="1058" y="1984954"/>
                    <a:pt x="-312" y="1954082"/>
                    <a:pt x="3175" y="1923571"/>
                  </a:cubicBezTo>
                  <a:cubicBezTo>
                    <a:pt x="4632" y="1910826"/>
                    <a:pt x="19135" y="1894344"/>
                    <a:pt x="31750" y="1891821"/>
                  </a:cubicBezTo>
                  <a:cubicBezTo>
                    <a:pt x="37042" y="1890763"/>
                    <a:pt x="42302" y="1889533"/>
                    <a:pt x="47625" y="1888646"/>
                  </a:cubicBezTo>
                  <a:cubicBezTo>
                    <a:pt x="55007" y="1887416"/>
                    <a:pt x="62373" y="1885776"/>
                    <a:pt x="69850" y="1885471"/>
                  </a:cubicBezTo>
                  <a:cubicBezTo>
                    <a:pt x="114276" y="1883658"/>
                    <a:pt x="158750" y="1883354"/>
                    <a:pt x="203200" y="1882296"/>
                  </a:cubicBezTo>
                  <a:cubicBezTo>
                    <a:pt x="209423" y="1881259"/>
                    <a:pt x="231152" y="1877848"/>
                    <a:pt x="238125" y="1875946"/>
                  </a:cubicBezTo>
                  <a:cubicBezTo>
                    <a:pt x="244583" y="1874185"/>
                    <a:pt x="250825" y="1871713"/>
                    <a:pt x="257175" y="1869596"/>
                  </a:cubicBezTo>
                  <a:cubicBezTo>
                    <a:pt x="260350" y="1868538"/>
                    <a:pt x="263915" y="1868277"/>
                    <a:pt x="266700" y="1866421"/>
                  </a:cubicBezTo>
                  <a:cubicBezTo>
                    <a:pt x="279010" y="1858215"/>
                    <a:pt x="272605" y="1861278"/>
                    <a:pt x="285750" y="1856896"/>
                  </a:cubicBezTo>
                  <a:cubicBezTo>
                    <a:pt x="288925" y="1853721"/>
                    <a:pt x="291539" y="1849862"/>
                    <a:pt x="295275" y="1847371"/>
                  </a:cubicBezTo>
                  <a:cubicBezTo>
                    <a:pt x="298060" y="1845515"/>
                    <a:pt x="302433" y="1846563"/>
                    <a:pt x="304800" y="1844196"/>
                  </a:cubicBezTo>
                  <a:cubicBezTo>
                    <a:pt x="307167" y="1841829"/>
                    <a:pt x="306478" y="1837664"/>
                    <a:pt x="307975" y="1834671"/>
                  </a:cubicBezTo>
                  <a:cubicBezTo>
                    <a:pt x="317935" y="1814752"/>
                    <a:pt x="311398" y="1836567"/>
                    <a:pt x="320675" y="1812446"/>
                  </a:cubicBezTo>
                  <a:cubicBezTo>
                    <a:pt x="324279" y="1803075"/>
                    <a:pt x="327025" y="1793396"/>
                    <a:pt x="330200" y="1783871"/>
                  </a:cubicBezTo>
                  <a:lnTo>
                    <a:pt x="333375" y="1774346"/>
                  </a:lnTo>
                  <a:cubicBezTo>
                    <a:pt x="332317" y="1580671"/>
                    <a:pt x="331352" y="1457101"/>
                    <a:pt x="330200" y="1193321"/>
                  </a:cubicBezTo>
                  <a:cubicBezTo>
                    <a:pt x="329048" y="929541"/>
                    <a:pt x="314825" y="390553"/>
                    <a:pt x="326462" y="191666"/>
                  </a:cubicBezTo>
                  <a:cubicBezTo>
                    <a:pt x="338099" y="-7221"/>
                    <a:pt x="364128" y="25112"/>
                    <a:pt x="400024" y="0"/>
                  </a:cubicBezTo>
                  <a:cubicBezTo>
                    <a:pt x="462817" y="17434"/>
                    <a:pt x="478471" y="112293"/>
                    <a:pt x="483220" y="41265"/>
                  </a:cubicBezTo>
                </a:path>
              </a:pathLst>
            </a:custGeom>
            <a:noFill/>
            <a:ln>
              <a:solidFill>
                <a:schemeClr val="accent6"/>
              </a:solidFill>
              <a:prstDash val="dash"/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" name="Freihandform 25"/>
            <p:cNvSpPr/>
            <p:nvPr/>
          </p:nvSpPr>
          <p:spPr>
            <a:xfrm>
              <a:off x="6184900" y="2069884"/>
              <a:ext cx="259291" cy="190716"/>
            </a:xfrm>
            <a:custGeom>
              <a:avLst/>
              <a:gdLst>
                <a:gd name="connsiteX0" fmla="*/ 0 w 250825"/>
                <a:gd name="connsiteY0" fmla="*/ 190716 h 190716"/>
                <a:gd name="connsiteX1" fmla="*/ 9525 w 250825"/>
                <a:gd name="connsiteY1" fmla="*/ 98641 h 190716"/>
                <a:gd name="connsiteX2" fmla="*/ 15875 w 250825"/>
                <a:gd name="connsiteY2" fmla="*/ 89116 h 190716"/>
                <a:gd name="connsiteX3" fmla="*/ 19050 w 250825"/>
                <a:gd name="connsiteY3" fmla="*/ 76416 h 190716"/>
                <a:gd name="connsiteX4" fmla="*/ 31750 w 250825"/>
                <a:gd name="connsiteY4" fmla="*/ 57366 h 190716"/>
                <a:gd name="connsiteX5" fmla="*/ 38100 w 250825"/>
                <a:gd name="connsiteY5" fmla="*/ 47841 h 190716"/>
                <a:gd name="connsiteX6" fmla="*/ 47625 w 250825"/>
                <a:gd name="connsiteY6" fmla="*/ 41491 h 190716"/>
                <a:gd name="connsiteX7" fmla="*/ 53975 w 250825"/>
                <a:gd name="connsiteY7" fmla="*/ 31966 h 190716"/>
                <a:gd name="connsiteX8" fmla="*/ 82550 w 250825"/>
                <a:gd name="connsiteY8" fmla="*/ 19266 h 190716"/>
                <a:gd name="connsiteX9" fmla="*/ 107950 w 250825"/>
                <a:gd name="connsiteY9" fmla="*/ 12916 h 190716"/>
                <a:gd name="connsiteX10" fmla="*/ 130175 w 250825"/>
                <a:gd name="connsiteY10" fmla="*/ 9741 h 190716"/>
                <a:gd name="connsiteX11" fmla="*/ 200025 w 250825"/>
                <a:gd name="connsiteY11" fmla="*/ 6566 h 190716"/>
                <a:gd name="connsiteX12" fmla="*/ 231775 w 250825"/>
                <a:gd name="connsiteY12" fmla="*/ 216 h 190716"/>
                <a:gd name="connsiteX13" fmla="*/ 250825 w 250825"/>
                <a:gd name="connsiteY13" fmla="*/ 216 h 190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0825" h="190716">
                  <a:moveTo>
                    <a:pt x="0" y="190716"/>
                  </a:moveTo>
                  <a:cubicBezTo>
                    <a:pt x="3175" y="160024"/>
                    <a:pt x="4762" y="129127"/>
                    <a:pt x="9525" y="98641"/>
                  </a:cubicBezTo>
                  <a:cubicBezTo>
                    <a:pt x="10114" y="94871"/>
                    <a:pt x="14372" y="92623"/>
                    <a:pt x="15875" y="89116"/>
                  </a:cubicBezTo>
                  <a:cubicBezTo>
                    <a:pt x="17594" y="85105"/>
                    <a:pt x="17099" y="80319"/>
                    <a:pt x="19050" y="76416"/>
                  </a:cubicBezTo>
                  <a:cubicBezTo>
                    <a:pt x="22463" y="69590"/>
                    <a:pt x="27517" y="63716"/>
                    <a:pt x="31750" y="57366"/>
                  </a:cubicBezTo>
                  <a:cubicBezTo>
                    <a:pt x="33867" y="54191"/>
                    <a:pt x="34925" y="49958"/>
                    <a:pt x="38100" y="47841"/>
                  </a:cubicBezTo>
                  <a:lnTo>
                    <a:pt x="47625" y="41491"/>
                  </a:lnTo>
                  <a:cubicBezTo>
                    <a:pt x="49742" y="38316"/>
                    <a:pt x="51277" y="34664"/>
                    <a:pt x="53975" y="31966"/>
                  </a:cubicBezTo>
                  <a:cubicBezTo>
                    <a:pt x="61522" y="24419"/>
                    <a:pt x="73119" y="22410"/>
                    <a:pt x="82550" y="19266"/>
                  </a:cubicBezTo>
                  <a:cubicBezTo>
                    <a:pt x="94818" y="15177"/>
                    <a:pt x="92625" y="15470"/>
                    <a:pt x="107950" y="12916"/>
                  </a:cubicBezTo>
                  <a:cubicBezTo>
                    <a:pt x="115332" y="11686"/>
                    <a:pt x="122709" y="10256"/>
                    <a:pt x="130175" y="9741"/>
                  </a:cubicBezTo>
                  <a:cubicBezTo>
                    <a:pt x="153427" y="8137"/>
                    <a:pt x="176742" y="7624"/>
                    <a:pt x="200025" y="6566"/>
                  </a:cubicBezTo>
                  <a:cubicBezTo>
                    <a:pt x="213713" y="2003"/>
                    <a:pt x="212804" y="1675"/>
                    <a:pt x="231775" y="216"/>
                  </a:cubicBezTo>
                  <a:cubicBezTo>
                    <a:pt x="238106" y="-271"/>
                    <a:pt x="244475" y="216"/>
                    <a:pt x="250825" y="216"/>
                  </a:cubicBezTo>
                </a:path>
              </a:pathLst>
            </a:custGeom>
            <a:noFill/>
            <a:ln>
              <a:solidFill>
                <a:schemeClr val="accent6"/>
              </a:solidFill>
              <a:prstDash val="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" name="Freihandform 71"/>
            <p:cNvSpPr/>
            <p:nvPr/>
          </p:nvSpPr>
          <p:spPr>
            <a:xfrm>
              <a:off x="6183574" y="1193902"/>
              <a:ext cx="259291" cy="190716"/>
            </a:xfrm>
            <a:custGeom>
              <a:avLst/>
              <a:gdLst>
                <a:gd name="connsiteX0" fmla="*/ 0 w 250825"/>
                <a:gd name="connsiteY0" fmla="*/ 190716 h 190716"/>
                <a:gd name="connsiteX1" fmla="*/ 9525 w 250825"/>
                <a:gd name="connsiteY1" fmla="*/ 98641 h 190716"/>
                <a:gd name="connsiteX2" fmla="*/ 15875 w 250825"/>
                <a:gd name="connsiteY2" fmla="*/ 89116 h 190716"/>
                <a:gd name="connsiteX3" fmla="*/ 19050 w 250825"/>
                <a:gd name="connsiteY3" fmla="*/ 76416 h 190716"/>
                <a:gd name="connsiteX4" fmla="*/ 31750 w 250825"/>
                <a:gd name="connsiteY4" fmla="*/ 57366 h 190716"/>
                <a:gd name="connsiteX5" fmla="*/ 38100 w 250825"/>
                <a:gd name="connsiteY5" fmla="*/ 47841 h 190716"/>
                <a:gd name="connsiteX6" fmla="*/ 47625 w 250825"/>
                <a:gd name="connsiteY6" fmla="*/ 41491 h 190716"/>
                <a:gd name="connsiteX7" fmla="*/ 53975 w 250825"/>
                <a:gd name="connsiteY7" fmla="*/ 31966 h 190716"/>
                <a:gd name="connsiteX8" fmla="*/ 82550 w 250825"/>
                <a:gd name="connsiteY8" fmla="*/ 19266 h 190716"/>
                <a:gd name="connsiteX9" fmla="*/ 107950 w 250825"/>
                <a:gd name="connsiteY9" fmla="*/ 12916 h 190716"/>
                <a:gd name="connsiteX10" fmla="*/ 130175 w 250825"/>
                <a:gd name="connsiteY10" fmla="*/ 9741 h 190716"/>
                <a:gd name="connsiteX11" fmla="*/ 200025 w 250825"/>
                <a:gd name="connsiteY11" fmla="*/ 6566 h 190716"/>
                <a:gd name="connsiteX12" fmla="*/ 231775 w 250825"/>
                <a:gd name="connsiteY12" fmla="*/ 216 h 190716"/>
                <a:gd name="connsiteX13" fmla="*/ 250825 w 250825"/>
                <a:gd name="connsiteY13" fmla="*/ 216 h 190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0825" h="190716">
                  <a:moveTo>
                    <a:pt x="0" y="190716"/>
                  </a:moveTo>
                  <a:cubicBezTo>
                    <a:pt x="3175" y="160024"/>
                    <a:pt x="4762" y="129127"/>
                    <a:pt x="9525" y="98641"/>
                  </a:cubicBezTo>
                  <a:cubicBezTo>
                    <a:pt x="10114" y="94871"/>
                    <a:pt x="14372" y="92623"/>
                    <a:pt x="15875" y="89116"/>
                  </a:cubicBezTo>
                  <a:cubicBezTo>
                    <a:pt x="17594" y="85105"/>
                    <a:pt x="17099" y="80319"/>
                    <a:pt x="19050" y="76416"/>
                  </a:cubicBezTo>
                  <a:cubicBezTo>
                    <a:pt x="22463" y="69590"/>
                    <a:pt x="27517" y="63716"/>
                    <a:pt x="31750" y="57366"/>
                  </a:cubicBezTo>
                  <a:cubicBezTo>
                    <a:pt x="33867" y="54191"/>
                    <a:pt x="34925" y="49958"/>
                    <a:pt x="38100" y="47841"/>
                  </a:cubicBezTo>
                  <a:lnTo>
                    <a:pt x="47625" y="41491"/>
                  </a:lnTo>
                  <a:cubicBezTo>
                    <a:pt x="49742" y="38316"/>
                    <a:pt x="51277" y="34664"/>
                    <a:pt x="53975" y="31966"/>
                  </a:cubicBezTo>
                  <a:cubicBezTo>
                    <a:pt x="61522" y="24419"/>
                    <a:pt x="73119" y="22410"/>
                    <a:pt x="82550" y="19266"/>
                  </a:cubicBezTo>
                  <a:cubicBezTo>
                    <a:pt x="94818" y="15177"/>
                    <a:pt x="92625" y="15470"/>
                    <a:pt x="107950" y="12916"/>
                  </a:cubicBezTo>
                  <a:cubicBezTo>
                    <a:pt x="115332" y="11686"/>
                    <a:pt x="122709" y="10256"/>
                    <a:pt x="130175" y="9741"/>
                  </a:cubicBezTo>
                  <a:cubicBezTo>
                    <a:pt x="153427" y="8137"/>
                    <a:pt x="176742" y="7624"/>
                    <a:pt x="200025" y="6566"/>
                  </a:cubicBezTo>
                  <a:cubicBezTo>
                    <a:pt x="213713" y="2003"/>
                    <a:pt x="212804" y="1675"/>
                    <a:pt x="231775" y="216"/>
                  </a:cubicBezTo>
                  <a:cubicBezTo>
                    <a:pt x="238106" y="-271"/>
                    <a:pt x="244475" y="216"/>
                    <a:pt x="250825" y="216"/>
                  </a:cubicBezTo>
                </a:path>
              </a:pathLst>
            </a:custGeom>
            <a:noFill/>
            <a:ln>
              <a:solidFill>
                <a:schemeClr val="accent6"/>
              </a:solidFill>
              <a:prstDash val="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4" name="Gruppieren 33"/>
          <p:cNvGrpSpPr/>
          <p:nvPr/>
        </p:nvGrpSpPr>
        <p:grpSpPr>
          <a:xfrm>
            <a:off x="10110602" y="677542"/>
            <a:ext cx="442030" cy="2159257"/>
            <a:chOff x="10110602" y="677542"/>
            <a:chExt cx="442030" cy="2159257"/>
          </a:xfrm>
        </p:grpSpPr>
        <p:sp>
          <p:nvSpPr>
            <p:cNvPr id="81" name="Freihandform 80"/>
            <p:cNvSpPr/>
            <p:nvPr/>
          </p:nvSpPr>
          <p:spPr>
            <a:xfrm flipH="1">
              <a:off x="10189131" y="677542"/>
              <a:ext cx="363501" cy="2159257"/>
            </a:xfrm>
            <a:custGeom>
              <a:avLst/>
              <a:gdLst>
                <a:gd name="connsiteX0" fmla="*/ 15875 w 333375"/>
                <a:gd name="connsiteY0" fmla="*/ 2095500 h 2095500"/>
                <a:gd name="connsiteX1" fmla="*/ 9525 w 333375"/>
                <a:gd name="connsiteY1" fmla="*/ 2057400 h 2095500"/>
                <a:gd name="connsiteX2" fmla="*/ 6350 w 333375"/>
                <a:gd name="connsiteY2" fmla="*/ 2047875 h 2095500"/>
                <a:gd name="connsiteX3" fmla="*/ 0 w 333375"/>
                <a:gd name="connsiteY3" fmla="*/ 2038350 h 2095500"/>
                <a:gd name="connsiteX4" fmla="*/ 3175 w 333375"/>
                <a:gd name="connsiteY4" fmla="*/ 1946275 h 2095500"/>
                <a:gd name="connsiteX5" fmla="*/ 31750 w 333375"/>
                <a:gd name="connsiteY5" fmla="*/ 1914525 h 2095500"/>
                <a:gd name="connsiteX6" fmla="*/ 47625 w 333375"/>
                <a:gd name="connsiteY6" fmla="*/ 1911350 h 2095500"/>
                <a:gd name="connsiteX7" fmla="*/ 69850 w 333375"/>
                <a:gd name="connsiteY7" fmla="*/ 1908175 h 2095500"/>
                <a:gd name="connsiteX8" fmla="*/ 203200 w 333375"/>
                <a:gd name="connsiteY8" fmla="*/ 1905000 h 2095500"/>
                <a:gd name="connsiteX9" fmla="*/ 238125 w 333375"/>
                <a:gd name="connsiteY9" fmla="*/ 1898650 h 2095500"/>
                <a:gd name="connsiteX10" fmla="*/ 257175 w 333375"/>
                <a:gd name="connsiteY10" fmla="*/ 1892300 h 2095500"/>
                <a:gd name="connsiteX11" fmla="*/ 266700 w 333375"/>
                <a:gd name="connsiteY11" fmla="*/ 1889125 h 2095500"/>
                <a:gd name="connsiteX12" fmla="*/ 285750 w 333375"/>
                <a:gd name="connsiteY12" fmla="*/ 1879600 h 2095500"/>
                <a:gd name="connsiteX13" fmla="*/ 295275 w 333375"/>
                <a:gd name="connsiteY13" fmla="*/ 1870075 h 2095500"/>
                <a:gd name="connsiteX14" fmla="*/ 304800 w 333375"/>
                <a:gd name="connsiteY14" fmla="*/ 1866900 h 2095500"/>
                <a:gd name="connsiteX15" fmla="*/ 307975 w 333375"/>
                <a:gd name="connsiteY15" fmla="*/ 1857375 h 2095500"/>
                <a:gd name="connsiteX16" fmla="*/ 320675 w 333375"/>
                <a:gd name="connsiteY16" fmla="*/ 1835150 h 2095500"/>
                <a:gd name="connsiteX17" fmla="*/ 330200 w 333375"/>
                <a:gd name="connsiteY17" fmla="*/ 1806575 h 2095500"/>
                <a:gd name="connsiteX18" fmla="*/ 333375 w 333375"/>
                <a:gd name="connsiteY18" fmla="*/ 1797050 h 2095500"/>
                <a:gd name="connsiteX19" fmla="*/ 330200 w 333375"/>
                <a:gd name="connsiteY19" fmla="*/ 1216025 h 2095500"/>
                <a:gd name="connsiteX20" fmla="*/ 314325 w 333375"/>
                <a:gd name="connsiteY20" fmla="*/ 1108075 h 2095500"/>
                <a:gd name="connsiteX21" fmla="*/ 307975 w 333375"/>
                <a:gd name="connsiteY21" fmla="*/ 1063625 h 2095500"/>
                <a:gd name="connsiteX22" fmla="*/ 304800 w 333375"/>
                <a:gd name="connsiteY22" fmla="*/ 1041400 h 2095500"/>
                <a:gd name="connsiteX23" fmla="*/ 301625 w 333375"/>
                <a:gd name="connsiteY23" fmla="*/ 0 h 2095500"/>
                <a:gd name="connsiteX0" fmla="*/ 15875 w 333375"/>
                <a:gd name="connsiteY0" fmla="*/ 2098558 h 2098558"/>
                <a:gd name="connsiteX1" fmla="*/ 9525 w 333375"/>
                <a:gd name="connsiteY1" fmla="*/ 2060458 h 2098558"/>
                <a:gd name="connsiteX2" fmla="*/ 6350 w 333375"/>
                <a:gd name="connsiteY2" fmla="*/ 2050933 h 2098558"/>
                <a:gd name="connsiteX3" fmla="*/ 0 w 333375"/>
                <a:gd name="connsiteY3" fmla="*/ 2041408 h 2098558"/>
                <a:gd name="connsiteX4" fmla="*/ 3175 w 333375"/>
                <a:gd name="connsiteY4" fmla="*/ 1949333 h 2098558"/>
                <a:gd name="connsiteX5" fmla="*/ 31750 w 333375"/>
                <a:gd name="connsiteY5" fmla="*/ 1917583 h 2098558"/>
                <a:gd name="connsiteX6" fmla="*/ 47625 w 333375"/>
                <a:gd name="connsiteY6" fmla="*/ 1914408 h 2098558"/>
                <a:gd name="connsiteX7" fmla="*/ 69850 w 333375"/>
                <a:gd name="connsiteY7" fmla="*/ 1911233 h 2098558"/>
                <a:gd name="connsiteX8" fmla="*/ 203200 w 333375"/>
                <a:gd name="connsiteY8" fmla="*/ 1908058 h 2098558"/>
                <a:gd name="connsiteX9" fmla="*/ 238125 w 333375"/>
                <a:gd name="connsiteY9" fmla="*/ 1901708 h 2098558"/>
                <a:gd name="connsiteX10" fmla="*/ 257175 w 333375"/>
                <a:gd name="connsiteY10" fmla="*/ 1895358 h 2098558"/>
                <a:gd name="connsiteX11" fmla="*/ 266700 w 333375"/>
                <a:gd name="connsiteY11" fmla="*/ 1892183 h 2098558"/>
                <a:gd name="connsiteX12" fmla="*/ 285750 w 333375"/>
                <a:gd name="connsiteY12" fmla="*/ 1882658 h 2098558"/>
                <a:gd name="connsiteX13" fmla="*/ 295275 w 333375"/>
                <a:gd name="connsiteY13" fmla="*/ 1873133 h 2098558"/>
                <a:gd name="connsiteX14" fmla="*/ 304800 w 333375"/>
                <a:gd name="connsiteY14" fmla="*/ 1869958 h 2098558"/>
                <a:gd name="connsiteX15" fmla="*/ 307975 w 333375"/>
                <a:gd name="connsiteY15" fmla="*/ 1860433 h 2098558"/>
                <a:gd name="connsiteX16" fmla="*/ 320675 w 333375"/>
                <a:gd name="connsiteY16" fmla="*/ 1838208 h 2098558"/>
                <a:gd name="connsiteX17" fmla="*/ 330200 w 333375"/>
                <a:gd name="connsiteY17" fmla="*/ 1809633 h 2098558"/>
                <a:gd name="connsiteX18" fmla="*/ 333375 w 333375"/>
                <a:gd name="connsiteY18" fmla="*/ 1800108 h 2098558"/>
                <a:gd name="connsiteX19" fmla="*/ 330200 w 333375"/>
                <a:gd name="connsiteY19" fmla="*/ 1219083 h 2098558"/>
                <a:gd name="connsiteX20" fmla="*/ 314325 w 333375"/>
                <a:gd name="connsiteY20" fmla="*/ 1111133 h 2098558"/>
                <a:gd name="connsiteX21" fmla="*/ 307975 w 333375"/>
                <a:gd name="connsiteY21" fmla="*/ 1066683 h 2098558"/>
                <a:gd name="connsiteX22" fmla="*/ 304800 w 333375"/>
                <a:gd name="connsiteY22" fmla="*/ 1044458 h 2098558"/>
                <a:gd name="connsiteX23" fmla="*/ 301625 w 333375"/>
                <a:gd name="connsiteY23" fmla="*/ 0 h 2098558"/>
                <a:gd name="connsiteX0" fmla="*/ 15875 w 333375"/>
                <a:gd name="connsiteY0" fmla="*/ 2098558 h 2098558"/>
                <a:gd name="connsiteX1" fmla="*/ 9525 w 333375"/>
                <a:gd name="connsiteY1" fmla="*/ 2060458 h 2098558"/>
                <a:gd name="connsiteX2" fmla="*/ 6350 w 333375"/>
                <a:gd name="connsiteY2" fmla="*/ 2050933 h 2098558"/>
                <a:gd name="connsiteX3" fmla="*/ 0 w 333375"/>
                <a:gd name="connsiteY3" fmla="*/ 2041408 h 2098558"/>
                <a:gd name="connsiteX4" fmla="*/ 3175 w 333375"/>
                <a:gd name="connsiteY4" fmla="*/ 1949333 h 2098558"/>
                <a:gd name="connsiteX5" fmla="*/ 31750 w 333375"/>
                <a:gd name="connsiteY5" fmla="*/ 1917583 h 2098558"/>
                <a:gd name="connsiteX6" fmla="*/ 47625 w 333375"/>
                <a:gd name="connsiteY6" fmla="*/ 1914408 h 2098558"/>
                <a:gd name="connsiteX7" fmla="*/ 69850 w 333375"/>
                <a:gd name="connsiteY7" fmla="*/ 1911233 h 2098558"/>
                <a:gd name="connsiteX8" fmla="*/ 203200 w 333375"/>
                <a:gd name="connsiteY8" fmla="*/ 1908058 h 2098558"/>
                <a:gd name="connsiteX9" fmla="*/ 238125 w 333375"/>
                <a:gd name="connsiteY9" fmla="*/ 1901708 h 2098558"/>
                <a:gd name="connsiteX10" fmla="*/ 257175 w 333375"/>
                <a:gd name="connsiteY10" fmla="*/ 1895358 h 2098558"/>
                <a:gd name="connsiteX11" fmla="*/ 266700 w 333375"/>
                <a:gd name="connsiteY11" fmla="*/ 1892183 h 2098558"/>
                <a:gd name="connsiteX12" fmla="*/ 285750 w 333375"/>
                <a:gd name="connsiteY12" fmla="*/ 1882658 h 2098558"/>
                <a:gd name="connsiteX13" fmla="*/ 295275 w 333375"/>
                <a:gd name="connsiteY13" fmla="*/ 1873133 h 2098558"/>
                <a:gd name="connsiteX14" fmla="*/ 304800 w 333375"/>
                <a:gd name="connsiteY14" fmla="*/ 1869958 h 2098558"/>
                <a:gd name="connsiteX15" fmla="*/ 307975 w 333375"/>
                <a:gd name="connsiteY15" fmla="*/ 1860433 h 2098558"/>
                <a:gd name="connsiteX16" fmla="*/ 320675 w 333375"/>
                <a:gd name="connsiteY16" fmla="*/ 1838208 h 2098558"/>
                <a:gd name="connsiteX17" fmla="*/ 330200 w 333375"/>
                <a:gd name="connsiteY17" fmla="*/ 1809633 h 2098558"/>
                <a:gd name="connsiteX18" fmla="*/ 333375 w 333375"/>
                <a:gd name="connsiteY18" fmla="*/ 1800108 h 2098558"/>
                <a:gd name="connsiteX19" fmla="*/ 330200 w 333375"/>
                <a:gd name="connsiteY19" fmla="*/ 1219083 h 2098558"/>
                <a:gd name="connsiteX20" fmla="*/ 314325 w 333375"/>
                <a:gd name="connsiteY20" fmla="*/ 1111133 h 2098558"/>
                <a:gd name="connsiteX21" fmla="*/ 307975 w 333375"/>
                <a:gd name="connsiteY21" fmla="*/ 1066683 h 2098558"/>
                <a:gd name="connsiteX22" fmla="*/ 307510 w 333375"/>
                <a:gd name="connsiteY22" fmla="*/ 50658 h 2098558"/>
                <a:gd name="connsiteX23" fmla="*/ 301625 w 333375"/>
                <a:gd name="connsiteY23" fmla="*/ 0 h 2098558"/>
                <a:gd name="connsiteX0" fmla="*/ 15875 w 410040"/>
                <a:gd name="connsiteY0" fmla="*/ 2113847 h 2113847"/>
                <a:gd name="connsiteX1" fmla="*/ 9525 w 410040"/>
                <a:gd name="connsiteY1" fmla="*/ 2075747 h 2113847"/>
                <a:gd name="connsiteX2" fmla="*/ 6350 w 410040"/>
                <a:gd name="connsiteY2" fmla="*/ 2066222 h 2113847"/>
                <a:gd name="connsiteX3" fmla="*/ 0 w 410040"/>
                <a:gd name="connsiteY3" fmla="*/ 2056697 h 2113847"/>
                <a:gd name="connsiteX4" fmla="*/ 3175 w 410040"/>
                <a:gd name="connsiteY4" fmla="*/ 1964622 h 2113847"/>
                <a:gd name="connsiteX5" fmla="*/ 31750 w 410040"/>
                <a:gd name="connsiteY5" fmla="*/ 1932872 h 2113847"/>
                <a:gd name="connsiteX6" fmla="*/ 47625 w 410040"/>
                <a:gd name="connsiteY6" fmla="*/ 1929697 h 2113847"/>
                <a:gd name="connsiteX7" fmla="*/ 69850 w 410040"/>
                <a:gd name="connsiteY7" fmla="*/ 1926522 h 2113847"/>
                <a:gd name="connsiteX8" fmla="*/ 203200 w 410040"/>
                <a:gd name="connsiteY8" fmla="*/ 1923347 h 2113847"/>
                <a:gd name="connsiteX9" fmla="*/ 238125 w 410040"/>
                <a:gd name="connsiteY9" fmla="*/ 1916997 h 2113847"/>
                <a:gd name="connsiteX10" fmla="*/ 257175 w 410040"/>
                <a:gd name="connsiteY10" fmla="*/ 1910647 h 2113847"/>
                <a:gd name="connsiteX11" fmla="*/ 266700 w 410040"/>
                <a:gd name="connsiteY11" fmla="*/ 1907472 h 2113847"/>
                <a:gd name="connsiteX12" fmla="*/ 285750 w 410040"/>
                <a:gd name="connsiteY12" fmla="*/ 1897947 h 2113847"/>
                <a:gd name="connsiteX13" fmla="*/ 295275 w 410040"/>
                <a:gd name="connsiteY13" fmla="*/ 1888422 h 2113847"/>
                <a:gd name="connsiteX14" fmla="*/ 304800 w 410040"/>
                <a:gd name="connsiteY14" fmla="*/ 1885247 h 2113847"/>
                <a:gd name="connsiteX15" fmla="*/ 307975 w 410040"/>
                <a:gd name="connsiteY15" fmla="*/ 1875722 h 2113847"/>
                <a:gd name="connsiteX16" fmla="*/ 320675 w 410040"/>
                <a:gd name="connsiteY16" fmla="*/ 1853497 h 2113847"/>
                <a:gd name="connsiteX17" fmla="*/ 330200 w 410040"/>
                <a:gd name="connsiteY17" fmla="*/ 1824922 h 2113847"/>
                <a:gd name="connsiteX18" fmla="*/ 333375 w 410040"/>
                <a:gd name="connsiteY18" fmla="*/ 1815397 h 2113847"/>
                <a:gd name="connsiteX19" fmla="*/ 330200 w 410040"/>
                <a:gd name="connsiteY19" fmla="*/ 1234372 h 2113847"/>
                <a:gd name="connsiteX20" fmla="*/ 314325 w 410040"/>
                <a:gd name="connsiteY20" fmla="*/ 1126422 h 2113847"/>
                <a:gd name="connsiteX21" fmla="*/ 307975 w 410040"/>
                <a:gd name="connsiteY21" fmla="*/ 1081972 h 2113847"/>
                <a:gd name="connsiteX22" fmla="*/ 307510 w 410040"/>
                <a:gd name="connsiteY22" fmla="*/ 65947 h 2113847"/>
                <a:gd name="connsiteX23" fmla="*/ 410040 w 410040"/>
                <a:gd name="connsiteY23" fmla="*/ 0 h 2113847"/>
                <a:gd name="connsiteX0" fmla="*/ 15875 w 410040"/>
                <a:gd name="connsiteY0" fmla="*/ 2113847 h 2113847"/>
                <a:gd name="connsiteX1" fmla="*/ 9525 w 410040"/>
                <a:gd name="connsiteY1" fmla="*/ 2075747 h 2113847"/>
                <a:gd name="connsiteX2" fmla="*/ 6350 w 410040"/>
                <a:gd name="connsiteY2" fmla="*/ 2066222 h 2113847"/>
                <a:gd name="connsiteX3" fmla="*/ 0 w 410040"/>
                <a:gd name="connsiteY3" fmla="*/ 2056697 h 2113847"/>
                <a:gd name="connsiteX4" fmla="*/ 3175 w 410040"/>
                <a:gd name="connsiteY4" fmla="*/ 1964622 h 2113847"/>
                <a:gd name="connsiteX5" fmla="*/ 31750 w 410040"/>
                <a:gd name="connsiteY5" fmla="*/ 1932872 h 2113847"/>
                <a:gd name="connsiteX6" fmla="*/ 47625 w 410040"/>
                <a:gd name="connsiteY6" fmla="*/ 1929697 h 2113847"/>
                <a:gd name="connsiteX7" fmla="*/ 69850 w 410040"/>
                <a:gd name="connsiteY7" fmla="*/ 1926522 h 2113847"/>
                <a:gd name="connsiteX8" fmla="*/ 203200 w 410040"/>
                <a:gd name="connsiteY8" fmla="*/ 1923347 h 2113847"/>
                <a:gd name="connsiteX9" fmla="*/ 238125 w 410040"/>
                <a:gd name="connsiteY9" fmla="*/ 1916997 h 2113847"/>
                <a:gd name="connsiteX10" fmla="*/ 257175 w 410040"/>
                <a:gd name="connsiteY10" fmla="*/ 1910647 h 2113847"/>
                <a:gd name="connsiteX11" fmla="*/ 266700 w 410040"/>
                <a:gd name="connsiteY11" fmla="*/ 1907472 h 2113847"/>
                <a:gd name="connsiteX12" fmla="*/ 285750 w 410040"/>
                <a:gd name="connsiteY12" fmla="*/ 1897947 h 2113847"/>
                <a:gd name="connsiteX13" fmla="*/ 295275 w 410040"/>
                <a:gd name="connsiteY13" fmla="*/ 1888422 h 2113847"/>
                <a:gd name="connsiteX14" fmla="*/ 304800 w 410040"/>
                <a:gd name="connsiteY14" fmla="*/ 1885247 h 2113847"/>
                <a:gd name="connsiteX15" fmla="*/ 307975 w 410040"/>
                <a:gd name="connsiteY15" fmla="*/ 1875722 h 2113847"/>
                <a:gd name="connsiteX16" fmla="*/ 320675 w 410040"/>
                <a:gd name="connsiteY16" fmla="*/ 1853497 h 2113847"/>
                <a:gd name="connsiteX17" fmla="*/ 330200 w 410040"/>
                <a:gd name="connsiteY17" fmla="*/ 1824922 h 2113847"/>
                <a:gd name="connsiteX18" fmla="*/ 333375 w 410040"/>
                <a:gd name="connsiteY18" fmla="*/ 1815397 h 2113847"/>
                <a:gd name="connsiteX19" fmla="*/ 330200 w 410040"/>
                <a:gd name="connsiteY19" fmla="*/ 1234372 h 2113847"/>
                <a:gd name="connsiteX20" fmla="*/ 314325 w 410040"/>
                <a:gd name="connsiteY20" fmla="*/ 1126422 h 2113847"/>
                <a:gd name="connsiteX21" fmla="*/ 307975 w 410040"/>
                <a:gd name="connsiteY21" fmla="*/ 1081972 h 2113847"/>
                <a:gd name="connsiteX22" fmla="*/ 323772 w 410040"/>
                <a:gd name="connsiteY22" fmla="*/ 497104 h 2113847"/>
                <a:gd name="connsiteX23" fmla="*/ 410040 w 410040"/>
                <a:gd name="connsiteY23" fmla="*/ 0 h 2113847"/>
                <a:gd name="connsiteX0" fmla="*/ 15875 w 410040"/>
                <a:gd name="connsiteY0" fmla="*/ 2113847 h 2113847"/>
                <a:gd name="connsiteX1" fmla="*/ 9525 w 410040"/>
                <a:gd name="connsiteY1" fmla="*/ 2075747 h 2113847"/>
                <a:gd name="connsiteX2" fmla="*/ 6350 w 410040"/>
                <a:gd name="connsiteY2" fmla="*/ 2066222 h 2113847"/>
                <a:gd name="connsiteX3" fmla="*/ 0 w 410040"/>
                <a:gd name="connsiteY3" fmla="*/ 2056697 h 2113847"/>
                <a:gd name="connsiteX4" fmla="*/ 3175 w 410040"/>
                <a:gd name="connsiteY4" fmla="*/ 1964622 h 2113847"/>
                <a:gd name="connsiteX5" fmla="*/ 31750 w 410040"/>
                <a:gd name="connsiteY5" fmla="*/ 1932872 h 2113847"/>
                <a:gd name="connsiteX6" fmla="*/ 47625 w 410040"/>
                <a:gd name="connsiteY6" fmla="*/ 1929697 h 2113847"/>
                <a:gd name="connsiteX7" fmla="*/ 69850 w 410040"/>
                <a:gd name="connsiteY7" fmla="*/ 1926522 h 2113847"/>
                <a:gd name="connsiteX8" fmla="*/ 203200 w 410040"/>
                <a:gd name="connsiteY8" fmla="*/ 1923347 h 2113847"/>
                <a:gd name="connsiteX9" fmla="*/ 238125 w 410040"/>
                <a:gd name="connsiteY9" fmla="*/ 1916997 h 2113847"/>
                <a:gd name="connsiteX10" fmla="*/ 257175 w 410040"/>
                <a:gd name="connsiteY10" fmla="*/ 1910647 h 2113847"/>
                <a:gd name="connsiteX11" fmla="*/ 266700 w 410040"/>
                <a:gd name="connsiteY11" fmla="*/ 1907472 h 2113847"/>
                <a:gd name="connsiteX12" fmla="*/ 285750 w 410040"/>
                <a:gd name="connsiteY12" fmla="*/ 1897947 h 2113847"/>
                <a:gd name="connsiteX13" fmla="*/ 295275 w 410040"/>
                <a:gd name="connsiteY13" fmla="*/ 1888422 h 2113847"/>
                <a:gd name="connsiteX14" fmla="*/ 304800 w 410040"/>
                <a:gd name="connsiteY14" fmla="*/ 1885247 h 2113847"/>
                <a:gd name="connsiteX15" fmla="*/ 307975 w 410040"/>
                <a:gd name="connsiteY15" fmla="*/ 1875722 h 2113847"/>
                <a:gd name="connsiteX16" fmla="*/ 320675 w 410040"/>
                <a:gd name="connsiteY16" fmla="*/ 1853497 h 2113847"/>
                <a:gd name="connsiteX17" fmla="*/ 330200 w 410040"/>
                <a:gd name="connsiteY17" fmla="*/ 1824922 h 2113847"/>
                <a:gd name="connsiteX18" fmla="*/ 333375 w 410040"/>
                <a:gd name="connsiteY18" fmla="*/ 1815397 h 2113847"/>
                <a:gd name="connsiteX19" fmla="*/ 330200 w 410040"/>
                <a:gd name="connsiteY19" fmla="*/ 1234372 h 2113847"/>
                <a:gd name="connsiteX20" fmla="*/ 314325 w 410040"/>
                <a:gd name="connsiteY20" fmla="*/ 1126422 h 2113847"/>
                <a:gd name="connsiteX21" fmla="*/ 307975 w 410040"/>
                <a:gd name="connsiteY21" fmla="*/ 1081972 h 2113847"/>
                <a:gd name="connsiteX22" fmla="*/ 323772 w 410040"/>
                <a:gd name="connsiteY22" fmla="*/ 497104 h 2113847"/>
                <a:gd name="connsiteX23" fmla="*/ 410040 w 410040"/>
                <a:gd name="connsiteY23" fmla="*/ 0 h 2113847"/>
                <a:gd name="connsiteX0" fmla="*/ 15875 w 410040"/>
                <a:gd name="connsiteY0" fmla="*/ 2113847 h 2113847"/>
                <a:gd name="connsiteX1" fmla="*/ 9525 w 410040"/>
                <a:gd name="connsiteY1" fmla="*/ 2075747 h 2113847"/>
                <a:gd name="connsiteX2" fmla="*/ 6350 w 410040"/>
                <a:gd name="connsiteY2" fmla="*/ 2066222 h 2113847"/>
                <a:gd name="connsiteX3" fmla="*/ 0 w 410040"/>
                <a:gd name="connsiteY3" fmla="*/ 2056697 h 2113847"/>
                <a:gd name="connsiteX4" fmla="*/ 3175 w 410040"/>
                <a:gd name="connsiteY4" fmla="*/ 1964622 h 2113847"/>
                <a:gd name="connsiteX5" fmla="*/ 31750 w 410040"/>
                <a:gd name="connsiteY5" fmla="*/ 1932872 h 2113847"/>
                <a:gd name="connsiteX6" fmla="*/ 47625 w 410040"/>
                <a:gd name="connsiteY6" fmla="*/ 1929697 h 2113847"/>
                <a:gd name="connsiteX7" fmla="*/ 69850 w 410040"/>
                <a:gd name="connsiteY7" fmla="*/ 1926522 h 2113847"/>
                <a:gd name="connsiteX8" fmla="*/ 203200 w 410040"/>
                <a:gd name="connsiteY8" fmla="*/ 1923347 h 2113847"/>
                <a:gd name="connsiteX9" fmla="*/ 238125 w 410040"/>
                <a:gd name="connsiteY9" fmla="*/ 1916997 h 2113847"/>
                <a:gd name="connsiteX10" fmla="*/ 257175 w 410040"/>
                <a:gd name="connsiteY10" fmla="*/ 1910647 h 2113847"/>
                <a:gd name="connsiteX11" fmla="*/ 266700 w 410040"/>
                <a:gd name="connsiteY11" fmla="*/ 1907472 h 2113847"/>
                <a:gd name="connsiteX12" fmla="*/ 285750 w 410040"/>
                <a:gd name="connsiteY12" fmla="*/ 1897947 h 2113847"/>
                <a:gd name="connsiteX13" fmla="*/ 295275 w 410040"/>
                <a:gd name="connsiteY13" fmla="*/ 1888422 h 2113847"/>
                <a:gd name="connsiteX14" fmla="*/ 304800 w 410040"/>
                <a:gd name="connsiteY14" fmla="*/ 1885247 h 2113847"/>
                <a:gd name="connsiteX15" fmla="*/ 307975 w 410040"/>
                <a:gd name="connsiteY15" fmla="*/ 1875722 h 2113847"/>
                <a:gd name="connsiteX16" fmla="*/ 320675 w 410040"/>
                <a:gd name="connsiteY16" fmla="*/ 1853497 h 2113847"/>
                <a:gd name="connsiteX17" fmla="*/ 330200 w 410040"/>
                <a:gd name="connsiteY17" fmla="*/ 1824922 h 2113847"/>
                <a:gd name="connsiteX18" fmla="*/ 333375 w 410040"/>
                <a:gd name="connsiteY18" fmla="*/ 1815397 h 2113847"/>
                <a:gd name="connsiteX19" fmla="*/ 330200 w 410040"/>
                <a:gd name="connsiteY19" fmla="*/ 1234372 h 2113847"/>
                <a:gd name="connsiteX20" fmla="*/ 314325 w 410040"/>
                <a:gd name="connsiteY20" fmla="*/ 1126422 h 2113847"/>
                <a:gd name="connsiteX21" fmla="*/ 323772 w 410040"/>
                <a:gd name="connsiteY21" fmla="*/ 497104 h 2113847"/>
                <a:gd name="connsiteX22" fmla="*/ 410040 w 410040"/>
                <a:gd name="connsiteY22" fmla="*/ 0 h 2113847"/>
                <a:gd name="connsiteX0" fmla="*/ 15875 w 410040"/>
                <a:gd name="connsiteY0" fmla="*/ 2113847 h 2113847"/>
                <a:gd name="connsiteX1" fmla="*/ 9525 w 410040"/>
                <a:gd name="connsiteY1" fmla="*/ 2075747 h 2113847"/>
                <a:gd name="connsiteX2" fmla="*/ 6350 w 410040"/>
                <a:gd name="connsiteY2" fmla="*/ 2066222 h 2113847"/>
                <a:gd name="connsiteX3" fmla="*/ 0 w 410040"/>
                <a:gd name="connsiteY3" fmla="*/ 2056697 h 2113847"/>
                <a:gd name="connsiteX4" fmla="*/ 3175 w 410040"/>
                <a:gd name="connsiteY4" fmla="*/ 1964622 h 2113847"/>
                <a:gd name="connsiteX5" fmla="*/ 31750 w 410040"/>
                <a:gd name="connsiteY5" fmla="*/ 1932872 h 2113847"/>
                <a:gd name="connsiteX6" fmla="*/ 47625 w 410040"/>
                <a:gd name="connsiteY6" fmla="*/ 1929697 h 2113847"/>
                <a:gd name="connsiteX7" fmla="*/ 69850 w 410040"/>
                <a:gd name="connsiteY7" fmla="*/ 1926522 h 2113847"/>
                <a:gd name="connsiteX8" fmla="*/ 203200 w 410040"/>
                <a:gd name="connsiteY8" fmla="*/ 1923347 h 2113847"/>
                <a:gd name="connsiteX9" fmla="*/ 238125 w 410040"/>
                <a:gd name="connsiteY9" fmla="*/ 1916997 h 2113847"/>
                <a:gd name="connsiteX10" fmla="*/ 257175 w 410040"/>
                <a:gd name="connsiteY10" fmla="*/ 1910647 h 2113847"/>
                <a:gd name="connsiteX11" fmla="*/ 266700 w 410040"/>
                <a:gd name="connsiteY11" fmla="*/ 1907472 h 2113847"/>
                <a:gd name="connsiteX12" fmla="*/ 285750 w 410040"/>
                <a:gd name="connsiteY12" fmla="*/ 1897947 h 2113847"/>
                <a:gd name="connsiteX13" fmla="*/ 295275 w 410040"/>
                <a:gd name="connsiteY13" fmla="*/ 1888422 h 2113847"/>
                <a:gd name="connsiteX14" fmla="*/ 304800 w 410040"/>
                <a:gd name="connsiteY14" fmla="*/ 1885247 h 2113847"/>
                <a:gd name="connsiteX15" fmla="*/ 307975 w 410040"/>
                <a:gd name="connsiteY15" fmla="*/ 1875722 h 2113847"/>
                <a:gd name="connsiteX16" fmla="*/ 320675 w 410040"/>
                <a:gd name="connsiteY16" fmla="*/ 1853497 h 2113847"/>
                <a:gd name="connsiteX17" fmla="*/ 330200 w 410040"/>
                <a:gd name="connsiteY17" fmla="*/ 1824922 h 2113847"/>
                <a:gd name="connsiteX18" fmla="*/ 333375 w 410040"/>
                <a:gd name="connsiteY18" fmla="*/ 1815397 h 2113847"/>
                <a:gd name="connsiteX19" fmla="*/ 330200 w 410040"/>
                <a:gd name="connsiteY19" fmla="*/ 1234372 h 2113847"/>
                <a:gd name="connsiteX20" fmla="*/ 323772 w 410040"/>
                <a:gd name="connsiteY20" fmla="*/ 497104 h 2113847"/>
                <a:gd name="connsiteX21" fmla="*/ 410040 w 410040"/>
                <a:gd name="connsiteY21" fmla="*/ 0 h 2113847"/>
                <a:gd name="connsiteX0" fmla="*/ 15875 w 410040"/>
                <a:gd name="connsiteY0" fmla="*/ 2113847 h 2113847"/>
                <a:gd name="connsiteX1" fmla="*/ 9525 w 410040"/>
                <a:gd name="connsiteY1" fmla="*/ 2075747 h 2113847"/>
                <a:gd name="connsiteX2" fmla="*/ 6350 w 410040"/>
                <a:gd name="connsiteY2" fmla="*/ 2066222 h 2113847"/>
                <a:gd name="connsiteX3" fmla="*/ 0 w 410040"/>
                <a:gd name="connsiteY3" fmla="*/ 2056697 h 2113847"/>
                <a:gd name="connsiteX4" fmla="*/ 3175 w 410040"/>
                <a:gd name="connsiteY4" fmla="*/ 1964622 h 2113847"/>
                <a:gd name="connsiteX5" fmla="*/ 31750 w 410040"/>
                <a:gd name="connsiteY5" fmla="*/ 1932872 h 2113847"/>
                <a:gd name="connsiteX6" fmla="*/ 47625 w 410040"/>
                <a:gd name="connsiteY6" fmla="*/ 1929697 h 2113847"/>
                <a:gd name="connsiteX7" fmla="*/ 69850 w 410040"/>
                <a:gd name="connsiteY7" fmla="*/ 1926522 h 2113847"/>
                <a:gd name="connsiteX8" fmla="*/ 203200 w 410040"/>
                <a:gd name="connsiteY8" fmla="*/ 1923347 h 2113847"/>
                <a:gd name="connsiteX9" fmla="*/ 238125 w 410040"/>
                <a:gd name="connsiteY9" fmla="*/ 1916997 h 2113847"/>
                <a:gd name="connsiteX10" fmla="*/ 257175 w 410040"/>
                <a:gd name="connsiteY10" fmla="*/ 1910647 h 2113847"/>
                <a:gd name="connsiteX11" fmla="*/ 266700 w 410040"/>
                <a:gd name="connsiteY11" fmla="*/ 1907472 h 2113847"/>
                <a:gd name="connsiteX12" fmla="*/ 285750 w 410040"/>
                <a:gd name="connsiteY12" fmla="*/ 1897947 h 2113847"/>
                <a:gd name="connsiteX13" fmla="*/ 295275 w 410040"/>
                <a:gd name="connsiteY13" fmla="*/ 1888422 h 2113847"/>
                <a:gd name="connsiteX14" fmla="*/ 304800 w 410040"/>
                <a:gd name="connsiteY14" fmla="*/ 1885247 h 2113847"/>
                <a:gd name="connsiteX15" fmla="*/ 307975 w 410040"/>
                <a:gd name="connsiteY15" fmla="*/ 1875722 h 2113847"/>
                <a:gd name="connsiteX16" fmla="*/ 320675 w 410040"/>
                <a:gd name="connsiteY16" fmla="*/ 1853497 h 2113847"/>
                <a:gd name="connsiteX17" fmla="*/ 330200 w 410040"/>
                <a:gd name="connsiteY17" fmla="*/ 1824922 h 2113847"/>
                <a:gd name="connsiteX18" fmla="*/ 333375 w 410040"/>
                <a:gd name="connsiteY18" fmla="*/ 1815397 h 2113847"/>
                <a:gd name="connsiteX19" fmla="*/ 330200 w 410040"/>
                <a:gd name="connsiteY19" fmla="*/ 1234372 h 2113847"/>
                <a:gd name="connsiteX20" fmla="*/ 323772 w 410040"/>
                <a:gd name="connsiteY20" fmla="*/ 497104 h 2113847"/>
                <a:gd name="connsiteX21" fmla="*/ 330051 w 410040"/>
                <a:gd name="connsiteY21" fmla="*/ 86747 h 2113847"/>
                <a:gd name="connsiteX22" fmla="*/ 410040 w 410040"/>
                <a:gd name="connsiteY22" fmla="*/ 0 h 2113847"/>
                <a:gd name="connsiteX0" fmla="*/ 15875 w 410040"/>
                <a:gd name="connsiteY0" fmla="*/ 2113847 h 2113847"/>
                <a:gd name="connsiteX1" fmla="*/ 9525 w 410040"/>
                <a:gd name="connsiteY1" fmla="*/ 2075747 h 2113847"/>
                <a:gd name="connsiteX2" fmla="*/ 6350 w 410040"/>
                <a:gd name="connsiteY2" fmla="*/ 2066222 h 2113847"/>
                <a:gd name="connsiteX3" fmla="*/ 0 w 410040"/>
                <a:gd name="connsiteY3" fmla="*/ 2056697 h 2113847"/>
                <a:gd name="connsiteX4" fmla="*/ 3175 w 410040"/>
                <a:gd name="connsiteY4" fmla="*/ 1964622 h 2113847"/>
                <a:gd name="connsiteX5" fmla="*/ 31750 w 410040"/>
                <a:gd name="connsiteY5" fmla="*/ 1932872 h 2113847"/>
                <a:gd name="connsiteX6" fmla="*/ 47625 w 410040"/>
                <a:gd name="connsiteY6" fmla="*/ 1929697 h 2113847"/>
                <a:gd name="connsiteX7" fmla="*/ 69850 w 410040"/>
                <a:gd name="connsiteY7" fmla="*/ 1926522 h 2113847"/>
                <a:gd name="connsiteX8" fmla="*/ 203200 w 410040"/>
                <a:gd name="connsiteY8" fmla="*/ 1923347 h 2113847"/>
                <a:gd name="connsiteX9" fmla="*/ 238125 w 410040"/>
                <a:gd name="connsiteY9" fmla="*/ 1916997 h 2113847"/>
                <a:gd name="connsiteX10" fmla="*/ 257175 w 410040"/>
                <a:gd name="connsiteY10" fmla="*/ 1910647 h 2113847"/>
                <a:gd name="connsiteX11" fmla="*/ 266700 w 410040"/>
                <a:gd name="connsiteY11" fmla="*/ 1907472 h 2113847"/>
                <a:gd name="connsiteX12" fmla="*/ 285750 w 410040"/>
                <a:gd name="connsiteY12" fmla="*/ 1897947 h 2113847"/>
                <a:gd name="connsiteX13" fmla="*/ 295275 w 410040"/>
                <a:gd name="connsiteY13" fmla="*/ 1888422 h 2113847"/>
                <a:gd name="connsiteX14" fmla="*/ 304800 w 410040"/>
                <a:gd name="connsiteY14" fmla="*/ 1885247 h 2113847"/>
                <a:gd name="connsiteX15" fmla="*/ 307975 w 410040"/>
                <a:gd name="connsiteY15" fmla="*/ 1875722 h 2113847"/>
                <a:gd name="connsiteX16" fmla="*/ 320675 w 410040"/>
                <a:gd name="connsiteY16" fmla="*/ 1853497 h 2113847"/>
                <a:gd name="connsiteX17" fmla="*/ 330200 w 410040"/>
                <a:gd name="connsiteY17" fmla="*/ 1824922 h 2113847"/>
                <a:gd name="connsiteX18" fmla="*/ 333375 w 410040"/>
                <a:gd name="connsiteY18" fmla="*/ 1815397 h 2113847"/>
                <a:gd name="connsiteX19" fmla="*/ 330200 w 410040"/>
                <a:gd name="connsiteY19" fmla="*/ 1234372 h 2113847"/>
                <a:gd name="connsiteX20" fmla="*/ 323772 w 410040"/>
                <a:gd name="connsiteY20" fmla="*/ 497104 h 2113847"/>
                <a:gd name="connsiteX21" fmla="*/ 332762 w 410040"/>
                <a:gd name="connsiteY21" fmla="*/ 65343 h 2113847"/>
                <a:gd name="connsiteX22" fmla="*/ 410040 w 410040"/>
                <a:gd name="connsiteY22" fmla="*/ 0 h 2113847"/>
                <a:gd name="connsiteX0" fmla="*/ 15875 w 461537"/>
                <a:gd name="connsiteY0" fmla="*/ 2107731 h 2107731"/>
                <a:gd name="connsiteX1" fmla="*/ 9525 w 461537"/>
                <a:gd name="connsiteY1" fmla="*/ 2069631 h 2107731"/>
                <a:gd name="connsiteX2" fmla="*/ 6350 w 461537"/>
                <a:gd name="connsiteY2" fmla="*/ 2060106 h 2107731"/>
                <a:gd name="connsiteX3" fmla="*/ 0 w 461537"/>
                <a:gd name="connsiteY3" fmla="*/ 2050581 h 2107731"/>
                <a:gd name="connsiteX4" fmla="*/ 3175 w 461537"/>
                <a:gd name="connsiteY4" fmla="*/ 1958506 h 2107731"/>
                <a:gd name="connsiteX5" fmla="*/ 31750 w 461537"/>
                <a:gd name="connsiteY5" fmla="*/ 1926756 h 2107731"/>
                <a:gd name="connsiteX6" fmla="*/ 47625 w 461537"/>
                <a:gd name="connsiteY6" fmla="*/ 1923581 h 2107731"/>
                <a:gd name="connsiteX7" fmla="*/ 69850 w 461537"/>
                <a:gd name="connsiteY7" fmla="*/ 1920406 h 2107731"/>
                <a:gd name="connsiteX8" fmla="*/ 203200 w 461537"/>
                <a:gd name="connsiteY8" fmla="*/ 1917231 h 2107731"/>
                <a:gd name="connsiteX9" fmla="*/ 238125 w 461537"/>
                <a:gd name="connsiteY9" fmla="*/ 1910881 h 2107731"/>
                <a:gd name="connsiteX10" fmla="*/ 257175 w 461537"/>
                <a:gd name="connsiteY10" fmla="*/ 1904531 h 2107731"/>
                <a:gd name="connsiteX11" fmla="*/ 266700 w 461537"/>
                <a:gd name="connsiteY11" fmla="*/ 1901356 h 2107731"/>
                <a:gd name="connsiteX12" fmla="*/ 285750 w 461537"/>
                <a:gd name="connsiteY12" fmla="*/ 1891831 h 2107731"/>
                <a:gd name="connsiteX13" fmla="*/ 295275 w 461537"/>
                <a:gd name="connsiteY13" fmla="*/ 1882306 h 2107731"/>
                <a:gd name="connsiteX14" fmla="*/ 304800 w 461537"/>
                <a:gd name="connsiteY14" fmla="*/ 1879131 h 2107731"/>
                <a:gd name="connsiteX15" fmla="*/ 307975 w 461537"/>
                <a:gd name="connsiteY15" fmla="*/ 1869606 h 2107731"/>
                <a:gd name="connsiteX16" fmla="*/ 320675 w 461537"/>
                <a:gd name="connsiteY16" fmla="*/ 1847381 h 2107731"/>
                <a:gd name="connsiteX17" fmla="*/ 330200 w 461537"/>
                <a:gd name="connsiteY17" fmla="*/ 1818806 h 2107731"/>
                <a:gd name="connsiteX18" fmla="*/ 333375 w 461537"/>
                <a:gd name="connsiteY18" fmla="*/ 1809281 h 2107731"/>
                <a:gd name="connsiteX19" fmla="*/ 330200 w 461537"/>
                <a:gd name="connsiteY19" fmla="*/ 1228256 h 2107731"/>
                <a:gd name="connsiteX20" fmla="*/ 323772 w 461537"/>
                <a:gd name="connsiteY20" fmla="*/ 490988 h 2107731"/>
                <a:gd name="connsiteX21" fmla="*/ 332762 w 461537"/>
                <a:gd name="connsiteY21" fmla="*/ 59227 h 2107731"/>
                <a:gd name="connsiteX22" fmla="*/ 461537 w 461537"/>
                <a:gd name="connsiteY22" fmla="*/ 0 h 2107731"/>
                <a:gd name="connsiteX0" fmla="*/ 15875 w 483220"/>
                <a:gd name="connsiteY0" fmla="*/ 2077012 h 2077012"/>
                <a:gd name="connsiteX1" fmla="*/ 9525 w 483220"/>
                <a:gd name="connsiteY1" fmla="*/ 2038912 h 2077012"/>
                <a:gd name="connsiteX2" fmla="*/ 6350 w 483220"/>
                <a:gd name="connsiteY2" fmla="*/ 2029387 h 2077012"/>
                <a:gd name="connsiteX3" fmla="*/ 0 w 483220"/>
                <a:gd name="connsiteY3" fmla="*/ 2019862 h 2077012"/>
                <a:gd name="connsiteX4" fmla="*/ 3175 w 483220"/>
                <a:gd name="connsiteY4" fmla="*/ 1927787 h 2077012"/>
                <a:gd name="connsiteX5" fmla="*/ 31750 w 483220"/>
                <a:gd name="connsiteY5" fmla="*/ 1896037 h 2077012"/>
                <a:gd name="connsiteX6" fmla="*/ 47625 w 483220"/>
                <a:gd name="connsiteY6" fmla="*/ 1892862 h 2077012"/>
                <a:gd name="connsiteX7" fmla="*/ 69850 w 483220"/>
                <a:gd name="connsiteY7" fmla="*/ 1889687 h 2077012"/>
                <a:gd name="connsiteX8" fmla="*/ 203200 w 483220"/>
                <a:gd name="connsiteY8" fmla="*/ 1886512 h 2077012"/>
                <a:gd name="connsiteX9" fmla="*/ 238125 w 483220"/>
                <a:gd name="connsiteY9" fmla="*/ 1880162 h 2077012"/>
                <a:gd name="connsiteX10" fmla="*/ 257175 w 483220"/>
                <a:gd name="connsiteY10" fmla="*/ 1873812 h 2077012"/>
                <a:gd name="connsiteX11" fmla="*/ 266700 w 483220"/>
                <a:gd name="connsiteY11" fmla="*/ 1870637 h 2077012"/>
                <a:gd name="connsiteX12" fmla="*/ 285750 w 483220"/>
                <a:gd name="connsiteY12" fmla="*/ 1861112 h 2077012"/>
                <a:gd name="connsiteX13" fmla="*/ 295275 w 483220"/>
                <a:gd name="connsiteY13" fmla="*/ 1851587 h 2077012"/>
                <a:gd name="connsiteX14" fmla="*/ 304800 w 483220"/>
                <a:gd name="connsiteY14" fmla="*/ 1848412 h 2077012"/>
                <a:gd name="connsiteX15" fmla="*/ 307975 w 483220"/>
                <a:gd name="connsiteY15" fmla="*/ 1838887 h 2077012"/>
                <a:gd name="connsiteX16" fmla="*/ 320675 w 483220"/>
                <a:gd name="connsiteY16" fmla="*/ 1816662 h 2077012"/>
                <a:gd name="connsiteX17" fmla="*/ 330200 w 483220"/>
                <a:gd name="connsiteY17" fmla="*/ 1788087 h 2077012"/>
                <a:gd name="connsiteX18" fmla="*/ 333375 w 483220"/>
                <a:gd name="connsiteY18" fmla="*/ 1778562 h 2077012"/>
                <a:gd name="connsiteX19" fmla="*/ 330200 w 483220"/>
                <a:gd name="connsiteY19" fmla="*/ 1197537 h 2077012"/>
                <a:gd name="connsiteX20" fmla="*/ 323772 w 483220"/>
                <a:gd name="connsiteY20" fmla="*/ 460269 h 2077012"/>
                <a:gd name="connsiteX21" fmla="*/ 332762 w 483220"/>
                <a:gd name="connsiteY21" fmla="*/ 28508 h 2077012"/>
                <a:gd name="connsiteX22" fmla="*/ 483220 w 483220"/>
                <a:gd name="connsiteY22" fmla="*/ 5975 h 2077012"/>
                <a:gd name="connsiteX0" fmla="*/ 15875 w 483220"/>
                <a:gd name="connsiteY0" fmla="*/ 2071037 h 2071037"/>
                <a:gd name="connsiteX1" fmla="*/ 9525 w 483220"/>
                <a:gd name="connsiteY1" fmla="*/ 2032937 h 2071037"/>
                <a:gd name="connsiteX2" fmla="*/ 6350 w 483220"/>
                <a:gd name="connsiteY2" fmla="*/ 2023412 h 2071037"/>
                <a:gd name="connsiteX3" fmla="*/ 0 w 483220"/>
                <a:gd name="connsiteY3" fmla="*/ 2013887 h 2071037"/>
                <a:gd name="connsiteX4" fmla="*/ 3175 w 483220"/>
                <a:gd name="connsiteY4" fmla="*/ 1921812 h 2071037"/>
                <a:gd name="connsiteX5" fmla="*/ 31750 w 483220"/>
                <a:gd name="connsiteY5" fmla="*/ 1890062 h 2071037"/>
                <a:gd name="connsiteX6" fmla="*/ 47625 w 483220"/>
                <a:gd name="connsiteY6" fmla="*/ 1886887 h 2071037"/>
                <a:gd name="connsiteX7" fmla="*/ 69850 w 483220"/>
                <a:gd name="connsiteY7" fmla="*/ 1883712 h 2071037"/>
                <a:gd name="connsiteX8" fmla="*/ 203200 w 483220"/>
                <a:gd name="connsiteY8" fmla="*/ 1880537 h 2071037"/>
                <a:gd name="connsiteX9" fmla="*/ 238125 w 483220"/>
                <a:gd name="connsiteY9" fmla="*/ 1874187 h 2071037"/>
                <a:gd name="connsiteX10" fmla="*/ 257175 w 483220"/>
                <a:gd name="connsiteY10" fmla="*/ 1867837 h 2071037"/>
                <a:gd name="connsiteX11" fmla="*/ 266700 w 483220"/>
                <a:gd name="connsiteY11" fmla="*/ 1864662 h 2071037"/>
                <a:gd name="connsiteX12" fmla="*/ 285750 w 483220"/>
                <a:gd name="connsiteY12" fmla="*/ 1855137 h 2071037"/>
                <a:gd name="connsiteX13" fmla="*/ 295275 w 483220"/>
                <a:gd name="connsiteY13" fmla="*/ 1845612 h 2071037"/>
                <a:gd name="connsiteX14" fmla="*/ 304800 w 483220"/>
                <a:gd name="connsiteY14" fmla="*/ 1842437 h 2071037"/>
                <a:gd name="connsiteX15" fmla="*/ 307975 w 483220"/>
                <a:gd name="connsiteY15" fmla="*/ 1832912 h 2071037"/>
                <a:gd name="connsiteX16" fmla="*/ 320675 w 483220"/>
                <a:gd name="connsiteY16" fmla="*/ 1810687 h 2071037"/>
                <a:gd name="connsiteX17" fmla="*/ 330200 w 483220"/>
                <a:gd name="connsiteY17" fmla="*/ 1782112 h 2071037"/>
                <a:gd name="connsiteX18" fmla="*/ 333375 w 483220"/>
                <a:gd name="connsiteY18" fmla="*/ 1772587 h 2071037"/>
                <a:gd name="connsiteX19" fmla="*/ 330200 w 483220"/>
                <a:gd name="connsiteY19" fmla="*/ 1191562 h 2071037"/>
                <a:gd name="connsiteX20" fmla="*/ 323772 w 483220"/>
                <a:gd name="connsiteY20" fmla="*/ 454294 h 2071037"/>
                <a:gd name="connsiteX21" fmla="*/ 338183 w 483220"/>
                <a:gd name="connsiteY21" fmla="*/ 31706 h 2071037"/>
                <a:gd name="connsiteX22" fmla="*/ 483220 w 483220"/>
                <a:gd name="connsiteY22" fmla="*/ 0 h 2071037"/>
                <a:gd name="connsiteX0" fmla="*/ 15875 w 483220"/>
                <a:gd name="connsiteY0" fmla="*/ 2074469 h 2074469"/>
                <a:gd name="connsiteX1" fmla="*/ 9525 w 483220"/>
                <a:gd name="connsiteY1" fmla="*/ 2036369 h 2074469"/>
                <a:gd name="connsiteX2" fmla="*/ 6350 w 483220"/>
                <a:gd name="connsiteY2" fmla="*/ 2026844 h 2074469"/>
                <a:gd name="connsiteX3" fmla="*/ 0 w 483220"/>
                <a:gd name="connsiteY3" fmla="*/ 2017319 h 2074469"/>
                <a:gd name="connsiteX4" fmla="*/ 3175 w 483220"/>
                <a:gd name="connsiteY4" fmla="*/ 1925244 h 2074469"/>
                <a:gd name="connsiteX5" fmla="*/ 31750 w 483220"/>
                <a:gd name="connsiteY5" fmla="*/ 1893494 h 2074469"/>
                <a:gd name="connsiteX6" fmla="*/ 47625 w 483220"/>
                <a:gd name="connsiteY6" fmla="*/ 1890319 h 2074469"/>
                <a:gd name="connsiteX7" fmla="*/ 69850 w 483220"/>
                <a:gd name="connsiteY7" fmla="*/ 1887144 h 2074469"/>
                <a:gd name="connsiteX8" fmla="*/ 203200 w 483220"/>
                <a:gd name="connsiteY8" fmla="*/ 1883969 h 2074469"/>
                <a:gd name="connsiteX9" fmla="*/ 238125 w 483220"/>
                <a:gd name="connsiteY9" fmla="*/ 1877619 h 2074469"/>
                <a:gd name="connsiteX10" fmla="*/ 257175 w 483220"/>
                <a:gd name="connsiteY10" fmla="*/ 1871269 h 2074469"/>
                <a:gd name="connsiteX11" fmla="*/ 266700 w 483220"/>
                <a:gd name="connsiteY11" fmla="*/ 1868094 h 2074469"/>
                <a:gd name="connsiteX12" fmla="*/ 285750 w 483220"/>
                <a:gd name="connsiteY12" fmla="*/ 1858569 h 2074469"/>
                <a:gd name="connsiteX13" fmla="*/ 295275 w 483220"/>
                <a:gd name="connsiteY13" fmla="*/ 1849044 h 2074469"/>
                <a:gd name="connsiteX14" fmla="*/ 304800 w 483220"/>
                <a:gd name="connsiteY14" fmla="*/ 1845869 h 2074469"/>
                <a:gd name="connsiteX15" fmla="*/ 307975 w 483220"/>
                <a:gd name="connsiteY15" fmla="*/ 1836344 h 2074469"/>
                <a:gd name="connsiteX16" fmla="*/ 320675 w 483220"/>
                <a:gd name="connsiteY16" fmla="*/ 1814119 h 2074469"/>
                <a:gd name="connsiteX17" fmla="*/ 330200 w 483220"/>
                <a:gd name="connsiteY17" fmla="*/ 1785544 h 2074469"/>
                <a:gd name="connsiteX18" fmla="*/ 333375 w 483220"/>
                <a:gd name="connsiteY18" fmla="*/ 1776019 h 2074469"/>
                <a:gd name="connsiteX19" fmla="*/ 330200 w 483220"/>
                <a:gd name="connsiteY19" fmla="*/ 1194994 h 2074469"/>
                <a:gd name="connsiteX20" fmla="*/ 323772 w 483220"/>
                <a:gd name="connsiteY20" fmla="*/ 457726 h 2074469"/>
                <a:gd name="connsiteX21" fmla="*/ 335472 w 483220"/>
                <a:gd name="connsiteY21" fmla="*/ 29023 h 2074469"/>
                <a:gd name="connsiteX22" fmla="*/ 483220 w 483220"/>
                <a:gd name="connsiteY22" fmla="*/ 3432 h 2074469"/>
                <a:gd name="connsiteX0" fmla="*/ 15875 w 483220"/>
                <a:gd name="connsiteY0" fmla="*/ 2074469 h 2074469"/>
                <a:gd name="connsiteX1" fmla="*/ 9525 w 483220"/>
                <a:gd name="connsiteY1" fmla="*/ 2036369 h 2074469"/>
                <a:gd name="connsiteX2" fmla="*/ 6350 w 483220"/>
                <a:gd name="connsiteY2" fmla="*/ 2026844 h 2074469"/>
                <a:gd name="connsiteX3" fmla="*/ 0 w 483220"/>
                <a:gd name="connsiteY3" fmla="*/ 2017319 h 2074469"/>
                <a:gd name="connsiteX4" fmla="*/ 3175 w 483220"/>
                <a:gd name="connsiteY4" fmla="*/ 1925244 h 2074469"/>
                <a:gd name="connsiteX5" fmla="*/ 31750 w 483220"/>
                <a:gd name="connsiteY5" fmla="*/ 1893494 h 2074469"/>
                <a:gd name="connsiteX6" fmla="*/ 47625 w 483220"/>
                <a:gd name="connsiteY6" fmla="*/ 1890319 h 2074469"/>
                <a:gd name="connsiteX7" fmla="*/ 69850 w 483220"/>
                <a:gd name="connsiteY7" fmla="*/ 1887144 h 2074469"/>
                <a:gd name="connsiteX8" fmla="*/ 203200 w 483220"/>
                <a:gd name="connsiteY8" fmla="*/ 1883969 h 2074469"/>
                <a:gd name="connsiteX9" fmla="*/ 238125 w 483220"/>
                <a:gd name="connsiteY9" fmla="*/ 1877619 h 2074469"/>
                <a:gd name="connsiteX10" fmla="*/ 257175 w 483220"/>
                <a:gd name="connsiteY10" fmla="*/ 1871269 h 2074469"/>
                <a:gd name="connsiteX11" fmla="*/ 266700 w 483220"/>
                <a:gd name="connsiteY11" fmla="*/ 1868094 h 2074469"/>
                <a:gd name="connsiteX12" fmla="*/ 285750 w 483220"/>
                <a:gd name="connsiteY12" fmla="*/ 1858569 h 2074469"/>
                <a:gd name="connsiteX13" fmla="*/ 295275 w 483220"/>
                <a:gd name="connsiteY13" fmla="*/ 1849044 h 2074469"/>
                <a:gd name="connsiteX14" fmla="*/ 304800 w 483220"/>
                <a:gd name="connsiteY14" fmla="*/ 1845869 h 2074469"/>
                <a:gd name="connsiteX15" fmla="*/ 307975 w 483220"/>
                <a:gd name="connsiteY15" fmla="*/ 1836344 h 2074469"/>
                <a:gd name="connsiteX16" fmla="*/ 320675 w 483220"/>
                <a:gd name="connsiteY16" fmla="*/ 1814119 h 2074469"/>
                <a:gd name="connsiteX17" fmla="*/ 330200 w 483220"/>
                <a:gd name="connsiteY17" fmla="*/ 1785544 h 2074469"/>
                <a:gd name="connsiteX18" fmla="*/ 333375 w 483220"/>
                <a:gd name="connsiteY18" fmla="*/ 1776019 h 2074469"/>
                <a:gd name="connsiteX19" fmla="*/ 330200 w 483220"/>
                <a:gd name="connsiteY19" fmla="*/ 1194994 h 2074469"/>
                <a:gd name="connsiteX20" fmla="*/ 326462 w 483220"/>
                <a:gd name="connsiteY20" fmla="*/ 193339 h 2074469"/>
                <a:gd name="connsiteX21" fmla="*/ 335472 w 483220"/>
                <a:gd name="connsiteY21" fmla="*/ 29023 h 2074469"/>
                <a:gd name="connsiteX22" fmla="*/ 483220 w 483220"/>
                <a:gd name="connsiteY22" fmla="*/ 3432 h 2074469"/>
                <a:gd name="connsiteX0" fmla="*/ 15875 w 483220"/>
                <a:gd name="connsiteY0" fmla="*/ 2089888 h 2089888"/>
                <a:gd name="connsiteX1" fmla="*/ 9525 w 483220"/>
                <a:gd name="connsiteY1" fmla="*/ 2051788 h 2089888"/>
                <a:gd name="connsiteX2" fmla="*/ 6350 w 483220"/>
                <a:gd name="connsiteY2" fmla="*/ 2042263 h 2089888"/>
                <a:gd name="connsiteX3" fmla="*/ 0 w 483220"/>
                <a:gd name="connsiteY3" fmla="*/ 2032738 h 2089888"/>
                <a:gd name="connsiteX4" fmla="*/ 3175 w 483220"/>
                <a:gd name="connsiteY4" fmla="*/ 1940663 h 2089888"/>
                <a:gd name="connsiteX5" fmla="*/ 31750 w 483220"/>
                <a:gd name="connsiteY5" fmla="*/ 1908913 h 2089888"/>
                <a:gd name="connsiteX6" fmla="*/ 47625 w 483220"/>
                <a:gd name="connsiteY6" fmla="*/ 1905738 h 2089888"/>
                <a:gd name="connsiteX7" fmla="*/ 69850 w 483220"/>
                <a:gd name="connsiteY7" fmla="*/ 1902563 h 2089888"/>
                <a:gd name="connsiteX8" fmla="*/ 203200 w 483220"/>
                <a:gd name="connsiteY8" fmla="*/ 1899388 h 2089888"/>
                <a:gd name="connsiteX9" fmla="*/ 238125 w 483220"/>
                <a:gd name="connsiteY9" fmla="*/ 1893038 h 2089888"/>
                <a:gd name="connsiteX10" fmla="*/ 257175 w 483220"/>
                <a:gd name="connsiteY10" fmla="*/ 1886688 h 2089888"/>
                <a:gd name="connsiteX11" fmla="*/ 266700 w 483220"/>
                <a:gd name="connsiteY11" fmla="*/ 1883513 h 2089888"/>
                <a:gd name="connsiteX12" fmla="*/ 285750 w 483220"/>
                <a:gd name="connsiteY12" fmla="*/ 1873988 h 2089888"/>
                <a:gd name="connsiteX13" fmla="*/ 295275 w 483220"/>
                <a:gd name="connsiteY13" fmla="*/ 1864463 h 2089888"/>
                <a:gd name="connsiteX14" fmla="*/ 304800 w 483220"/>
                <a:gd name="connsiteY14" fmla="*/ 1861288 h 2089888"/>
                <a:gd name="connsiteX15" fmla="*/ 307975 w 483220"/>
                <a:gd name="connsiteY15" fmla="*/ 1851763 h 2089888"/>
                <a:gd name="connsiteX16" fmla="*/ 320675 w 483220"/>
                <a:gd name="connsiteY16" fmla="*/ 1829538 h 2089888"/>
                <a:gd name="connsiteX17" fmla="*/ 330200 w 483220"/>
                <a:gd name="connsiteY17" fmla="*/ 1800963 h 2089888"/>
                <a:gd name="connsiteX18" fmla="*/ 333375 w 483220"/>
                <a:gd name="connsiteY18" fmla="*/ 1791438 h 2089888"/>
                <a:gd name="connsiteX19" fmla="*/ 330200 w 483220"/>
                <a:gd name="connsiteY19" fmla="*/ 1210413 h 2089888"/>
                <a:gd name="connsiteX20" fmla="*/ 326462 w 483220"/>
                <a:gd name="connsiteY20" fmla="*/ 208758 h 2089888"/>
                <a:gd name="connsiteX21" fmla="*/ 359679 w 483220"/>
                <a:gd name="connsiteY21" fmla="*/ 26209 h 2089888"/>
                <a:gd name="connsiteX22" fmla="*/ 483220 w 483220"/>
                <a:gd name="connsiteY22" fmla="*/ 18851 h 2089888"/>
                <a:gd name="connsiteX0" fmla="*/ 15875 w 483220"/>
                <a:gd name="connsiteY0" fmla="*/ 2071037 h 2071037"/>
                <a:gd name="connsiteX1" fmla="*/ 9525 w 483220"/>
                <a:gd name="connsiteY1" fmla="*/ 2032937 h 2071037"/>
                <a:gd name="connsiteX2" fmla="*/ 6350 w 483220"/>
                <a:gd name="connsiteY2" fmla="*/ 2023412 h 2071037"/>
                <a:gd name="connsiteX3" fmla="*/ 0 w 483220"/>
                <a:gd name="connsiteY3" fmla="*/ 2013887 h 2071037"/>
                <a:gd name="connsiteX4" fmla="*/ 3175 w 483220"/>
                <a:gd name="connsiteY4" fmla="*/ 1921812 h 2071037"/>
                <a:gd name="connsiteX5" fmla="*/ 31750 w 483220"/>
                <a:gd name="connsiteY5" fmla="*/ 1890062 h 2071037"/>
                <a:gd name="connsiteX6" fmla="*/ 47625 w 483220"/>
                <a:gd name="connsiteY6" fmla="*/ 1886887 h 2071037"/>
                <a:gd name="connsiteX7" fmla="*/ 69850 w 483220"/>
                <a:gd name="connsiteY7" fmla="*/ 1883712 h 2071037"/>
                <a:gd name="connsiteX8" fmla="*/ 203200 w 483220"/>
                <a:gd name="connsiteY8" fmla="*/ 1880537 h 2071037"/>
                <a:gd name="connsiteX9" fmla="*/ 238125 w 483220"/>
                <a:gd name="connsiteY9" fmla="*/ 1874187 h 2071037"/>
                <a:gd name="connsiteX10" fmla="*/ 257175 w 483220"/>
                <a:gd name="connsiteY10" fmla="*/ 1867837 h 2071037"/>
                <a:gd name="connsiteX11" fmla="*/ 266700 w 483220"/>
                <a:gd name="connsiteY11" fmla="*/ 1864662 h 2071037"/>
                <a:gd name="connsiteX12" fmla="*/ 285750 w 483220"/>
                <a:gd name="connsiteY12" fmla="*/ 1855137 h 2071037"/>
                <a:gd name="connsiteX13" fmla="*/ 295275 w 483220"/>
                <a:gd name="connsiteY13" fmla="*/ 1845612 h 2071037"/>
                <a:gd name="connsiteX14" fmla="*/ 304800 w 483220"/>
                <a:gd name="connsiteY14" fmla="*/ 1842437 h 2071037"/>
                <a:gd name="connsiteX15" fmla="*/ 307975 w 483220"/>
                <a:gd name="connsiteY15" fmla="*/ 1832912 h 2071037"/>
                <a:gd name="connsiteX16" fmla="*/ 320675 w 483220"/>
                <a:gd name="connsiteY16" fmla="*/ 1810687 h 2071037"/>
                <a:gd name="connsiteX17" fmla="*/ 330200 w 483220"/>
                <a:gd name="connsiteY17" fmla="*/ 1782112 h 2071037"/>
                <a:gd name="connsiteX18" fmla="*/ 333375 w 483220"/>
                <a:gd name="connsiteY18" fmla="*/ 1772587 h 2071037"/>
                <a:gd name="connsiteX19" fmla="*/ 330200 w 483220"/>
                <a:gd name="connsiteY19" fmla="*/ 1191562 h 2071037"/>
                <a:gd name="connsiteX20" fmla="*/ 326462 w 483220"/>
                <a:gd name="connsiteY20" fmla="*/ 189907 h 2071037"/>
                <a:gd name="connsiteX21" fmla="*/ 359679 w 483220"/>
                <a:gd name="connsiteY21" fmla="*/ 7358 h 2071037"/>
                <a:gd name="connsiteX22" fmla="*/ 483220 w 483220"/>
                <a:gd name="connsiteY22" fmla="*/ 0 h 2071037"/>
                <a:gd name="connsiteX0" fmla="*/ 15875 w 483220"/>
                <a:gd name="connsiteY0" fmla="*/ 2071037 h 2071037"/>
                <a:gd name="connsiteX1" fmla="*/ 9525 w 483220"/>
                <a:gd name="connsiteY1" fmla="*/ 2032937 h 2071037"/>
                <a:gd name="connsiteX2" fmla="*/ 6350 w 483220"/>
                <a:gd name="connsiteY2" fmla="*/ 2023412 h 2071037"/>
                <a:gd name="connsiteX3" fmla="*/ 0 w 483220"/>
                <a:gd name="connsiteY3" fmla="*/ 2013887 h 2071037"/>
                <a:gd name="connsiteX4" fmla="*/ 3175 w 483220"/>
                <a:gd name="connsiteY4" fmla="*/ 1921812 h 2071037"/>
                <a:gd name="connsiteX5" fmla="*/ 31750 w 483220"/>
                <a:gd name="connsiteY5" fmla="*/ 1890062 h 2071037"/>
                <a:gd name="connsiteX6" fmla="*/ 47625 w 483220"/>
                <a:gd name="connsiteY6" fmla="*/ 1886887 h 2071037"/>
                <a:gd name="connsiteX7" fmla="*/ 69850 w 483220"/>
                <a:gd name="connsiteY7" fmla="*/ 1883712 h 2071037"/>
                <a:gd name="connsiteX8" fmla="*/ 203200 w 483220"/>
                <a:gd name="connsiteY8" fmla="*/ 1880537 h 2071037"/>
                <a:gd name="connsiteX9" fmla="*/ 238125 w 483220"/>
                <a:gd name="connsiteY9" fmla="*/ 1874187 h 2071037"/>
                <a:gd name="connsiteX10" fmla="*/ 257175 w 483220"/>
                <a:gd name="connsiteY10" fmla="*/ 1867837 h 2071037"/>
                <a:gd name="connsiteX11" fmla="*/ 266700 w 483220"/>
                <a:gd name="connsiteY11" fmla="*/ 1864662 h 2071037"/>
                <a:gd name="connsiteX12" fmla="*/ 285750 w 483220"/>
                <a:gd name="connsiteY12" fmla="*/ 1855137 h 2071037"/>
                <a:gd name="connsiteX13" fmla="*/ 295275 w 483220"/>
                <a:gd name="connsiteY13" fmla="*/ 1845612 h 2071037"/>
                <a:gd name="connsiteX14" fmla="*/ 304800 w 483220"/>
                <a:gd name="connsiteY14" fmla="*/ 1842437 h 2071037"/>
                <a:gd name="connsiteX15" fmla="*/ 307975 w 483220"/>
                <a:gd name="connsiteY15" fmla="*/ 1832912 h 2071037"/>
                <a:gd name="connsiteX16" fmla="*/ 320675 w 483220"/>
                <a:gd name="connsiteY16" fmla="*/ 1810687 h 2071037"/>
                <a:gd name="connsiteX17" fmla="*/ 330200 w 483220"/>
                <a:gd name="connsiteY17" fmla="*/ 1782112 h 2071037"/>
                <a:gd name="connsiteX18" fmla="*/ 333375 w 483220"/>
                <a:gd name="connsiteY18" fmla="*/ 1772587 h 2071037"/>
                <a:gd name="connsiteX19" fmla="*/ 330200 w 483220"/>
                <a:gd name="connsiteY19" fmla="*/ 1191562 h 2071037"/>
                <a:gd name="connsiteX20" fmla="*/ 326462 w 483220"/>
                <a:gd name="connsiteY20" fmla="*/ 189907 h 2071037"/>
                <a:gd name="connsiteX21" fmla="*/ 359679 w 483220"/>
                <a:gd name="connsiteY21" fmla="*/ 7358 h 2071037"/>
                <a:gd name="connsiteX22" fmla="*/ 483220 w 483220"/>
                <a:gd name="connsiteY22" fmla="*/ 0 h 2071037"/>
                <a:gd name="connsiteX0" fmla="*/ 15875 w 483220"/>
                <a:gd name="connsiteY0" fmla="*/ 2067485 h 2067485"/>
                <a:gd name="connsiteX1" fmla="*/ 9525 w 483220"/>
                <a:gd name="connsiteY1" fmla="*/ 2029385 h 2067485"/>
                <a:gd name="connsiteX2" fmla="*/ 6350 w 483220"/>
                <a:gd name="connsiteY2" fmla="*/ 2019860 h 2067485"/>
                <a:gd name="connsiteX3" fmla="*/ 0 w 483220"/>
                <a:gd name="connsiteY3" fmla="*/ 2010335 h 2067485"/>
                <a:gd name="connsiteX4" fmla="*/ 3175 w 483220"/>
                <a:gd name="connsiteY4" fmla="*/ 1918260 h 2067485"/>
                <a:gd name="connsiteX5" fmla="*/ 31750 w 483220"/>
                <a:gd name="connsiteY5" fmla="*/ 1886510 h 2067485"/>
                <a:gd name="connsiteX6" fmla="*/ 47625 w 483220"/>
                <a:gd name="connsiteY6" fmla="*/ 1883335 h 2067485"/>
                <a:gd name="connsiteX7" fmla="*/ 69850 w 483220"/>
                <a:gd name="connsiteY7" fmla="*/ 1880160 h 2067485"/>
                <a:gd name="connsiteX8" fmla="*/ 203200 w 483220"/>
                <a:gd name="connsiteY8" fmla="*/ 1876985 h 2067485"/>
                <a:gd name="connsiteX9" fmla="*/ 238125 w 483220"/>
                <a:gd name="connsiteY9" fmla="*/ 1870635 h 2067485"/>
                <a:gd name="connsiteX10" fmla="*/ 257175 w 483220"/>
                <a:gd name="connsiteY10" fmla="*/ 1864285 h 2067485"/>
                <a:gd name="connsiteX11" fmla="*/ 266700 w 483220"/>
                <a:gd name="connsiteY11" fmla="*/ 1861110 h 2067485"/>
                <a:gd name="connsiteX12" fmla="*/ 285750 w 483220"/>
                <a:gd name="connsiteY12" fmla="*/ 1851585 h 2067485"/>
                <a:gd name="connsiteX13" fmla="*/ 295275 w 483220"/>
                <a:gd name="connsiteY13" fmla="*/ 1842060 h 2067485"/>
                <a:gd name="connsiteX14" fmla="*/ 304800 w 483220"/>
                <a:gd name="connsiteY14" fmla="*/ 1838885 h 2067485"/>
                <a:gd name="connsiteX15" fmla="*/ 307975 w 483220"/>
                <a:gd name="connsiteY15" fmla="*/ 1829360 h 2067485"/>
                <a:gd name="connsiteX16" fmla="*/ 320675 w 483220"/>
                <a:gd name="connsiteY16" fmla="*/ 1807135 h 2067485"/>
                <a:gd name="connsiteX17" fmla="*/ 330200 w 483220"/>
                <a:gd name="connsiteY17" fmla="*/ 1778560 h 2067485"/>
                <a:gd name="connsiteX18" fmla="*/ 333375 w 483220"/>
                <a:gd name="connsiteY18" fmla="*/ 1769035 h 2067485"/>
                <a:gd name="connsiteX19" fmla="*/ 330200 w 483220"/>
                <a:gd name="connsiteY19" fmla="*/ 1188010 h 2067485"/>
                <a:gd name="connsiteX20" fmla="*/ 326462 w 483220"/>
                <a:gd name="connsiteY20" fmla="*/ 186355 h 2067485"/>
                <a:gd name="connsiteX21" fmla="*/ 359679 w 483220"/>
                <a:gd name="connsiteY21" fmla="*/ 3806 h 2067485"/>
                <a:gd name="connsiteX22" fmla="*/ 483220 w 483220"/>
                <a:gd name="connsiteY22" fmla="*/ 17721 h 2067485"/>
                <a:gd name="connsiteX0" fmla="*/ 15875 w 483220"/>
                <a:gd name="connsiteY0" fmla="*/ 2066990 h 2066990"/>
                <a:gd name="connsiteX1" fmla="*/ 9525 w 483220"/>
                <a:gd name="connsiteY1" fmla="*/ 2028890 h 2066990"/>
                <a:gd name="connsiteX2" fmla="*/ 6350 w 483220"/>
                <a:gd name="connsiteY2" fmla="*/ 2019365 h 2066990"/>
                <a:gd name="connsiteX3" fmla="*/ 0 w 483220"/>
                <a:gd name="connsiteY3" fmla="*/ 2009840 h 2066990"/>
                <a:gd name="connsiteX4" fmla="*/ 3175 w 483220"/>
                <a:gd name="connsiteY4" fmla="*/ 1917765 h 2066990"/>
                <a:gd name="connsiteX5" fmla="*/ 31750 w 483220"/>
                <a:gd name="connsiteY5" fmla="*/ 1886015 h 2066990"/>
                <a:gd name="connsiteX6" fmla="*/ 47625 w 483220"/>
                <a:gd name="connsiteY6" fmla="*/ 1882840 h 2066990"/>
                <a:gd name="connsiteX7" fmla="*/ 69850 w 483220"/>
                <a:gd name="connsiteY7" fmla="*/ 1879665 h 2066990"/>
                <a:gd name="connsiteX8" fmla="*/ 203200 w 483220"/>
                <a:gd name="connsiteY8" fmla="*/ 1876490 h 2066990"/>
                <a:gd name="connsiteX9" fmla="*/ 238125 w 483220"/>
                <a:gd name="connsiteY9" fmla="*/ 1870140 h 2066990"/>
                <a:gd name="connsiteX10" fmla="*/ 257175 w 483220"/>
                <a:gd name="connsiteY10" fmla="*/ 1863790 h 2066990"/>
                <a:gd name="connsiteX11" fmla="*/ 266700 w 483220"/>
                <a:gd name="connsiteY11" fmla="*/ 1860615 h 2066990"/>
                <a:gd name="connsiteX12" fmla="*/ 285750 w 483220"/>
                <a:gd name="connsiteY12" fmla="*/ 1851090 h 2066990"/>
                <a:gd name="connsiteX13" fmla="*/ 295275 w 483220"/>
                <a:gd name="connsiteY13" fmla="*/ 1841565 h 2066990"/>
                <a:gd name="connsiteX14" fmla="*/ 304800 w 483220"/>
                <a:gd name="connsiteY14" fmla="*/ 1838390 h 2066990"/>
                <a:gd name="connsiteX15" fmla="*/ 307975 w 483220"/>
                <a:gd name="connsiteY15" fmla="*/ 1828865 h 2066990"/>
                <a:gd name="connsiteX16" fmla="*/ 320675 w 483220"/>
                <a:gd name="connsiteY16" fmla="*/ 1806640 h 2066990"/>
                <a:gd name="connsiteX17" fmla="*/ 330200 w 483220"/>
                <a:gd name="connsiteY17" fmla="*/ 1778065 h 2066990"/>
                <a:gd name="connsiteX18" fmla="*/ 333375 w 483220"/>
                <a:gd name="connsiteY18" fmla="*/ 1768540 h 2066990"/>
                <a:gd name="connsiteX19" fmla="*/ 330200 w 483220"/>
                <a:gd name="connsiteY19" fmla="*/ 1187515 h 2066990"/>
                <a:gd name="connsiteX20" fmla="*/ 326462 w 483220"/>
                <a:gd name="connsiteY20" fmla="*/ 185860 h 2066990"/>
                <a:gd name="connsiteX21" fmla="*/ 359679 w 483220"/>
                <a:gd name="connsiteY21" fmla="*/ 3311 h 2066990"/>
                <a:gd name="connsiteX22" fmla="*/ 483220 w 483220"/>
                <a:gd name="connsiteY22" fmla="*/ 35459 h 2066990"/>
                <a:gd name="connsiteX0" fmla="*/ 15875 w 483220"/>
                <a:gd name="connsiteY0" fmla="*/ 2075904 h 2075904"/>
                <a:gd name="connsiteX1" fmla="*/ 9525 w 483220"/>
                <a:gd name="connsiteY1" fmla="*/ 2037804 h 2075904"/>
                <a:gd name="connsiteX2" fmla="*/ 6350 w 483220"/>
                <a:gd name="connsiteY2" fmla="*/ 2028279 h 2075904"/>
                <a:gd name="connsiteX3" fmla="*/ 0 w 483220"/>
                <a:gd name="connsiteY3" fmla="*/ 2018754 h 2075904"/>
                <a:gd name="connsiteX4" fmla="*/ 3175 w 483220"/>
                <a:gd name="connsiteY4" fmla="*/ 1926679 h 2075904"/>
                <a:gd name="connsiteX5" fmla="*/ 31750 w 483220"/>
                <a:gd name="connsiteY5" fmla="*/ 1894929 h 2075904"/>
                <a:gd name="connsiteX6" fmla="*/ 47625 w 483220"/>
                <a:gd name="connsiteY6" fmla="*/ 1891754 h 2075904"/>
                <a:gd name="connsiteX7" fmla="*/ 69850 w 483220"/>
                <a:gd name="connsiteY7" fmla="*/ 1888579 h 2075904"/>
                <a:gd name="connsiteX8" fmla="*/ 203200 w 483220"/>
                <a:gd name="connsiteY8" fmla="*/ 1885404 h 2075904"/>
                <a:gd name="connsiteX9" fmla="*/ 238125 w 483220"/>
                <a:gd name="connsiteY9" fmla="*/ 1879054 h 2075904"/>
                <a:gd name="connsiteX10" fmla="*/ 257175 w 483220"/>
                <a:gd name="connsiteY10" fmla="*/ 1872704 h 2075904"/>
                <a:gd name="connsiteX11" fmla="*/ 266700 w 483220"/>
                <a:gd name="connsiteY11" fmla="*/ 1869529 h 2075904"/>
                <a:gd name="connsiteX12" fmla="*/ 285750 w 483220"/>
                <a:gd name="connsiteY12" fmla="*/ 1860004 h 2075904"/>
                <a:gd name="connsiteX13" fmla="*/ 295275 w 483220"/>
                <a:gd name="connsiteY13" fmla="*/ 1850479 h 2075904"/>
                <a:gd name="connsiteX14" fmla="*/ 304800 w 483220"/>
                <a:gd name="connsiteY14" fmla="*/ 1847304 h 2075904"/>
                <a:gd name="connsiteX15" fmla="*/ 307975 w 483220"/>
                <a:gd name="connsiteY15" fmla="*/ 1837779 h 2075904"/>
                <a:gd name="connsiteX16" fmla="*/ 320675 w 483220"/>
                <a:gd name="connsiteY16" fmla="*/ 1815554 h 2075904"/>
                <a:gd name="connsiteX17" fmla="*/ 330200 w 483220"/>
                <a:gd name="connsiteY17" fmla="*/ 1786979 h 2075904"/>
                <a:gd name="connsiteX18" fmla="*/ 333375 w 483220"/>
                <a:gd name="connsiteY18" fmla="*/ 1777454 h 2075904"/>
                <a:gd name="connsiteX19" fmla="*/ 330200 w 483220"/>
                <a:gd name="connsiteY19" fmla="*/ 1196429 h 2075904"/>
                <a:gd name="connsiteX20" fmla="*/ 326462 w 483220"/>
                <a:gd name="connsiteY20" fmla="*/ 194774 h 2075904"/>
                <a:gd name="connsiteX21" fmla="*/ 400024 w 483220"/>
                <a:gd name="connsiteY21" fmla="*/ 3108 h 2075904"/>
                <a:gd name="connsiteX22" fmla="*/ 483220 w 483220"/>
                <a:gd name="connsiteY22" fmla="*/ 44373 h 2075904"/>
                <a:gd name="connsiteX0" fmla="*/ 15875 w 483220"/>
                <a:gd name="connsiteY0" fmla="*/ 2072796 h 2072796"/>
                <a:gd name="connsiteX1" fmla="*/ 9525 w 483220"/>
                <a:gd name="connsiteY1" fmla="*/ 2034696 h 2072796"/>
                <a:gd name="connsiteX2" fmla="*/ 6350 w 483220"/>
                <a:gd name="connsiteY2" fmla="*/ 2025171 h 2072796"/>
                <a:gd name="connsiteX3" fmla="*/ 0 w 483220"/>
                <a:gd name="connsiteY3" fmla="*/ 2015646 h 2072796"/>
                <a:gd name="connsiteX4" fmla="*/ 3175 w 483220"/>
                <a:gd name="connsiteY4" fmla="*/ 1923571 h 2072796"/>
                <a:gd name="connsiteX5" fmla="*/ 31750 w 483220"/>
                <a:gd name="connsiteY5" fmla="*/ 1891821 h 2072796"/>
                <a:gd name="connsiteX6" fmla="*/ 47625 w 483220"/>
                <a:gd name="connsiteY6" fmla="*/ 1888646 h 2072796"/>
                <a:gd name="connsiteX7" fmla="*/ 69850 w 483220"/>
                <a:gd name="connsiteY7" fmla="*/ 1885471 h 2072796"/>
                <a:gd name="connsiteX8" fmla="*/ 203200 w 483220"/>
                <a:gd name="connsiteY8" fmla="*/ 1882296 h 2072796"/>
                <a:gd name="connsiteX9" fmla="*/ 238125 w 483220"/>
                <a:gd name="connsiteY9" fmla="*/ 1875946 h 2072796"/>
                <a:gd name="connsiteX10" fmla="*/ 257175 w 483220"/>
                <a:gd name="connsiteY10" fmla="*/ 1869596 h 2072796"/>
                <a:gd name="connsiteX11" fmla="*/ 266700 w 483220"/>
                <a:gd name="connsiteY11" fmla="*/ 1866421 h 2072796"/>
                <a:gd name="connsiteX12" fmla="*/ 285750 w 483220"/>
                <a:gd name="connsiteY12" fmla="*/ 1856896 h 2072796"/>
                <a:gd name="connsiteX13" fmla="*/ 295275 w 483220"/>
                <a:gd name="connsiteY13" fmla="*/ 1847371 h 2072796"/>
                <a:gd name="connsiteX14" fmla="*/ 304800 w 483220"/>
                <a:gd name="connsiteY14" fmla="*/ 1844196 h 2072796"/>
                <a:gd name="connsiteX15" fmla="*/ 307975 w 483220"/>
                <a:gd name="connsiteY15" fmla="*/ 1834671 h 2072796"/>
                <a:gd name="connsiteX16" fmla="*/ 320675 w 483220"/>
                <a:gd name="connsiteY16" fmla="*/ 1812446 h 2072796"/>
                <a:gd name="connsiteX17" fmla="*/ 330200 w 483220"/>
                <a:gd name="connsiteY17" fmla="*/ 1783871 h 2072796"/>
                <a:gd name="connsiteX18" fmla="*/ 333375 w 483220"/>
                <a:gd name="connsiteY18" fmla="*/ 1774346 h 2072796"/>
                <a:gd name="connsiteX19" fmla="*/ 330200 w 483220"/>
                <a:gd name="connsiteY19" fmla="*/ 1193321 h 2072796"/>
                <a:gd name="connsiteX20" fmla="*/ 326462 w 483220"/>
                <a:gd name="connsiteY20" fmla="*/ 191666 h 2072796"/>
                <a:gd name="connsiteX21" fmla="*/ 400024 w 483220"/>
                <a:gd name="connsiteY21" fmla="*/ 0 h 2072796"/>
                <a:gd name="connsiteX22" fmla="*/ 483220 w 483220"/>
                <a:gd name="connsiteY22" fmla="*/ 41265 h 2072796"/>
                <a:gd name="connsiteX0" fmla="*/ 15875 w 483220"/>
                <a:gd name="connsiteY0" fmla="*/ 2072796 h 2072796"/>
                <a:gd name="connsiteX1" fmla="*/ 9525 w 483220"/>
                <a:gd name="connsiteY1" fmla="*/ 2034696 h 2072796"/>
                <a:gd name="connsiteX2" fmla="*/ 6350 w 483220"/>
                <a:gd name="connsiteY2" fmla="*/ 2025171 h 2072796"/>
                <a:gd name="connsiteX3" fmla="*/ 0 w 483220"/>
                <a:gd name="connsiteY3" fmla="*/ 2015646 h 2072796"/>
                <a:gd name="connsiteX4" fmla="*/ 3175 w 483220"/>
                <a:gd name="connsiteY4" fmla="*/ 1923571 h 2072796"/>
                <a:gd name="connsiteX5" fmla="*/ 31750 w 483220"/>
                <a:gd name="connsiteY5" fmla="*/ 1891821 h 2072796"/>
                <a:gd name="connsiteX6" fmla="*/ 47625 w 483220"/>
                <a:gd name="connsiteY6" fmla="*/ 1888646 h 2072796"/>
                <a:gd name="connsiteX7" fmla="*/ 69850 w 483220"/>
                <a:gd name="connsiteY7" fmla="*/ 1885471 h 2072796"/>
                <a:gd name="connsiteX8" fmla="*/ 203200 w 483220"/>
                <a:gd name="connsiteY8" fmla="*/ 1882296 h 2072796"/>
                <a:gd name="connsiteX9" fmla="*/ 238125 w 483220"/>
                <a:gd name="connsiteY9" fmla="*/ 1875946 h 2072796"/>
                <a:gd name="connsiteX10" fmla="*/ 257175 w 483220"/>
                <a:gd name="connsiteY10" fmla="*/ 1869596 h 2072796"/>
                <a:gd name="connsiteX11" fmla="*/ 266700 w 483220"/>
                <a:gd name="connsiteY11" fmla="*/ 1866421 h 2072796"/>
                <a:gd name="connsiteX12" fmla="*/ 285750 w 483220"/>
                <a:gd name="connsiteY12" fmla="*/ 1856896 h 2072796"/>
                <a:gd name="connsiteX13" fmla="*/ 295275 w 483220"/>
                <a:gd name="connsiteY13" fmla="*/ 1847371 h 2072796"/>
                <a:gd name="connsiteX14" fmla="*/ 304800 w 483220"/>
                <a:gd name="connsiteY14" fmla="*/ 1844196 h 2072796"/>
                <a:gd name="connsiteX15" fmla="*/ 307975 w 483220"/>
                <a:gd name="connsiteY15" fmla="*/ 1834671 h 2072796"/>
                <a:gd name="connsiteX16" fmla="*/ 320675 w 483220"/>
                <a:gd name="connsiteY16" fmla="*/ 1812446 h 2072796"/>
                <a:gd name="connsiteX17" fmla="*/ 330200 w 483220"/>
                <a:gd name="connsiteY17" fmla="*/ 1783871 h 2072796"/>
                <a:gd name="connsiteX18" fmla="*/ 333375 w 483220"/>
                <a:gd name="connsiteY18" fmla="*/ 1774346 h 2072796"/>
                <a:gd name="connsiteX19" fmla="*/ 330200 w 483220"/>
                <a:gd name="connsiteY19" fmla="*/ 1193321 h 2072796"/>
                <a:gd name="connsiteX20" fmla="*/ 326462 w 483220"/>
                <a:gd name="connsiteY20" fmla="*/ 191666 h 2072796"/>
                <a:gd name="connsiteX21" fmla="*/ 400024 w 483220"/>
                <a:gd name="connsiteY21" fmla="*/ 0 h 2072796"/>
                <a:gd name="connsiteX22" fmla="*/ 483220 w 483220"/>
                <a:gd name="connsiteY22" fmla="*/ 41265 h 2072796"/>
                <a:gd name="connsiteX0" fmla="*/ 15875 w 483220"/>
                <a:gd name="connsiteY0" fmla="*/ 2072796 h 2072796"/>
                <a:gd name="connsiteX1" fmla="*/ 9525 w 483220"/>
                <a:gd name="connsiteY1" fmla="*/ 2034696 h 2072796"/>
                <a:gd name="connsiteX2" fmla="*/ 6350 w 483220"/>
                <a:gd name="connsiteY2" fmla="*/ 2025171 h 2072796"/>
                <a:gd name="connsiteX3" fmla="*/ 0 w 483220"/>
                <a:gd name="connsiteY3" fmla="*/ 2015646 h 2072796"/>
                <a:gd name="connsiteX4" fmla="*/ 3175 w 483220"/>
                <a:gd name="connsiteY4" fmla="*/ 1923571 h 2072796"/>
                <a:gd name="connsiteX5" fmla="*/ 31750 w 483220"/>
                <a:gd name="connsiteY5" fmla="*/ 1891821 h 2072796"/>
                <a:gd name="connsiteX6" fmla="*/ 69850 w 483220"/>
                <a:gd name="connsiteY6" fmla="*/ 1885471 h 2072796"/>
                <a:gd name="connsiteX7" fmla="*/ 203200 w 483220"/>
                <a:gd name="connsiteY7" fmla="*/ 1882296 h 2072796"/>
                <a:gd name="connsiteX8" fmla="*/ 238125 w 483220"/>
                <a:gd name="connsiteY8" fmla="*/ 1875946 h 2072796"/>
                <a:gd name="connsiteX9" fmla="*/ 257175 w 483220"/>
                <a:gd name="connsiteY9" fmla="*/ 1869596 h 2072796"/>
                <a:gd name="connsiteX10" fmla="*/ 266700 w 483220"/>
                <a:gd name="connsiteY10" fmla="*/ 1866421 h 2072796"/>
                <a:gd name="connsiteX11" fmla="*/ 285750 w 483220"/>
                <a:gd name="connsiteY11" fmla="*/ 1856896 h 2072796"/>
                <a:gd name="connsiteX12" fmla="*/ 295275 w 483220"/>
                <a:gd name="connsiteY12" fmla="*/ 1847371 h 2072796"/>
                <a:gd name="connsiteX13" fmla="*/ 304800 w 483220"/>
                <a:gd name="connsiteY13" fmla="*/ 1844196 h 2072796"/>
                <a:gd name="connsiteX14" fmla="*/ 307975 w 483220"/>
                <a:gd name="connsiteY14" fmla="*/ 1834671 h 2072796"/>
                <a:gd name="connsiteX15" fmla="*/ 320675 w 483220"/>
                <a:gd name="connsiteY15" fmla="*/ 1812446 h 2072796"/>
                <a:gd name="connsiteX16" fmla="*/ 330200 w 483220"/>
                <a:gd name="connsiteY16" fmla="*/ 1783871 h 2072796"/>
                <a:gd name="connsiteX17" fmla="*/ 333375 w 483220"/>
                <a:gd name="connsiteY17" fmla="*/ 1774346 h 2072796"/>
                <a:gd name="connsiteX18" fmla="*/ 330200 w 483220"/>
                <a:gd name="connsiteY18" fmla="*/ 1193321 h 2072796"/>
                <a:gd name="connsiteX19" fmla="*/ 326462 w 483220"/>
                <a:gd name="connsiteY19" fmla="*/ 191666 h 2072796"/>
                <a:gd name="connsiteX20" fmla="*/ 400024 w 483220"/>
                <a:gd name="connsiteY20" fmla="*/ 0 h 2072796"/>
                <a:gd name="connsiteX21" fmla="*/ 483220 w 483220"/>
                <a:gd name="connsiteY21" fmla="*/ 41265 h 2072796"/>
                <a:gd name="connsiteX0" fmla="*/ 18546 w 485891"/>
                <a:gd name="connsiteY0" fmla="*/ 2072796 h 2072796"/>
                <a:gd name="connsiteX1" fmla="*/ 12196 w 485891"/>
                <a:gd name="connsiteY1" fmla="*/ 2034696 h 2072796"/>
                <a:gd name="connsiteX2" fmla="*/ 9021 w 485891"/>
                <a:gd name="connsiteY2" fmla="*/ 2025171 h 2072796"/>
                <a:gd name="connsiteX3" fmla="*/ 2671 w 485891"/>
                <a:gd name="connsiteY3" fmla="*/ 2015646 h 2072796"/>
                <a:gd name="connsiteX4" fmla="*/ 5846 w 485891"/>
                <a:gd name="connsiteY4" fmla="*/ 1923571 h 2072796"/>
                <a:gd name="connsiteX5" fmla="*/ 72521 w 485891"/>
                <a:gd name="connsiteY5" fmla="*/ 1885471 h 2072796"/>
                <a:gd name="connsiteX6" fmla="*/ 205871 w 485891"/>
                <a:gd name="connsiteY6" fmla="*/ 1882296 h 2072796"/>
                <a:gd name="connsiteX7" fmla="*/ 240796 w 485891"/>
                <a:gd name="connsiteY7" fmla="*/ 1875946 h 2072796"/>
                <a:gd name="connsiteX8" fmla="*/ 259846 w 485891"/>
                <a:gd name="connsiteY8" fmla="*/ 1869596 h 2072796"/>
                <a:gd name="connsiteX9" fmla="*/ 269371 w 485891"/>
                <a:gd name="connsiteY9" fmla="*/ 1866421 h 2072796"/>
                <a:gd name="connsiteX10" fmla="*/ 288421 w 485891"/>
                <a:gd name="connsiteY10" fmla="*/ 1856896 h 2072796"/>
                <a:gd name="connsiteX11" fmla="*/ 297946 w 485891"/>
                <a:gd name="connsiteY11" fmla="*/ 1847371 h 2072796"/>
                <a:gd name="connsiteX12" fmla="*/ 307471 w 485891"/>
                <a:gd name="connsiteY12" fmla="*/ 1844196 h 2072796"/>
                <a:gd name="connsiteX13" fmla="*/ 310646 w 485891"/>
                <a:gd name="connsiteY13" fmla="*/ 1834671 h 2072796"/>
                <a:gd name="connsiteX14" fmla="*/ 323346 w 485891"/>
                <a:gd name="connsiteY14" fmla="*/ 1812446 h 2072796"/>
                <a:gd name="connsiteX15" fmla="*/ 332871 w 485891"/>
                <a:gd name="connsiteY15" fmla="*/ 1783871 h 2072796"/>
                <a:gd name="connsiteX16" fmla="*/ 336046 w 485891"/>
                <a:gd name="connsiteY16" fmla="*/ 1774346 h 2072796"/>
                <a:gd name="connsiteX17" fmla="*/ 332871 w 485891"/>
                <a:gd name="connsiteY17" fmla="*/ 1193321 h 2072796"/>
                <a:gd name="connsiteX18" fmla="*/ 329133 w 485891"/>
                <a:gd name="connsiteY18" fmla="*/ 191666 h 2072796"/>
                <a:gd name="connsiteX19" fmla="*/ 402695 w 485891"/>
                <a:gd name="connsiteY19" fmla="*/ 0 h 2072796"/>
                <a:gd name="connsiteX20" fmla="*/ 485891 w 485891"/>
                <a:gd name="connsiteY20" fmla="*/ 41265 h 2072796"/>
                <a:gd name="connsiteX0" fmla="*/ 28366 w 495711"/>
                <a:gd name="connsiteY0" fmla="*/ 2072796 h 2072796"/>
                <a:gd name="connsiteX1" fmla="*/ 22016 w 495711"/>
                <a:gd name="connsiteY1" fmla="*/ 2034696 h 2072796"/>
                <a:gd name="connsiteX2" fmla="*/ 18841 w 495711"/>
                <a:gd name="connsiteY2" fmla="*/ 2025171 h 2072796"/>
                <a:gd name="connsiteX3" fmla="*/ 12491 w 495711"/>
                <a:gd name="connsiteY3" fmla="*/ 2015646 h 2072796"/>
                <a:gd name="connsiteX4" fmla="*/ 15666 w 495711"/>
                <a:gd name="connsiteY4" fmla="*/ 1923571 h 2072796"/>
                <a:gd name="connsiteX5" fmla="*/ 215691 w 495711"/>
                <a:gd name="connsiteY5" fmla="*/ 1882296 h 2072796"/>
                <a:gd name="connsiteX6" fmla="*/ 250616 w 495711"/>
                <a:gd name="connsiteY6" fmla="*/ 1875946 h 2072796"/>
                <a:gd name="connsiteX7" fmla="*/ 269666 w 495711"/>
                <a:gd name="connsiteY7" fmla="*/ 1869596 h 2072796"/>
                <a:gd name="connsiteX8" fmla="*/ 279191 w 495711"/>
                <a:gd name="connsiteY8" fmla="*/ 1866421 h 2072796"/>
                <a:gd name="connsiteX9" fmla="*/ 298241 w 495711"/>
                <a:gd name="connsiteY9" fmla="*/ 1856896 h 2072796"/>
                <a:gd name="connsiteX10" fmla="*/ 307766 w 495711"/>
                <a:gd name="connsiteY10" fmla="*/ 1847371 h 2072796"/>
                <a:gd name="connsiteX11" fmla="*/ 317291 w 495711"/>
                <a:gd name="connsiteY11" fmla="*/ 1844196 h 2072796"/>
                <a:gd name="connsiteX12" fmla="*/ 320466 w 495711"/>
                <a:gd name="connsiteY12" fmla="*/ 1834671 h 2072796"/>
                <a:gd name="connsiteX13" fmla="*/ 333166 w 495711"/>
                <a:gd name="connsiteY13" fmla="*/ 1812446 h 2072796"/>
                <a:gd name="connsiteX14" fmla="*/ 342691 w 495711"/>
                <a:gd name="connsiteY14" fmla="*/ 1783871 h 2072796"/>
                <a:gd name="connsiteX15" fmla="*/ 345866 w 495711"/>
                <a:gd name="connsiteY15" fmla="*/ 1774346 h 2072796"/>
                <a:gd name="connsiteX16" fmla="*/ 342691 w 495711"/>
                <a:gd name="connsiteY16" fmla="*/ 1193321 h 2072796"/>
                <a:gd name="connsiteX17" fmla="*/ 338953 w 495711"/>
                <a:gd name="connsiteY17" fmla="*/ 191666 h 2072796"/>
                <a:gd name="connsiteX18" fmla="*/ 412515 w 495711"/>
                <a:gd name="connsiteY18" fmla="*/ 0 h 2072796"/>
                <a:gd name="connsiteX19" fmla="*/ 495711 w 495711"/>
                <a:gd name="connsiteY19" fmla="*/ 41265 h 2072796"/>
                <a:gd name="connsiteX0" fmla="*/ 15875 w 483220"/>
                <a:gd name="connsiteY0" fmla="*/ 2072796 h 2072796"/>
                <a:gd name="connsiteX1" fmla="*/ 9525 w 483220"/>
                <a:gd name="connsiteY1" fmla="*/ 2034696 h 2072796"/>
                <a:gd name="connsiteX2" fmla="*/ 6350 w 483220"/>
                <a:gd name="connsiteY2" fmla="*/ 2025171 h 2072796"/>
                <a:gd name="connsiteX3" fmla="*/ 0 w 483220"/>
                <a:gd name="connsiteY3" fmla="*/ 2015646 h 2072796"/>
                <a:gd name="connsiteX4" fmla="*/ 203200 w 483220"/>
                <a:gd name="connsiteY4" fmla="*/ 1882296 h 2072796"/>
                <a:gd name="connsiteX5" fmla="*/ 238125 w 483220"/>
                <a:gd name="connsiteY5" fmla="*/ 1875946 h 2072796"/>
                <a:gd name="connsiteX6" fmla="*/ 257175 w 483220"/>
                <a:gd name="connsiteY6" fmla="*/ 1869596 h 2072796"/>
                <a:gd name="connsiteX7" fmla="*/ 266700 w 483220"/>
                <a:gd name="connsiteY7" fmla="*/ 1866421 h 2072796"/>
                <a:gd name="connsiteX8" fmla="*/ 285750 w 483220"/>
                <a:gd name="connsiteY8" fmla="*/ 1856896 h 2072796"/>
                <a:gd name="connsiteX9" fmla="*/ 295275 w 483220"/>
                <a:gd name="connsiteY9" fmla="*/ 1847371 h 2072796"/>
                <a:gd name="connsiteX10" fmla="*/ 304800 w 483220"/>
                <a:gd name="connsiteY10" fmla="*/ 1844196 h 2072796"/>
                <a:gd name="connsiteX11" fmla="*/ 307975 w 483220"/>
                <a:gd name="connsiteY11" fmla="*/ 1834671 h 2072796"/>
                <a:gd name="connsiteX12" fmla="*/ 320675 w 483220"/>
                <a:gd name="connsiteY12" fmla="*/ 1812446 h 2072796"/>
                <a:gd name="connsiteX13" fmla="*/ 330200 w 483220"/>
                <a:gd name="connsiteY13" fmla="*/ 1783871 h 2072796"/>
                <a:gd name="connsiteX14" fmla="*/ 333375 w 483220"/>
                <a:gd name="connsiteY14" fmla="*/ 1774346 h 2072796"/>
                <a:gd name="connsiteX15" fmla="*/ 330200 w 483220"/>
                <a:gd name="connsiteY15" fmla="*/ 1193321 h 2072796"/>
                <a:gd name="connsiteX16" fmla="*/ 326462 w 483220"/>
                <a:gd name="connsiteY16" fmla="*/ 191666 h 2072796"/>
                <a:gd name="connsiteX17" fmla="*/ 400024 w 483220"/>
                <a:gd name="connsiteY17" fmla="*/ 0 h 2072796"/>
                <a:gd name="connsiteX18" fmla="*/ 483220 w 483220"/>
                <a:gd name="connsiteY18" fmla="*/ 41265 h 2072796"/>
                <a:gd name="connsiteX0" fmla="*/ 23225 w 490570"/>
                <a:gd name="connsiteY0" fmla="*/ 2072796 h 2072796"/>
                <a:gd name="connsiteX1" fmla="*/ 16875 w 490570"/>
                <a:gd name="connsiteY1" fmla="*/ 2034696 h 2072796"/>
                <a:gd name="connsiteX2" fmla="*/ 13700 w 490570"/>
                <a:gd name="connsiteY2" fmla="*/ 2025171 h 2072796"/>
                <a:gd name="connsiteX3" fmla="*/ 210550 w 490570"/>
                <a:gd name="connsiteY3" fmla="*/ 1882296 h 2072796"/>
                <a:gd name="connsiteX4" fmla="*/ 245475 w 490570"/>
                <a:gd name="connsiteY4" fmla="*/ 1875946 h 2072796"/>
                <a:gd name="connsiteX5" fmla="*/ 264525 w 490570"/>
                <a:gd name="connsiteY5" fmla="*/ 1869596 h 2072796"/>
                <a:gd name="connsiteX6" fmla="*/ 274050 w 490570"/>
                <a:gd name="connsiteY6" fmla="*/ 1866421 h 2072796"/>
                <a:gd name="connsiteX7" fmla="*/ 293100 w 490570"/>
                <a:gd name="connsiteY7" fmla="*/ 1856896 h 2072796"/>
                <a:gd name="connsiteX8" fmla="*/ 302625 w 490570"/>
                <a:gd name="connsiteY8" fmla="*/ 1847371 h 2072796"/>
                <a:gd name="connsiteX9" fmla="*/ 312150 w 490570"/>
                <a:gd name="connsiteY9" fmla="*/ 1844196 h 2072796"/>
                <a:gd name="connsiteX10" fmla="*/ 315325 w 490570"/>
                <a:gd name="connsiteY10" fmla="*/ 1834671 h 2072796"/>
                <a:gd name="connsiteX11" fmla="*/ 328025 w 490570"/>
                <a:gd name="connsiteY11" fmla="*/ 1812446 h 2072796"/>
                <a:gd name="connsiteX12" fmla="*/ 337550 w 490570"/>
                <a:gd name="connsiteY12" fmla="*/ 1783871 h 2072796"/>
                <a:gd name="connsiteX13" fmla="*/ 340725 w 490570"/>
                <a:gd name="connsiteY13" fmla="*/ 1774346 h 2072796"/>
                <a:gd name="connsiteX14" fmla="*/ 337550 w 490570"/>
                <a:gd name="connsiteY14" fmla="*/ 1193321 h 2072796"/>
                <a:gd name="connsiteX15" fmla="*/ 333812 w 490570"/>
                <a:gd name="connsiteY15" fmla="*/ 191666 h 2072796"/>
                <a:gd name="connsiteX16" fmla="*/ 407374 w 490570"/>
                <a:gd name="connsiteY16" fmla="*/ 0 h 2072796"/>
                <a:gd name="connsiteX17" fmla="*/ 490570 w 490570"/>
                <a:gd name="connsiteY17" fmla="*/ 41265 h 2072796"/>
                <a:gd name="connsiteX0" fmla="*/ 19148 w 486493"/>
                <a:gd name="connsiteY0" fmla="*/ 2072796 h 2072796"/>
                <a:gd name="connsiteX1" fmla="*/ 12798 w 486493"/>
                <a:gd name="connsiteY1" fmla="*/ 2034696 h 2072796"/>
                <a:gd name="connsiteX2" fmla="*/ 206473 w 486493"/>
                <a:gd name="connsiteY2" fmla="*/ 1882296 h 2072796"/>
                <a:gd name="connsiteX3" fmla="*/ 241398 w 486493"/>
                <a:gd name="connsiteY3" fmla="*/ 1875946 h 2072796"/>
                <a:gd name="connsiteX4" fmla="*/ 260448 w 486493"/>
                <a:gd name="connsiteY4" fmla="*/ 1869596 h 2072796"/>
                <a:gd name="connsiteX5" fmla="*/ 269973 w 486493"/>
                <a:gd name="connsiteY5" fmla="*/ 1866421 h 2072796"/>
                <a:gd name="connsiteX6" fmla="*/ 289023 w 486493"/>
                <a:gd name="connsiteY6" fmla="*/ 1856896 h 2072796"/>
                <a:gd name="connsiteX7" fmla="*/ 298548 w 486493"/>
                <a:gd name="connsiteY7" fmla="*/ 1847371 h 2072796"/>
                <a:gd name="connsiteX8" fmla="*/ 308073 w 486493"/>
                <a:gd name="connsiteY8" fmla="*/ 1844196 h 2072796"/>
                <a:gd name="connsiteX9" fmla="*/ 311248 w 486493"/>
                <a:gd name="connsiteY9" fmla="*/ 1834671 h 2072796"/>
                <a:gd name="connsiteX10" fmla="*/ 323948 w 486493"/>
                <a:gd name="connsiteY10" fmla="*/ 1812446 h 2072796"/>
                <a:gd name="connsiteX11" fmla="*/ 333473 w 486493"/>
                <a:gd name="connsiteY11" fmla="*/ 1783871 h 2072796"/>
                <a:gd name="connsiteX12" fmla="*/ 336648 w 486493"/>
                <a:gd name="connsiteY12" fmla="*/ 1774346 h 2072796"/>
                <a:gd name="connsiteX13" fmla="*/ 333473 w 486493"/>
                <a:gd name="connsiteY13" fmla="*/ 1193321 h 2072796"/>
                <a:gd name="connsiteX14" fmla="*/ 329735 w 486493"/>
                <a:gd name="connsiteY14" fmla="*/ 191666 h 2072796"/>
                <a:gd name="connsiteX15" fmla="*/ 403297 w 486493"/>
                <a:gd name="connsiteY15" fmla="*/ 0 h 2072796"/>
                <a:gd name="connsiteX16" fmla="*/ 486493 w 486493"/>
                <a:gd name="connsiteY16" fmla="*/ 41265 h 2072796"/>
                <a:gd name="connsiteX0" fmla="*/ 0 w 467345"/>
                <a:gd name="connsiteY0" fmla="*/ 2072796 h 2072796"/>
                <a:gd name="connsiteX1" fmla="*/ 187325 w 467345"/>
                <a:gd name="connsiteY1" fmla="*/ 1882296 h 2072796"/>
                <a:gd name="connsiteX2" fmla="*/ 222250 w 467345"/>
                <a:gd name="connsiteY2" fmla="*/ 1875946 h 2072796"/>
                <a:gd name="connsiteX3" fmla="*/ 241300 w 467345"/>
                <a:gd name="connsiteY3" fmla="*/ 1869596 h 2072796"/>
                <a:gd name="connsiteX4" fmla="*/ 250825 w 467345"/>
                <a:gd name="connsiteY4" fmla="*/ 1866421 h 2072796"/>
                <a:gd name="connsiteX5" fmla="*/ 269875 w 467345"/>
                <a:gd name="connsiteY5" fmla="*/ 1856896 h 2072796"/>
                <a:gd name="connsiteX6" fmla="*/ 279400 w 467345"/>
                <a:gd name="connsiteY6" fmla="*/ 1847371 h 2072796"/>
                <a:gd name="connsiteX7" fmla="*/ 288925 w 467345"/>
                <a:gd name="connsiteY7" fmla="*/ 1844196 h 2072796"/>
                <a:gd name="connsiteX8" fmla="*/ 292100 w 467345"/>
                <a:gd name="connsiteY8" fmla="*/ 1834671 h 2072796"/>
                <a:gd name="connsiteX9" fmla="*/ 304800 w 467345"/>
                <a:gd name="connsiteY9" fmla="*/ 1812446 h 2072796"/>
                <a:gd name="connsiteX10" fmla="*/ 314325 w 467345"/>
                <a:gd name="connsiteY10" fmla="*/ 1783871 h 2072796"/>
                <a:gd name="connsiteX11" fmla="*/ 317500 w 467345"/>
                <a:gd name="connsiteY11" fmla="*/ 1774346 h 2072796"/>
                <a:gd name="connsiteX12" fmla="*/ 314325 w 467345"/>
                <a:gd name="connsiteY12" fmla="*/ 1193321 h 2072796"/>
                <a:gd name="connsiteX13" fmla="*/ 310587 w 467345"/>
                <a:gd name="connsiteY13" fmla="*/ 191666 h 2072796"/>
                <a:gd name="connsiteX14" fmla="*/ 384149 w 467345"/>
                <a:gd name="connsiteY14" fmla="*/ 0 h 2072796"/>
                <a:gd name="connsiteX15" fmla="*/ 467345 w 467345"/>
                <a:gd name="connsiteY15" fmla="*/ 41265 h 2072796"/>
                <a:gd name="connsiteX0" fmla="*/ 0 w 343956"/>
                <a:gd name="connsiteY0" fmla="*/ 2094069 h 2094069"/>
                <a:gd name="connsiteX1" fmla="*/ 63936 w 343956"/>
                <a:gd name="connsiteY1" fmla="*/ 1882296 h 2094069"/>
                <a:gd name="connsiteX2" fmla="*/ 98861 w 343956"/>
                <a:gd name="connsiteY2" fmla="*/ 1875946 h 2094069"/>
                <a:gd name="connsiteX3" fmla="*/ 117911 w 343956"/>
                <a:gd name="connsiteY3" fmla="*/ 1869596 h 2094069"/>
                <a:gd name="connsiteX4" fmla="*/ 127436 w 343956"/>
                <a:gd name="connsiteY4" fmla="*/ 1866421 h 2094069"/>
                <a:gd name="connsiteX5" fmla="*/ 146486 w 343956"/>
                <a:gd name="connsiteY5" fmla="*/ 1856896 h 2094069"/>
                <a:gd name="connsiteX6" fmla="*/ 156011 w 343956"/>
                <a:gd name="connsiteY6" fmla="*/ 1847371 h 2094069"/>
                <a:gd name="connsiteX7" fmla="*/ 165536 w 343956"/>
                <a:gd name="connsiteY7" fmla="*/ 1844196 h 2094069"/>
                <a:gd name="connsiteX8" fmla="*/ 168711 w 343956"/>
                <a:gd name="connsiteY8" fmla="*/ 1834671 h 2094069"/>
                <a:gd name="connsiteX9" fmla="*/ 181411 w 343956"/>
                <a:gd name="connsiteY9" fmla="*/ 1812446 h 2094069"/>
                <a:gd name="connsiteX10" fmla="*/ 190936 w 343956"/>
                <a:gd name="connsiteY10" fmla="*/ 1783871 h 2094069"/>
                <a:gd name="connsiteX11" fmla="*/ 194111 w 343956"/>
                <a:gd name="connsiteY11" fmla="*/ 1774346 h 2094069"/>
                <a:gd name="connsiteX12" fmla="*/ 190936 w 343956"/>
                <a:gd name="connsiteY12" fmla="*/ 1193321 h 2094069"/>
                <a:gd name="connsiteX13" fmla="*/ 187198 w 343956"/>
                <a:gd name="connsiteY13" fmla="*/ 191666 h 2094069"/>
                <a:gd name="connsiteX14" fmla="*/ 260760 w 343956"/>
                <a:gd name="connsiteY14" fmla="*/ 0 h 2094069"/>
                <a:gd name="connsiteX15" fmla="*/ 343956 w 343956"/>
                <a:gd name="connsiteY15" fmla="*/ 41265 h 2094069"/>
                <a:gd name="connsiteX0" fmla="*/ 0 w 306403"/>
                <a:gd name="connsiteY0" fmla="*/ 2066719 h 2066719"/>
                <a:gd name="connsiteX1" fmla="*/ 26383 w 306403"/>
                <a:gd name="connsiteY1" fmla="*/ 1882296 h 2066719"/>
                <a:gd name="connsiteX2" fmla="*/ 61308 w 306403"/>
                <a:gd name="connsiteY2" fmla="*/ 1875946 h 2066719"/>
                <a:gd name="connsiteX3" fmla="*/ 80358 w 306403"/>
                <a:gd name="connsiteY3" fmla="*/ 1869596 h 2066719"/>
                <a:gd name="connsiteX4" fmla="*/ 89883 w 306403"/>
                <a:gd name="connsiteY4" fmla="*/ 1866421 h 2066719"/>
                <a:gd name="connsiteX5" fmla="*/ 108933 w 306403"/>
                <a:gd name="connsiteY5" fmla="*/ 1856896 h 2066719"/>
                <a:gd name="connsiteX6" fmla="*/ 118458 w 306403"/>
                <a:gd name="connsiteY6" fmla="*/ 1847371 h 2066719"/>
                <a:gd name="connsiteX7" fmla="*/ 127983 w 306403"/>
                <a:gd name="connsiteY7" fmla="*/ 1844196 h 2066719"/>
                <a:gd name="connsiteX8" fmla="*/ 131158 w 306403"/>
                <a:gd name="connsiteY8" fmla="*/ 1834671 h 2066719"/>
                <a:gd name="connsiteX9" fmla="*/ 143858 w 306403"/>
                <a:gd name="connsiteY9" fmla="*/ 1812446 h 2066719"/>
                <a:gd name="connsiteX10" fmla="*/ 153383 w 306403"/>
                <a:gd name="connsiteY10" fmla="*/ 1783871 h 2066719"/>
                <a:gd name="connsiteX11" fmla="*/ 156558 w 306403"/>
                <a:gd name="connsiteY11" fmla="*/ 1774346 h 2066719"/>
                <a:gd name="connsiteX12" fmla="*/ 153383 w 306403"/>
                <a:gd name="connsiteY12" fmla="*/ 1193321 h 2066719"/>
                <a:gd name="connsiteX13" fmla="*/ 149645 w 306403"/>
                <a:gd name="connsiteY13" fmla="*/ 191666 h 2066719"/>
                <a:gd name="connsiteX14" fmla="*/ 223207 w 306403"/>
                <a:gd name="connsiteY14" fmla="*/ 0 h 2066719"/>
                <a:gd name="connsiteX15" fmla="*/ 306403 w 306403"/>
                <a:gd name="connsiteY15" fmla="*/ 41265 h 2066719"/>
                <a:gd name="connsiteX0" fmla="*/ 3143 w 309546"/>
                <a:gd name="connsiteY0" fmla="*/ 2066719 h 2066719"/>
                <a:gd name="connsiteX1" fmla="*/ 29526 w 309546"/>
                <a:gd name="connsiteY1" fmla="*/ 1882296 h 2066719"/>
                <a:gd name="connsiteX2" fmla="*/ 64451 w 309546"/>
                <a:gd name="connsiteY2" fmla="*/ 1875946 h 2066719"/>
                <a:gd name="connsiteX3" fmla="*/ 83501 w 309546"/>
                <a:gd name="connsiteY3" fmla="*/ 1869596 h 2066719"/>
                <a:gd name="connsiteX4" fmla="*/ 93026 w 309546"/>
                <a:gd name="connsiteY4" fmla="*/ 1866421 h 2066719"/>
                <a:gd name="connsiteX5" fmla="*/ 112076 w 309546"/>
                <a:gd name="connsiteY5" fmla="*/ 1856896 h 2066719"/>
                <a:gd name="connsiteX6" fmla="*/ 121601 w 309546"/>
                <a:gd name="connsiteY6" fmla="*/ 1847371 h 2066719"/>
                <a:gd name="connsiteX7" fmla="*/ 131126 w 309546"/>
                <a:gd name="connsiteY7" fmla="*/ 1844196 h 2066719"/>
                <a:gd name="connsiteX8" fmla="*/ 134301 w 309546"/>
                <a:gd name="connsiteY8" fmla="*/ 1834671 h 2066719"/>
                <a:gd name="connsiteX9" fmla="*/ 147001 w 309546"/>
                <a:gd name="connsiteY9" fmla="*/ 1812446 h 2066719"/>
                <a:gd name="connsiteX10" fmla="*/ 156526 w 309546"/>
                <a:gd name="connsiteY10" fmla="*/ 1783871 h 2066719"/>
                <a:gd name="connsiteX11" fmla="*/ 159701 w 309546"/>
                <a:gd name="connsiteY11" fmla="*/ 1774346 h 2066719"/>
                <a:gd name="connsiteX12" fmla="*/ 156526 w 309546"/>
                <a:gd name="connsiteY12" fmla="*/ 1193321 h 2066719"/>
                <a:gd name="connsiteX13" fmla="*/ 152788 w 309546"/>
                <a:gd name="connsiteY13" fmla="*/ 191666 h 2066719"/>
                <a:gd name="connsiteX14" fmla="*/ 226350 w 309546"/>
                <a:gd name="connsiteY14" fmla="*/ 0 h 2066719"/>
                <a:gd name="connsiteX15" fmla="*/ 309546 w 309546"/>
                <a:gd name="connsiteY15" fmla="*/ 41265 h 2066719"/>
                <a:gd name="connsiteX0" fmla="*/ 699 w 307102"/>
                <a:gd name="connsiteY0" fmla="*/ 2066719 h 2066719"/>
                <a:gd name="connsiteX1" fmla="*/ 45858 w 307102"/>
                <a:gd name="connsiteY1" fmla="*/ 1927880 h 2066719"/>
                <a:gd name="connsiteX2" fmla="*/ 62007 w 307102"/>
                <a:gd name="connsiteY2" fmla="*/ 1875946 h 2066719"/>
                <a:gd name="connsiteX3" fmla="*/ 81057 w 307102"/>
                <a:gd name="connsiteY3" fmla="*/ 1869596 h 2066719"/>
                <a:gd name="connsiteX4" fmla="*/ 90582 w 307102"/>
                <a:gd name="connsiteY4" fmla="*/ 1866421 h 2066719"/>
                <a:gd name="connsiteX5" fmla="*/ 109632 w 307102"/>
                <a:gd name="connsiteY5" fmla="*/ 1856896 h 2066719"/>
                <a:gd name="connsiteX6" fmla="*/ 119157 w 307102"/>
                <a:gd name="connsiteY6" fmla="*/ 1847371 h 2066719"/>
                <a:gd name="connsiteX7" fmla="*/ 128682 w 307102"/>
                <a:gd name="connsiteY7" fmla="*/ 1844196 h 2066719"/>
                <a:gd name="connsiteX8" fmla="*/ 131857 w 307102"/>
                <a:gd name="connsiteY8" fmla="*/ 1834671 h 2066719"/>
                <a:gd name="connsiteX9" fmla="*/ 144557 w 307102"/>
                <a:gd name="connsiteY9" fmla="*/ 1812446 h 2066719"/>
                <a:gd name="connsiteX10" fmla="*/ 154082 w 307102"/>
                <a:gd name="connsiteY10" fmla="*/ 1783871 h 2066719"/>
                <a:gd name="connsiteX11" fmla="*/ 157257 w 307102"/>
                <a:gd name="connsiteY11" fmla="*/ 1774346 h 2066719"/>
                <a:gd name="connsiteX12" fmla="*/ 154082 w 307102"/>
                <a:gd name="connsiteY12" fmla="*/ 1193321 h 2066719"/>
                <a:gd name="connsiteX13" fmla="*/ 150344 w 307102"/>
                <a:gd name="connsiteY13" fmla="*/ 191666 h 2066719"/>
                <a:gd name="connsiteX14" fmla="*/ 223906 w 307102"/>
                <a:gd name="connsiteY14" fmla="*/ 0 h 2066719"/>
                <a:gd name="connsiteX15" fmla="*/ 307102 w 307102"/>
                <a:gd name="connsiteY15" fmla="*/ 41265 h 2066719"/>
                <a:gd name="connsiteX0" fmla="*/ 699 w 307102"/>
                <a:gd name="connsiteY0" fmla="*/ 2066719 h 2066719"/>
                <a:gd name="connsiteX1" fmla="*/ 45858 w 307102"/>
                <a:gd name="connsiteY1" fmla="*/ 1927880 h 2066719"/>
                <a:gd name="connsiteX2" fmla="*/ 62007 w 307102"/>
                <a:gd name="connsiteY2" fmla="*/ 1875946 h 2066719"/>
                <a:gd name="connsiteX3" fmla="*/ 81057 w 307102"/>
                <a:gd name="connsiteY3" fmla="*/ 1869596 h 2066719"/>
                <a:gd name="connsiteX4" fmla="*/ 90582 w 307102"/>
                <a:gd name="connsiteY4" fmla="*/ 1866421 h 2066719"/>
                <a:gd name="connsiteX5" fmla="*/ 109632 w 307102"/>
                <a:gd name="connsiteY5" fmla="*/ 1856896 h 2066719"/>
                <a:gd name="connsiteX6" fmla="*/ 119157 w 307102"/>
                <a:gd name="connsiteY6" fmla="*/ 1847371 h 2066719"/>
                <a:gd name="connsiteX7" fmla="*/ 128682 w 307102"/>
                <a:gd name="connsiteY7" fmla="*/ 1844196 h 2066719"/>
                <a:gd name="connsiteX8" fmla="*/ 144557 w 307102"/>
                <a:gd name="connsiteY8" fmla="*/ 1812446 h 2066719"/>
                <a:gd name="connsiteX9" fmla="*/ 154082 w 307102"/>
                <a:gd name="connsiteY9" fmla="*/ 1783871 h 2066719"/>
                <a:gd name="connsiteX10" fmla="*/ 157257 w 307102"/>
                <a:gd name="connsiteY10" fmla="*/ 1774346 h 2066719"/>
                <a:gd name="connsiteX11" fmla="*/ 154082 w 307102"/>
                <a:gd name="connsiteY11" fmla="*/ 1193321 h 2066719"/>
                <a:gd name="connsiteX12" fmla="*/ 150344 w 307102"/>
                <a:gd name="connsiteY12" fmla="*/ 191666 h 2066719"/>
                <a:gd name="connsiteX13" fmla="*/ 223906 w 307102"/>
                <a:gd name="connsiteY13" fmla="*/ 0 h 2066719"/>
                <a:gd name="connsiteX14" fmla="*/ 307102 w 307102"/>
                <a:gd name="connsiteY14" fmla="*/ 41265 h 2066719"/>
                <a:gd name="connsiteX0" fmla="*/ 699 w 307102"/>
                <a:gd name="connsiteY0" fmla="*/ 2066719 h 2066719"/>
                <a:gd name="connsiteX1" fmla="*/ 45858 w 307102"/>
                <a:gd name="connsiteY1" fmla="*/ 1927880 h 2066719"/>
                <a:gd name="connsiteX2" fmla="*/ 62007 w 307102"/>
                <a:gd name="connsiteY2" fmla="*/ 1875946 h 2066719"/>
                <a:gd name="connsiteX3" fmla="*/ 81057 w 307102"/>
                <a:gd name="connsiteY3" fmla="*/ 1869596 h 2066719"/>
                <a:gd name="connsiteX4" fmla="*/ 90582 w 307102"/>
                <a:gd name="connsiteY4" fmla="*/ 1866421 h 2066719"/>
                <a:gd name="connsiteX5" fmla="*/ 109632 w 307102"/>
                <a:gd name="connsiteY5" fmla="*/ 1856896 h 2066719"/>
                <a:gd name="connsiteX6" fmla="*/ 119157 w 307102"/>
                <a:gd name="connsiteY6" fmla="*/ 1847371 h 2066719"/>
                <a:gd name="connsiteX7" fmla="*/ 128682 w 307102"/>
                <a:gd name="connsiteY7" fmla="*/ 1844196 h 2066719"/>
                <a:gd name="connsiteX8" fmla="*/ 154082 w 307102"/>
                <a:gd name="connsiteY8" fmla="*/ 1783871 h 2066719"/>
                <a:gd name="connsiteX9" fmla="*/ 157257 w 307102"/>
                <a:gd name="connsiteY9" fmla="*/ 1774346 h 2066719"/>
                <a:gd name="connsiteX10" fmla="*/ 154082 w 307102"/>
                <a:gd name="connsiteY10" fmla="*/ 1193321 h 2066719"/>
                <a:gd name="connsiteX11" fmla="*/ 150344 w 307102"/>
                <a:gd name="connsiteY11" fmla="*/ 191666 h 2066719"/>
                <a:gd name="connsiteX12" fmla="*/ 223906 w 307102"/>
                <a:gd name="connsiteY12" fmla="*/ 0 h 2066719"/>
                <a:gd name="connsiteX13" fmla="*/ 307102 w 307102"/>
                <a:gd name="connsiteY13" fmla="*/ 41265 h 2066719"/>
                <a:gd name="connsiteX0" fmla="*/ 699 w 307102"/>
                <a:gd name="connsiteY0" fmla="*/ 2066719 h 2066719"/>
                <a:gd name="connsiteX1" fmla="*/ 45858 w 307102"/>
                <a:gd name="connsiteY1" fmla="*/ 1927880 h 2066719"/>
                <a:gd name="connsiteX2" fmla="*/ 62007 w 307102"/>
                <a:gd name="connsiteY2" fmla="*/ 1875946 h 2066719"/>
                <a:gd name="connsiteX3" fmla="*/ 81057 w 307102"/>
                <a:gd name="connsiteY3" fmla="*/ 1869596 h 2066719"/>
                <a:gd name="connsiteX4" fmla="*/ 90582 w 307102"/>
                <a:gd name="connsiteY4" fmla="*/ 1866421 h 2066719"/>
                <a:gd name="connsiteX5" fmla="*/ 109632 w 307102"/>
                <a:gd name="connsiteY5" fmla="*/ 1856896 h 2066719"/>
                <a:gd name="connsiteX6" fmla="*/ 119157 w 307102"/>
                <a:gd name="connsiteY6" fmla="*/ 1847371 h 2066719"/>
                <a:gd name="connsiteX7" fmla="*/ 154082 w 307102"/>
                <a:gd name="connsiteY7" fmla="*/ 1783871 h 2066719"/>
                <a:gd name="connsiteX8" fmla="*/ 157257 w 307102"/>
                <a:gd name="connsiteY8" fmla="*/ 1774346 h 2066719"/>
                <a:gd name="connsiteX9" fmla="*/ 154082 w 307102"/>
                <a:gd name="connsiteY9" fmla="*/ 1193321 h 2066719"/>
                <a:gd name="connsiteX10" fmla="*/ 150344 w 307102"/>
                <a:gd name="connsiteY10" fmla="*/ 191666 h 2066719"/>
                <a:gd name="connsiteX11" fmla="*/ 223906 w 307102"/>
                <a:gd name="connsiteY11" fmla="*/ 0 h 2066719"/>
                <a:gd name="connsiteX12" fmla="*/ 307102 w 307102"/>
                <a:gd name="connsiteY12" fmla="*/ 41265 h 2066719"/>
                <a:gd name="connsiteX0" fmla="*/ 699 w 307102"/>
                <a:gd name="connsiteY0" fmla="*/ 2066719 h 2066719"/>
                <a:gd name="connsiteX1" fmla="*/ 45858 w 307102"/>
                <a:gd name="connsiteY1" fmla="*/ 1927880 h 2066719"/>
                <a:gd name="connsiteX2" fmla="*/ 62007 w 307102"/>
                <a:gd name="connsiteY2" fmla="*/ 1875946 h 2066719"/>
                <a:gd name="connsiteX3" fmla="*/ 81057 w 307102"/>
                <a:gd name="connsiteY3" fmla="*/ 1869596 h 2066719"/>
                <a:gd name="connsiteX4" fmla="*/ 109632 w 307102"/>
                <a:gd name="connsiteY4" fmla="*/ 1856896 h 2066719"/>
                <a:gd name="connsiteX5" fmla="*/ 119157 w 307102"/>
                <a:gd name="connsiteY5" fmla="*/ 1847371 h 2066719"/>
                <a:gd name="connsiteX6" fmla="*/ 154082 w 307102"/>
                <a:gd name="connsiteY6" fmla="*/ 1783871 h 2066719"/>
                <a:gd name="connsiteX7" fmla="*/ 157257 w 307102"/>
                <a:gd name="connsiteY7" fmla="*/ 1774346 h 2066719"/>
                <a:gd name="connsiteX8" fmla="*/ 154082 w 307102"/>
                <a:gd name="connsiteY8" fmla="*/ 1193321 h 2066719"/>
                <a:gd name="connsiteX9" fmla="*/ 150344 w 307102"/>
                <a:gd name="connsiteY9" fmla="*/ 191666 h 2066719"/>
                <a:gd name="connsiteX10" fmla="*/ 223906 w 307102"/>
                <a:gd name="connsiteY10" fmla="*/ 0 h 2066719"/>
                <a:gd name="connsiteX11" fmla="*/ 307102 w 307102"/>
                <a:gd name="connsiteY11" fmla="*/ 41265 h 2066719"/>
                <a:gd name="connsiteX0" fmla="*/ 699 w 307102"/>
                <a:gd name="connsiteY0" fmla="*/ 2066719 h 2066719"/>
                <a:gd name="connsiteX1" fmla="*/ 45858 w 307102"/>
                <a:gd name="connsiteY1" fmla="*/ 1927880 h 2066719"/>
                <a:gd name="connsiteX2" fmla="*/ 62007 w 307102"/>
                <a:gd name="connsiteY2" fmla="*/ 1875946 h 2066719"/>
                <a:gd name="connsiteX3" fmla="*/ 81057 w 307102"/>
                <a:gd name="connsiteY3" fmla="*/ 1869596 h 2066719"/>
                <a:gd name="connsiteX4" fmla="*/ 109632 w 307102"/>
                <a:gd name="connsiteY4" fmla="*/ 1856896 h 2066719"/>
                <a:gd name="connsiteX5" fmla="*/ 154082 w 307102"/>
                <a:gd name="connsiteY5" fmla="*/ 1783871 h 2066719"/>
                <a:gd name="connsiteX6" fmla="*/ 157257 w 307102"/>
                <a:gd name="connsiteY6" fmla="*/ 1774346 h 2066719"/>
                <a:gd name="connsiteX7" fmla="*/ 154082 w 307102"/>
                <a:gd name="connsiteY7" fmla="*/ 1193321 h 2066719"/>
                <a:gd name="connsiteX8" fmla="*/ 150344 w 307102"/>
                <a:gd name="connsiteY8" fmla="*/ 191666 h 2066719"/>
                <a:gd name="connsiteX9" fmla="*/ 223906 w 307102"/>
                <a:gd name="connsiteY9" fmla="*/ 0 h 2066719"/>
                <a:gd name="connsiteX10" fmla="*/ 307102 w 307102"/>
                <a:gd name="connsiteY10" fmla="*/ 41265 h 2066719"/>
                <a:gd name="connsiteX0" fmla="*/ 699 w 307102"/>
                <a:gd name="connsiteY0" fmla="*/ 2066719 h 2066719"/>
                <a:gd name="connsiteX1" fmla="*/ 45858 w 307102"/>
                <a:gd name="connsiteY1" fmla="*/ 1927880 h 2066719"/>
                <a:gd name="connsiteX2" fmla="*/ 62007 w 307102"/>
                <a:gd name="connsiteY2" fmla="*/ 1875946 h 2066719"/>
                <a:gd name="connsiteX3" fmla="*/ 81057 w 307102"/>
                <a:gd name="connsiteY3" fmla="*/ 1869596 h 2066719"/>
                <a:gd name="connsiteX4" fmla="*/ 154082 w 307102"/>
                <a:gd name="connsiteY4" fmla="*/ 1783871 h 2066719"/>
                <a:gd name="connsiteX5" fmla="*/ 157257 w 307102"/>
                <a:gd name="connsiteY5" fmla="*/ 1774346 h 2066719"/>
                <a:gd name="connsiteX6" fmla="*/ 154082 w 307102"/>
                <a:gd name="connsiteY6" fmla="*/ 1193321 h 2066719"/>
                <a:gd name="connsiteX7" fmla="*/ 150344 w 307102"/>
                <a:gd name="connsiteY7" fmla="*/ 191666 h 2066719"/>
                <a:gd name="connsiteX8" fmla="*/ 223906 w 307102"/>
                <a:gd name="connsiteY8" fmla="*/ 0 h 2066719"/>
                <a:gd name="connsiteX9" fmla="*/ 307102 w 307102"/>
                <a:gd name="connsiteY9" fmla="*/ 41265 h 2066719"/>
                <a:gd name="connsiteX0" fmla="*/ 699 w 307102"/>
                <a:gd name="connsiteY0" fmla="*/ 2066719 h 2066719"/>
                <a:gd name="connsiteX1" fmla="*/ 45858 w 307102"/>
                <a:gd name="connsiteY1" fmla="*/ 1927880 h 2066719"/>
                <a:gd name="connsiteX2" fmla="*/ 62007 w 307102"/>
                <a:gd name="connsiteY2" fmla="*/ 1875946 h 2066719"/>
                <a:gd name="connsiteX3" fmla="*/ 154082 w 307102"/>
                <a:gd name="connsiteY3" fmla="*/ 1783871 h 2066719"/>
                <a:gd name="connsiteX4" fmla="*/ 157257 w 307102"/>
                <a:gd name="connsiteY4" fmla="*/ 1774346 h 2066719"/>
                <a:gd name="connsiteX5" fmla="*/ 154082 w 307102"/>
                <a:gd name="connsiteY5" fmla="*/ 1193321 h 2066719"/>
                <a:gd name="connsiteX6" fmla="*/ 150344 w 307102"/>
                <a:gd name="connsiteY6" fmla="*/ 191666 h 2066719"/>
                <a:gd name="connsiteX7" fmla="*/ 223906 w 307102"/>
                <a:gd name="connsiteY7" fmla="*/ 0 h 2066719"/>
                <a:gd name="connsiteX8" fmla="*/ 307102 w 307102"/>
                <a:gd name="connsiteY8" fmla="*/ 41265 h 2066719"/>
                <a:gd name="connsiteX0" fmla="*/ 699 w 307102"/>
                <a:gd name="connsiteY0" fmla="*/ 2066719 h 2066719"/>
                <a:gd name="connsiteX1" fmla="*/ 45858 w 307102"/>
                <a:gd name="connsiteY1" fmla="*/ 1927880 h 2066719"/>
                <a:gd name="connsiteX2" fmla="*/ 154082 w 307102"/>
                <a:gd name="connsiteY2" fmla="*/ 1783871 h 2066719"/>
                <a:gd name="connsiteX3" fmla="*/ 157257 w 307102"/>
                <a:gd name="connsiteY3" fmla="*/ 1774346 h 2066719"/>
                <a:gd name="connsiteX4" fmla="*/ 154082 w 307102"/>
                <a:gd name="connsiteY4" fmla="*/ 1193321 h 2066719"/>
                <a:gd name="connsiteX5" fmla="*/ 150344 w 307102"/>
                <a:gd name="connsiteY5" fmla="*/ 191666 h 2066719"/>
                <a:gd name="connsiteX6" fmla="*/ 223906 w 307102"/>
                <a:gd name="connsiteY6" fmla="*/ 0 h 2066719"/>
                <a:gd name="connsiteX7" fmla="*/ 307102 w 307102"/>
                <a:gd name="connsiteY7" fmla="*/ 41265 h 2066719"/>
                <a:gd name="connsiteX0" fmla="*/ 699 w 307102"/>
                <a:gd name="connsiteY0" fmla="*/ 2066719 h 2066719"/>
                <a:gd name="connsiteX1" fmla="*/ 45858 w 307102"/>
                <a:gd name="connsiteY1" fmla="*/ 1955231 h 2066719"/>
                <a:gd name="connsiteX2" fmla="*/ 154082 w 307102"/>
                <a:gd name="connsiteY2" fmla="*/ 1783871 h 2066719"/>
                <a:gd name="connsiteX3" fmla="*/ 157257 w 307102"/>
                <a:gd name="connsiteY3" fmla="*/ 1774346 h 2066719"/>
                <a:gd name="connsiteX4" fmla="*/ 154082 w 307102"/>
                <a:gd name="connsiteY4" fmla="*/ 1193321 h 2066719"/>
                <a:gd name="connsiteX5" fmla="*/ 150344 w 307102"/>
                <a:gd name="connsiteY5" fmla="*/ 191666 h 2066719"/>
                <a:gd name="connsiteX6" fmla="*/ 223906 w 307102"/>
                <a:gd name="connsiteY6" fmla="*/ 0 h 2066719"/>
                <a:gd name="connsiteX7" fmla="*/ 307102 w 307102"/>
                <a:gd name="connsiteY7" fmla="*/ 41265 h 2066719"/>
                <a:gd name="connsiteX0" fmla="*/ 699 w 307102"/>
                <a:gd name="connsiteY0" fmla="*/ 2066719 h 2066719"/>
                <a:gd name="connsiteX1" fmla="*/ 45858 w 307102"/>
                <a:gd name="connsiteY1" fmla="*/ 1955231 h 2066719"/>
                <a:gd name="connsiteX2" fmla="*/ 154082 w 307102"/>
                <a:gd name="connsiteY2" fmla="*/ 1783871 h 2066719"/>
                <a:gd name="connsiteX3" fmla="*/ 157257 w 307102"/>
                <a:gd name="connsiteY3" fmla="*/ 1774346 h 2066719"/>
                <a:gd name="connsiteX4" fmla="*/ 154082 w 307102"/>
                <a:gd name="connsiteY4" fmla="*/ 1193321 h 2066719"/>
                <a:gd name="connsiteX5" fmla="*/ 150344 w 307102"/>
                <a:gd name="connsiteY5" fmla="*/ 191666 h 2066719"/>
                <a:gd name="connsiteX6" fmla="*/ 223906 w 307102"/>
                <a:gd name="connsiteY6" fmla="*/ 0 h 2066719"/>
                <a:gd name="connsiteX7" fmla="*/ 307102 w 307102"/>
                <a:gd name="connsiteY7" fmla="*/ 41265 h 2066719"/>
                <a:gd name="connsiteX0" fmla="*/ 699 w 307102"/>
                <a:gd name="connsiteY0" fmla="*/ 2066719 h 2066719"/>
                <a:gd name="connsiteX1" fmla="*/ 45858 w 307102"/>
                <a:gd name="connsiteY1" fmla="*/ 1955231 h 2066719"/>
                <a:gd name="connsiteX2" fmla="*/ 154082 w 307102"/>
                <a:gd name="connsiteY2" fmla="*/ 1783871 h 2066719"/>
                <a:gd name="connsiteX3" fmla="*/ 157257 w 307102"/>
                <a:gd name="connsiteY3" fmla="*/ 1835125 h 2066719"/>
                <a:gd name="connsiteX4" fmla="*/ 154082 w 307102"/>
                <a:gd name="connsiteY4" fmla="*/ 1193321 h 2066719"/>
                <a:gd name="connsiteX5" fmla="*/ 150344 w 307102"/>
                <a:gd name="connsiteY5" fmla="*/ 191666 h 2066719"/>
                <a:gd name="connsiteX6" fmla="*/ 223906 w 307102"/>
                <a:gd name="connsiteY6" fmla="*/ 0 h 2066719"/>
                <a:gd name="connsiteX7" fmla="*/ 307102 w 307102"/>
                <a:gd name="connsiteY7" fmla="*/ 41265 h 2066719"/>
                <a:gd name="connsiteX0" fmla="*/ 699 w 307102"/>
                <a:gd name="connsiteY0" fmla="*/ 2066719 h 2066719"/>
                <a:gd name="connsiteX1" fmla="*/ 45858 w 307102"/>
                <a:gd name="connsiteY1" fmla="*/ 1955231 h 2066719"/>
                <a:gd name="connsiteX2" fmla="*/ 127258 w 307102"/>
                <a:gd name="connsiteY2" fmla="*/ 1905428 h 2066719"/>
                <a:gd name="connsiteX3" fmla="*/ 157257 w 307102"/>
                <a:gd name="connsiteY3" fmla="*/ 1835125 h 2066719"/>
                <a:gd name="connsiteX4" fmla="*/ 154082 w 307102"/>
                <a:gd name="connsiteY4" fmla="*/ 1193321 h 2066719"/>
                <a:gd name="connsiteX5" fmla="*/ 150344 w 307102"/>
                <a:gd name="connsiteY5" fmla="*/ 191666 h 2066719"/>
                <a:gd name="connsiteX6" fmla="*/ 223906 w 307102"/>
                <a:gd name="connsiteY6" fmla="*/ 0 h 2066719"/>
                <a:gd name="connsiteX7" fmla="*/ 307102 w 307102"/>
                <a:gd name="connsiteY7" fmla="*/ 41265 h 2066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7102" h="2066719">
                  <a:moveTo>
                    <a:pt x="699" y="2066719"/>
                  </a:moveTo>
                  <a:cubicBezTo>
                    <a:pt x="-3193" y="1996643"/>
                    <a:pt x="8816" y="1988039"/>
                    <a:pt x="45858" y="1955231"/>
                  </a:cubicBezTo>
                  <a:cubicBezTo>
                    <a:pt x="100929" y="1929362"/>
                    <a:pt x="108692" y="1925446"/>
                    <a:pt x="127258" y="1905428"/>
                  </a:cubicBezTo>
                  <a:cubicBezTo>
                    <a:pt x="145825" y="1885410"/>
                    <a:pt x="152786" y="1953809"/>
                    <a:pt x="157257" y="1835125"/>
                  </a:cubicBezTo>
                  <a:cubicBezTo>
                    <a:pt x="161728" y="1716441"/>
                    <a:pt x="155234" y="1467231"/>
                    <a:pt x="154082" y="1193321"/>
                  </a:cubicBezTo>
                  <a:cubicBezTo>
                    <a:pt x="152930" y="919411"/>
                    <a:pt x="138707" y="390553"/>
                    <a:pt x="150344" y="191666"/>
                  </a:cubicBezTo>
                  <a:cubicBezTo>
                    <a:pt x="161981" y="-7221"/>
                    <a:pt x="188010" y="25112"/>
                    <a:pt x="223906" y="0"/>
                  </a:cubicBezTo>
                  <a:cubicBezTo>
                    <a:pt x="286699" y="17434"/>
                    <a:pt x="302353" y="112293"/>
                    <a:pt x="307102" y="41265"/>
                  </a:cubicBezTo>
                </a:path>
              </a:pathLst>
            </a:custGeom>
            <a:noFill/>
            <a:ln>
              <a:solidFill>
                <a:schemeClr val="accent6"/>
              </a:solidFill>
              <a:prstDash val="dash"/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2" name="Freihandform 81"/>
            <p:cNvSpPr/>
            <p:nvPr/>
          </p:nvSpPr>
          <p:spPr>
            <a:xfrm flipH="1">
              <a:off x="10110602" y="2048075"/>
              <a:ext cx="259998" cy="190716"/>
            </a:xfrm>
            <a:custGeom>
              <a:avLst/>
              <a:gdLst>
                <a:gd name="connsiteX0" fmla="*/ 0 w 250825"/>
                <a:gd name="connsiteY0" fmla="*/ 190716 h 190716"/>
                <a:gd name="connsiteX1" fmla="*/ 9525 w 250825"/>
                <a:gd name="connsiteY1" fmla="*/ 98641 h 190716"/>
                <a:gd name="connsiteX2" fmla="*/ 15875 w 250825"/>
                <a:gd name="connsiteY2" fmla="*/ 89116 h 190716"/>
                <a:gd name="connsiteX3" fmla="*/ 19050 w 250825"/>
                <a:gd name="connsiteY3" fmla="*/ 76416 h 190716"/>
                <a:gd name="connsiteX4" fmla="*/ 31750 w 250825"/>
                <a:gd name="connsiteY4" fmla="*/ 57366 h 190716"/>
                <a:gd name="connsiteX5" fmla="*/ 38100 w 250825"/>
                <a:gd name="connsiteY5" fmla="*/ 47841 h 190716"/>
                <a:gd name="connsiteX6" fmla="*/ 47625 w 250825"/>
                <a:gd name="connsiteY6" fmla="*/ 41491 h 190716"/>
                <a:gd name="connsiteX7" fmla="*/ 53975 w 250825"/>
                <a:gd name="connsiteY7" fmla="*/ 31966 h 190716"/>
                <a:gd name="connsiteX8" fmla="*/ 82550 w 250825"/>
                <a:gd name="connsiteY8" fmla="*/ 19266 h 190716"/>
                <a:gd name="connsiteX9" fmla="*/ 107950 w 250825"/>
                <a:gd name="connsiteY9" fmla="*/ 12916 h 190716"/>
                <a:gd name="connsiteX10" fmla="*/ 130175 w 250825"/>
                <a:gd name="connsiteY10" fmla="*/ 9741 h 190716"/>
                <a:gd name="connsiteX11" fmla="*/ 200025 w 250825"/>
                <a:gd name="connsiteY11" fmla="*/ 6566 h 190716"/>
                <a:gd name="connsiteX12" fmla="*/ 231775 w 250825"/>
                <a:gd name="connsiteY12" fmla="*/ 216 h 190716"/>
                <a:gd name="connsiteX13" fmla="*/ 250825 w 250825"/>
                <a:gd name="connsiteY13" fmla="*/ 216 h 190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0825" h="190716">
                  <a:moveTo>
                    <a:pt x="0" y="190716"/>
                  </a:moveTo>
                  <a:cubicBezTo>
                    <a:pt x="3175" y="160024"/>
                    <a:pt x="4762" y="129127"/>
                    <a:pt x="9525" y="98641"/>
                  </a:cubicBezTo>
                  <a:cubicBezTo>
                    <a:pt x="10114" y="94871"/>
                    <a:pt x="14372" y="92623"/>
                    <a:pt x="15875" y="89116"/>
                  </a:cubicBezTo>
                  <a:cubicBezTo>
                    <a:pt x="17594" y="85105"/>
                    <a:pt x="17099" y="80319"/>
                    <a:pt x="19050" y="76416"/>
                  </a:cubicBezTo>
                  <a:cubicBezTo>
                    <a:pt x="22463" y="69590"/>
                    <a:pt x="27517" y="63716"/>
                    <a:pt x="31750" y="57366"/>
                  </a:cubicBezTo>
                  <a:cubicBezTo>
                    <a:pt x="33867" y="54191"/>
                    <a:pt x="34925" y="49958"/>
                    <a:pt x="38100" y="47841"/>
                  </a:cubicBezTo>
                  <a:lnTo>
                    <a:pt x="47625" y="41491"/>
                  </a:lnTo>
                  <a:cubicBezTo>
                    <a:pt x="49742" y="38316"/>
                    <a:pt x="51277" y="34664"/>
                    <a:pt x="53975" y="31966"/>
                  </a:cubicBezTo>
                  <a:cubicBezTo>
                    <a:pt x="61522" y="24419"/>
                    <a:pt x="73119" y="22410"/>
                    <a:pt x="82550" y="19266"/>
                  </a:cubicBezTo>
                  <a:cubicBezTo>
                    <a:pt x="94818" y="15177"/>
                    <a:pt x="92625" y="15470"/>
                    <a:pt x="107950" y="12916"/>
                  </a:cubicBezTo>
                  <a:cubicBezTo>
                    <a:pt x="115332" y="11686"/>
                    <a:pt x="122709" y="10256"/>
                    <a:pt x="130175" y="9741"/>
                  </a:cubicBezTo>
                  <a:cubicBezTo>
                    <a:pt x="153427" y="8137"/>
                    <a:pt x="176742" y="7624"/>
                    <a:pt x="200025" y="6566"/>
                  </a:cubicBezTo>
                  <a:cubicBezTo>
                    <a:pt x="213713" y="2003"/>
                    <a:pt x="212804" y="1675"/>
                    <a:pt x="231775" y="216"/>
                  </a:cubicBezTo>
                  <a:cubicBezTo>
                    <a:pt x="238106" y="-271"/>
                    <a:pt x="244475" y="216"/>
                    <a:pt x="250825" y="216"/>
                  </a:cubicBezTo>
                </a:path>
              </a:pathLst>
            </a:custGeom>
            <a:noFill/>
            <a:ln>
              <a:solidFill>
                <a:schemeClr val="accent6"/>
              </a:solidFill>
              <a:prstDash val="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" name="Freihandform 83"/>
            <p:cNvSpPr/>
            <p:nvPr/>
          </p:nvSpPr>
          <p:spPr>
            <a:xfrm flipH="1">
              <a:off x="10111932" y="1172093"/>
              <a:ext cx="259998" cy="190716"/>
            </a:xfrm>
            <a:custGeom>
              <a:avLst/>
              <a:gdLst>
                <a:gd name="connsiteX0" fmla="*/ 0 w 250825"/>
                <a:gd name="connsiteY0" fmla="*/ 190716 h 190716"/>
                <a:gd name="connsiteX1" fmla="*/ 9525 w 250825"/>
                <a:gd name="connsiteY1" fmla="*/ 98641 h 190716"/>
                <a:gd name="connsiteX2" fmla="*/ 15875 w 250825"/>
                <a:gd name="connsiteY2" fmla="*/ 89116 h 190716"/>
                <a:gd name="connsiteX3" fmla="*/ 19050 w 250825"/>
                <a:gd name="connsiteY3" fmla="*/ 76416 h 190716"/>
                <a:gd name="connsiteX4" fmla="*/ 31750 w 250825"/>
                <a:gd name="connsiteY4" fmla="*/ 57366 h 190716"/>
                <a:gd name="connsiteX5" fmla="*/ 38100 w 250825"/>
                <a:gd name="connsiteY5" fmla="*/ 47841 h 190716"/>
                <a:gd name="connsiteX6" fmla="*/ 47625 w 250825"/>
                <a:gd name="connsiteY6" fmla="*/ 41491 h 190716"/>
                <a:gd name="connsiteX7" fmla="*/ 53975 w 250825"/>
                <a:gd name="connsiteY7" fmla="*/ 31966 h 190716"/>
                <a:gd name="connsiteX8" fmla="*/ 82550 w 250825"/>
                <a:gd name="connsiteY8" fmla="*/ 19266 h 190716"/>
                <a:gd name="connsiteX9" fmla="*/ 107950 w 250825"/>
                <a:gd name="connsiteY9" fmla="*/ 12916 h 190716"/>
                <a:gd name="connsiteX10" fmla="*/ 130175 w 250825"/>
                <a:gd name="connsiteY10" fmla="*/ 9741 h 190716"/>
                <a:gd name="connsiteX11" fmla="*/ 200025 w 250825"/>
                <a:gd name="connsiteY11" fmla="*/ 6566 h 190716"/>
                <a:gd name="connsiteX12" fmla="*/ 231775 w 250825"/>
                <a:gd name="connsiteY12" fmla="*/ 216 h 190716"/>
                <a:gd name="connsiteX13" fmla="*/ 250825 w 250825"/>
                <a:gd name="connsiteY13" fmla="*/ 216 h 190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0825" h="190716">
                  <a:moveTo>
                    <a:pt x="0" y="190716"/>
                  </a:moveTo>
                  <a:cubicBezTo>
                    <a:pt x="3175" y="160024"/>
                    <a:pt x="4762" y="129127"/>
                    <a:pt x="9525" y="98641"/>
                  </a:cubicBezTo>
                  <a:cubicBezTo>
                    <a:pt x="10114" y="94871"/>
                    <a:pt x="14372" y="92623"/>
                    <a:pt x="15875" y="89116"/>
                  </a:cubicBezTo>
                  <a:cubicBezTo>
                    <a:pt x="17594" y="85105"/>
                    <a:pt x="17099" y="80319"/>
                    <a:pt x="19050" y="76416"/>
                  </a:cubicBezTo>
                  <a:cubicBezTo>
                    <a:pt x="22463" y="69590"/>
                    <a:pt x="27517" y="63716"/>
                    <a:pt x="31750" y="57366"/>
                  </a:cubicBezTo>
                  <a:cubicBezTo>
                    <a:pt x="33867" y="54191"/>
                    <a:pt x="34925" y="49958"/>
                    <a:pt x="38100" y="47841"/>
                  </a:cubicBezTo>
                  <a:lnTo>
                    <a:pt x="47625" y="41491"/>
                  </a:lnTo>
                  <a:cubicBezTo>
                    <a:pt x="49742" y="38316"/>
                    <a:pt x="51277" y="34664"/>
                    <a:pt x="53975" y="31966"/>
                  </a:cubicBezTo>
                  <a:cubicBezTo>
                    <a:pt x="61522" y="24419"/>
                    <a:pt x="73119" y="22410"/>
                    <a:pt x="82550" y="19266"/>
                  </a:cubicBezTo>
                  <a:cubicBezTo>
                    <a:pt x="94818" y="15177"/>
                    <a:pt x="92625" y="15470"/>
                    <a:pt x="107950" y="12916"/>
                  </a:cubicBezTo>
                  <a:cubicBezTo>
                    <a:pt x="115332" y="11686"/>
                    <a:pt x="122709" y="10256"/>
                    <a:pt x="130175" y="9741"/>
                  </a:cubicBezTo>
                  <a:cubicBezTo>
                    <a:pt x="153427" y="8137"/>
                    <a:pt x="176742" y="7624"/>
                    <a:pt x="200025" y="6566"/>
                  </a:cubicBezTo>
                  <a:cubicBezTo>
                    <a:pt x="213713" y="2003"/>
                    <a:pt x="212804" y="1675"/>
                    <a:pt x="231775" y="216"/>
                  </a:cubicBezTo>
                  <a:cubicBezTo>
                    <a:pt x="238106" y="-271"/>
                    <a:pt x="244475" y="216"/>
                    <a:pt x="250825" y="216"/>
                  </a:cubicBezTo>
                </a:path>
              </a:pathLst>
            </a:custGeom>
            <a:noFill/>
            <a:ln>
              <a:solidFill>
                <a:schemeClr val="accent6"/>
              </a:solidFill>
              <a:prstDash val="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90" name="Freihandform 89"/>
          <p:cNvSpPr/>
          <p:nvPr/>
        </p:nvSpPr>
        <p:spPr>
          <a:xfrm rot="10800000">
            <a:off x="5626996" y="676925"/>
            <a:ext cx="1184275" cy="1101437"/>
          </a:xfrm>
          <a:custGeom>
            <a:avLst/>
            <a:gdLst>
              <a:gd name="connsiteX0" fmla="*/ 1165225 w 1184275"/>
              <a:gd name="connsiteY0" fmla="*/ 63500 h 1933575"/>
              <a:gd name="connsiteX1" fmla="*/ 1184275 w 1184275"/>
              <a:gd name="connsiteY1" fmla="*/ 1828800 h 1933575"/>
              <a:gd name="connsiteX2" fmla="*/ 952500 w 1184275"/>
              <a:gd name="connsiteY2" fmla="*/ 1892300 h 1933575"/>
              <a:gd name="connsiteX3" fmla="*/ 609600 w 1184275"/>
              <a:gd name="connsiteY3" fmla="*/ 1933575 h 1933575"/>
              <a:gd name="connsiteX4" fmla="*/ 266700 w 1184275"/>
              <a:gd name="connsiteY4" fmla="*/ 1895475 h 1933575"/>
              <a:gd name="connsiteX5" fmla="*/ 22225 w 1184275"/>
              <a:gd name="connsiteY5" fmla="*/ 1816100 h 1933575"/>
              <a:gd name="connsiteX6" fmla="*/ 0 w 1184275"/>
              <a:gd name="connsiteY6" fmla="*/ 0 h 1933575"/>
              <a:gd name="connsiteX7" fmla="*/ 133350 w 1184275"/>
              <a:gd name="connsiteY7" fmla="*/ 66675 h 1933575"/>
              <a:gd name="connsiteX8" fmla="*/ 349250 w 1184275"/>
              <a:gd name="connsiteY8" fmla="*/ 95250 h 1933575"/>
              <a:gd name="connsiteX9" fmla="*/ 644525 w 1184275"/>
              <a:gd name="connsiteY9" fmla="*/ 92075 h 1933575"/>
              <a:gd name="connsiteX10" fmla="*/ 825500 w 1184275"/>
              <a:gd name="connsiteY10" fmla="*/ 92075 h 1933575"/>
              <a:gd name="connsiteX11" fmla="*/ 1089025 w 1184275"/>
              <a:gd name="connsiteY11" fmla="*/ 63500 h 1933575"/>
              <a:gd name="connsiteX12" fmla="*/ 1165225 w 1184275"/>
              <a:gd name="connsiteY12" fmla="*/ 63500 h 1933575"/>
              <a:gd name="connsiteX0" fmla="*/ 1165225 w 1184275"/>
              <a:gd name="connsiteY0" fmla="*/ 44450 h 1933575"/>
              <a:gd name="connsiteX1" fmla="*/ 1184275 w 1184275"/>
              <a:gd name="connsiteY1" fmla="*/ 1828800 h 1933575"/>
              <a:gd name="connsiteX2" fmla="*/ 952500 w 1184275"/>
              <a:gd name="connsiteY2" fmla="*/ 1892300 h 1933575"/>
              <a:gd name="connsiteX3" fmla="*/ 609600 w 1184275"/>
              <a:gd name="connsiteY3" fmla="*/ 1933575 h 1933575"/>
              <a:gd name="connsiteX4" fmla="*/ 266700 w 1184275"/>
              <a:gd name="connsiteY4" fmla="*/ 1895475 h 1933575"/>
              <a:gd name="connsiteX5" fmla="*/ 22225 w 1184275"/>
              <a:gd name="connsiteY5" fmla="*/ 1816100 h 1933575"/>
              <a:gd name="connsiteX6" fmla="*/ 0 w 1184275"/>
              <a:gd name="connsiteY6" fmla="*/ 0 h 1933575"/>
              <a:gd name="connsiteX7" fmla="*/ 133350 w 1184275"/>
              <a:gd name="connsiteY7" fmla="*/ 66675 h 1933575"/>
              <a:gd name="connsiteX8" fmla="*/ 349250 w 1184275"/>
              <a:gd name="connsiteY8" fmla="*/ 95250 h 1933575"/>
              <a:gd name="connsiteX9" fmla="*/ 644525 w 1184275"/>
              <a:gd name="connsiteY9" fmla="*/ 92075 h 1933575"/>
              <a:gd name="connsiteX10" fmla="*/ 825500 w 1184275"/>
              <a:gd name="connsiteY10" fmla="*/ 92075 h 1933575"/>
              <a:gd name="connsiteX11" fmla="*/ 1089025 w 1184275"/>
              <a:gd name="connsiteY11" fmla="*/ 63500 h 1933575"/>
              <a:gd name="connsiteX12" fmla="*/ 1165225 w 1184275"/>
              <a:gd name="connsiteY12" fmla="*/ 44450 h 1933575"/>
              <a:gd name="connsiteX0" fmla="*/ 1165225 w 1184275"/>
              <a:gd name="connsiteY0" fmla="*/ 19050 h 1933575"/>
              <a:gd name="connsiteX1" fmla="*/ 1184275 w 1184275"/>
              <a:gd name="connsiteY1" fmla="*/ 1828800 h 1933575"/>
              <a:gd name="connsiteX2" fmla="*/ 952500 w 1184275"/>
              <a:gd name="connsiteY2" fmla="*/ 1892300 h 1933575"/>
              <a:gd name="connsiteX3" fmla="*/ 609600 w 1184275"/>
              <a:gd name="connsiteY3" fmla="*/ 1933575 h 1933575"/>
              <a:gd name="connsiteX4" fmla="*/ 266700 w 1184275"/>
              <a:gd name="connsiteY4" fmla="*/ 1895475 h 1933575"/>
              <a:gd name="connsiteX5" fmla="*/ 22225 w 1184275"/>
              <a:gd name="connsiteY5" fmla="*/ 1816100 h 1933575"/>
              <a:gd name="connsiteX6" fmla="*/ 0 w 1184275"/>
              <a:gd name="connsiteY6" fmla="*/ 0 h 1933575"/>
              <a:gd name="connsiteX7" fmla="*/ 133350 w 1184275"/>
              <a:gd name="connsiteY7" fmla="*/ 66675 h 1933575"/>
              <a:gd name="connsiteX8" fmla="*/ 349250 w 1184275"/>
              <a:gd name="connsiteY8" fmla="*/ 95250 h 1933575"/>
              <a:gd name="connsiteX9" fmla="*/ 644525 w 1184275"/>
              <a:gd name="connsiteY9" fmla="*/ 92075 h 1933575"/>
              <a:gd name="connsiteX10" fmla="*/ 825500 w 1184275"/>
              <a:gd name="connsiteY10" fmla="*/ 92075 h 1933575"/>
              <a:gd name="connsiteX11" fmla="*/ 1089025 w 1184275"/>
              <a:gd name="connsiteY11" fmla="*/ 63500 h 1933575"/>
              <a:gd name="connsiteX12" fmla="*/ 1165225 w 1184275"/>
              <a:gd name="connsiteY12" fmla="*/ 19050 h 1933575"/>
              <a:gd name="connsiteX0" fmla="*/ 1165225 w 1184275"/>
              <a:gd name="connsiteY0" fmla="*/ 19050 h 2056871"/>
              <a:gd name="connsiteX1" fmla="*/ 1184275 w 1184275"/>
              <a:gd name="connsiteY1" fmla="*/ 1828800 h 2056871"/>
              <a:gd name="connsiteX2" fmla="*/ 952500 w 1184275"/>
              <a:gd name="connsiteY2" fmla="*/ 1892300 h 2056871"/>
              <a:gd name="connsiteX3" fmla="*/ 609600 w 1184275"/>
              <a:gd name="connsiteY3" fmla="*/ 1933575 h 2056871"/>
              <a:gd name="connsiteX4" fmla="*/ 251460 w 1184275"/>
              <a:gd name="connsiteY4" fmla="*/ 2056871 h 2056871"/>
              <a:gd name="connsiteX5" fmla="*/ 22225 w 1184275"/>
              <a:gd name="connsiteY5" fmla="*/ 1816100 h 2056871"/>
              <a:gd name="connsiteX6" fmla="*/ 0 w 1184275"/>
              <a:gd name="connsiteY6" fmla="*/ 0 h 2056871"/>
              <a:gd name="connsiteX7" fmla="*/ 133350 w 1184275"/>
              <a:gd name="connsiteY7" fmla="*/ 66675 h 2056871"/>
              <a:gd name="connsiteX8" fmla="*/ 349250 w 1184275"/>
              <a:gd name="connsiteY8" fmla="*/ 95250 h 2056871"/>
              <a:gd name="connsiteX9" fmla="*/ 644525 w 1184275"/>
              <a:gd name="connsiteY9" fmla="*/ 92075 h 2056871"/>
              <a:gd name="connsiteX10" fmla="*/ 825500 w 1184275"/>
              <a:gd name="connsiteY10" fmla="*/ 92075 h 2056871"/>
              <a:gd name="connsiteX11" fmla="*/ 1089025 w 1184275"/>
              <a:gd name="connsiteY11" fmla="*/ 63500 h 2056871"/>
              <a:gd name="connsiteX12" fmla="*/ 1165225 w 1184275"/>
              <a:gd name="connsiteY12" fmla="*/ 19050 h 2056871"/>
              <a:gd name="connsiteX0" fmla="*/ 1165225 w 1184275"/>
              <a:gd name="connsiteY0" fmla="*/ 19050 h 2236191"/>
              <a:gd name="connsiteX1" fmla="*/ 1184275 w 1184275"/>
              <a:gd name="connsiteY1" fmla="*/ 1828800 h 2236191"/>
              <a:gd name="connsiteX2" fmla="*/ 952500 w 1184275"/>
              <a:gd name="connsiteY2" fmla="*/ 1892300 h 2236191"/>
              <a:gd name="connsiteX3" fmla="*/ 604520 w 1184275"/>
              <a:gd name="connsiteY3" fmla="*/ 2236191 h 2236191"/>
              <a:gd name="connsiteX4" fmla="*/ 251460 w 1184275"/>
              <a:gd name="connsiteY4" fmla="*/ 2056871 h 2236191"/>
              <a:gd name="connsiteX5" fmla="*/ 22225 w 1184275"/>
              <a:gd name="connsiteY5" fmla="*/ 1816100 h 2236191"/>
              <a:gd name="connsiteX6" fmla="*/ 0 w 1184275"/>
              <a:gd name="connsiteY6" fmla="*/ 0 h 2236191"/>
              <a:gd name="connsiteX7" fmla="*/ 133350 w 1184275"/>
              <a:gd name="connsiteY7" fmla="*/ 66675 h 2236191"/>
              <a:gd name="connsiteX8" fmla="*/ 349250 w 1184275"/>
              <a:gd name="connsiteY8" fmla="*/ 95250 h 2236191"/>
              <a:gd name="connsiteX9" fmla="*/ 644525 w 1184275"/>
              <a:gd name="connsiteY9" fmla="*/ 92075 h 2236191"/>
              <a:gd name="connsiteX10" fmla="*/ 825500 w 1184275"/>
              <a:gd name="connsiteY10" fmla="*/ 92075 h 2236191"/>
              <a:gd name="connsiteX11" fmla="*/ 1089025 w 1184275"/>
              <a:gd name="connsiteY11" fmla="*/ 63500 h 2236191"/>
              <a:gd name="connsiteX12" fmla="*/ 1165225 w 1184275"/>
              <a:gd name="connsiteY12" fmla="*/ 19050 h 2236191"/>
              <a:gd name="connsiteX0" fmla="*/ 1165225 w 1184275"/>
              <a:gd name="connsiteY0" fmla="*/ 19050 h 2236191"/>
              <a:gd name="connsiteX1" fmla="*/ 1184275 w 1184275"/>
              <a:gd name="connsiteY1" fmla="*/ 1828800 h 2236191"/>
              <a:gd name="connsiteX2" fmla="*/ 947420 w 1184275"/>
              <a:gd name="connsiteY2" fmla="*/ 2023434 h 2236191"/>
              <a:gd name="connsiteX3" fmla="*/ 604520 w 1184275"/>
              <a:gd name="connsiteY3" fmla="*/ 2236191 h 2236191"/>
              <a:gd name="connsiteX4" fmla="*/ 251460 w 1184275"/>
              <a:gd name="connsiteY4" fmla="*/ 2056871 h 2236191"/>
              <a:gd name="connsiteX5" fmla="*/ 22225 w 1184275"/>
              <a:gd name="connsiteY5" fmla="*/ 1816100 h 2236191"/>
              <a:gd name="connsiteX6" fmla="*/ 0 w 1184275"/>
              <a:gd name="connsiteY6" fmla="*/ 0 h 2236191"/>
              <a:gd name="connsiteX7" fmla="*/ 133350 w 1184275"/>
              <a:gd name="connsiteY7" fmla="*/ 66675 h 2236191"/>
              <a:gd name="connsiteX8" fmla="*/ 349250 w 1184275"/>
              <a:gd name="connsiteY8" fmla="*/ 95250 h 2236191"/>
              <a:gd name="connsiteX9" fmla="*/ 644525 w 1184275"/>
              <a:gd name="connsiteY9" fmla="*/ 92075 h 2236191"/>
              <a:gd name="connsiteX10" fmla="*/ 825500 w 1184275"/>
              <a:gd name="connsiteY10" fmla="*/ 92075 h 2236191"/>
              <a:gd name="connsiteX11" fmla="*/ 1089025 w 1184275"/>
              <a:gd name="connsiteY11" fmla="*/ 63500 h 2236191"/>
              <a:gd name="connsiteX12" fmla="*/ 1165225 w 1184275"/>
              <a:gd name="connsiteY12" fmla="*/ 19050 h 2236191"/>
              <a:gd name="connsiteX0" fmla="*/ 1165225 w 1184275"/>
              <a:gd name="connsiteY0" fmla="*/ 19050 h 2135319"/>
              <a:gd name="connsiteX1" fmla="*/ 1184275 w 1184275"/>
              <a:gd name="connsiteY1" fmla="*/ 1828800 h 2135319"/>
              <a:gd name="connsiteX2" fmla="*/ 947420 w 1184275"/>
              <a:gd name="connsiteY2" fmla="*/ 2023434 h 2135319"/>
              <a:gd name="connsiteX3" fmla="*/ 604520 w 1184275"/>
              <a:gd name="connsiteY3" fmla="*/ 2135319 h 2135319"/>
              <a:gd name="connsiteX4" fmla="*/ 251460 w 1184275"/>
              <a:gd name="connsiteY4" fmla="*/ 2056871 h 2135319"/>
              <a:gd name="connsiteX5" fmla="*/ 22225 w 1184275"/>
              <a:gd name="connsiteY5" fmla="*/ 1816100 h 2135319"/>
              <a:gd name="connsiteX6" fmla="*/ 0 w 1184275"/>
              <a:gd name="connsiteY6" fmla="*/ 0 h 2135319"/>
              <a:gd name="connsiteX7" fmla="*/ 133350 w 1184275"/>
              <a:gd name="connsiteY7" fmla="*/ 66675 h 2135319"/>
              <a:gd name="connsiteX8" fmla="*/ 349250 w 1184275"/>
              <a:gd name="connsiteY8" fmla="*/ 95250 h 2135319"/>
              <a:gd name="connsiteX9" fmla="*/ 644525 w 1184275"/>
              <a:gd name="connsiteY9" fmla="*/ 92075 h 2135319"/>
              <a:gd name="connsiteX10" fmla="*/ 825500 w 1184275"/>
              <a:gd name="connsiteY10" fmla="*/ 92075 h 2135319"/>
              <a:gd name="connsiteX11" fmla="*/ 1089025 w 1184275"/>
              <a:gd name="connsiteY11" fmla="*/ 63500 h 2135319"/>
              <a:gd name="connsiteX12" fmla="*/ 1165225 w 1184275"/>
              <a:gd name="connsiteY12" fmla="*/ 19050 h 2135319"/>
              <a:gd name="connsiteX0" fmla="*/ 1165225 w 1184275"/>
              <a:gd name="connsiteY0" fmla="*/ 19050 h 2135531"/>
              <a:gd name="connsiteX1" fmla="*/ 1184275 w 1184275"/>
              <a:gd name="connsiteY1" fmla="*/ 1828800 h 2135531"/>
              <a:gd name="connsiteX2" fmla="*/ 947420 w 1184275"/>
              <a:gd name="connsiteY2" fmla="*/ 2023434 h 2135531"/>
              <a:gd name="connsiteX3" fmla="*/ 604520 w 1184275"/>
              <a:gd name="connsiteY3" fmla="*/ 2135319 h 2135531"/>
              <a:gd name="connsiteX4" fmla="*/ 251460 w 1184275"/>
              <a:gd name="connsiteY4" fmla="*/ 2056871 h 2135531"/>
              <a:gd name="connsiteX5" fmla="*/ 22225 w 1184275"/>
              <a:gd name="connsiteY5" fmla="*/ 1816100 h 2135531"/>
              <a:gd name="connsiteX6" fmla="*/ 0 w 1184275"/>
              <a:gd name="connsiteY6" fmla="*/ 0 h 2135531"/>
              <a:gd name="connsiteX7" fmla="*/ 133350 w 1184275"/>
              <a:gd name="connsiteY7" fmla="*/ 66675 h 2135531"/>
              <a:gd name="connsiteX8" fmla="*/ 349250 w 1184275"/>
              <a:gd name="connsiteY8" fmla="*/ 95250 h 2135531"/>
              <a:gd name="connsiteX9" fmla="*/ 644525 w 1184275"/>
              <a:gd name="connsiteY9" fmla="*/ 92075 h 2135531"/>
              <a:gd name="connsiteX10" fmla="*/ 825500 w 1184275"/>
              <a:gd name="connsiteY10" fmla="*/ 92075 h 2135531"/>
              <a:gd name="connsiteX11" fmla="*/ 1089025 w 1184275"/>
              <a:gd name="connsiteY11" fmla="*/ 63500 h 2135531"/>
              <a:gd name="connsiteX12" fmla="*/ 1165225 w 1184275"/>
              <a:gd name="connsiteY12" fmla="*/ 19050 h 2135531"/>
              <a:gd name="connsiteX0" fmla="*/ 1165225 w 1184275"/>
              <a:gd name="connsiteY0" fmla="*/ 19050 h 2135533"/>
              <a:gd name="connsiteX1" fmla="*/ 1184275 w 1184275"/>
              <a:gd name="connsiteY1" fmla="*/ 1828800 h 2135533"/>
              <a:gd name="connsiteX2" fmla="*/ 947420 w 1184275"/>
              <a:gd name="connsiteY2" fmla="*/ 2023434 h 2135533"/>
              <a:gd name="connsiteX3" fmla="*/ 604520 w 1184275"/>
              <a:gd name="connsiteY3" fmla="*/ 2135319 h 2135533"/>
              <a:gd name="connsiteX4" fmla="*/ 251460 w 1184275"/>
              <a:gd name="connsiteY4" fmla="*/ 2056871 h 2135533"/>
              <a:gd name="connsiteX5" fmla="*/ 22225 w 1184275"/>
              <a:gd name="connsiteY5" fmla="*/ 1816100 h 2135533"/>
              <a:gd name="connsiteX6" fmla="*/ 0 w 1184275"/>
              <a:gd name="connsiteY6" fmla="*/ 0 h 2135533"/>
              <a:gd name="connsiteX7" fmla="*/ 133350 w 1184275"/>
              <a:gd name="connsiteY7" fmla="*/ 66675 h 2135533"/>
              <a:gd name="connsiteX8" fmla="*/ 349250 w 1184275"/>
              <a:gd name="connsiteY8" fmla="*/ 95250 h 2135533"/>
              <a:gd name="connsiteX9" fmla="*/ 644525 w 1184275"/>
              <a:gd name="connsiteY9" fmla="*/ 92075 h 2135533"/>
              <a:gd name="connsiteX10" fmla="*/ 825500 w 1184275"/>
              <a:gd name="connsiteY10" fmla="*/ 92075 h 2135533"/>
              <a:gd name="connsiteX11" fmla="*/ 1089025 w 1184275"/>
              <a:gd name="connsiteY11" fmla="*/ 63500 h 2135533"/>
              <a:gd name="connsiteX12" fmla="*/ 1165225 w 1184275"/>
              <a:gd name="connsiteY12" fmla="*/ 19050 h 2135533"/>
              <a:gd name="connsiteX0" fmla="*/ 1165225 w 1184275"/>
              <a:gd name="connsiteY0" fmla="*/ 19050 h 2135531"/>
              <a:gd name="connsiteX1" fmla="*/ 1184275 w 1184275"/>
              <a:gd name="connsiteY1" fmla="*/ 1828800 h 2135531"/>
              <a:gd name="connsiteX2" fmla="*/ 947420 w 1184275"/>
              <a:gd name="connsiteY2" fmla="*/ 2023434 h 2135531"/>
              <a:gd name="connsiteX3" fmla="*/ 604520 w 1184275"/>
              <a:gd name="connsiteY3" fmla="*/ 2135319 h 2135531"/>
              <a:gd name="connsiteX4" fmla="*/ 251460 w 1184275"/>
              <a:gd name="connsiteY4" fmla="*/ 2056871 h 2135531"/>
              <a:gd name="connsiteX5" fmla="*/ 22225 w 1184275"/>
              <a:gd name="connsiteY5" fmla="*/ 1816100 h 2135531"/>
              <a:gd name="connsiteX6" fmla="*/ 0 w 1184275"/>
              <a:gd name="connsiteY6" fmla="*/ 0 h 2135531"/>
              <a:gd name="connsiteX7" fmla="*/ 133350 w 1184275"/>
              <a:gd name="connsiteY7" fmla="*/ 66675 h 2135531"/>
              <a:gd name="connsiteX8" fmla="*/ 354330 w 1184275"/>
              <a:gd name="connsiteY8" fmla="*/ 54902 h 2135531"/>
              <a:gd name="connsiteX9" fmla="*/ 644525 w 1184275"/>
              <a:gd name="connsiteY9" fmla="*/ 92075 h 2135531"/>
              <a:gd name="connsiteX10" fmla="*/ 825500 w 1184275"/>
              <a:gd name="connsiteY10" fmla="*/ 92075 h 2135531"/>
              <a:gd name="connsiteX11" fmla="*/ 1089025 w 1184275"/>
              <a:gd name="connsiteY11" fmla="*/ 63500 h 2135531"/>
              <a:gd name="connsiteX12" fmla="*/ 1165225 w 1184275"/>
              <a:gd name="connsiteY12" fmla="*/ 19050 h 2135531"/>
              <a:gd name="connsiteX0" fmla="*/ 1165225 w 1184275"/>
              <a:gd name="connsiteY0" fmla="*/ 19050 h 2135533"/>
              <a:gd name="connsiteX1" fmla="*/ 1184275 w 1184275"/>
              <a:gd name="connsiteY1" fmla="*/ 1828800 h 2135533"/>
              <a:gd name="connsiteX2" fmla="*/ 947420 w 1184275"/>
              <a:gd name="connsiteY2" fmla="*/ 2023434 h 2135533"/>
              <a:gd name="connsiteX3" fmla="*/ 604520 w 1184275"/>
              <a:gd name="connsiteY3" fmla="*/ 2135319 h 2135533"/>
              <a:gd name="connsiteX4" fmla="*/ 251460 w 1184275"/>
              <a:gd name="connsiteY4" fmla="*/ 2056871 h 2135533"/>
              <a:gd name="connsiteX5" fmla="*/ 22225 w 1184275"/>
              <a:gd name="connsiteY5" fmla="*/ 1816100 h 2135533"/>
              <a:gd name="connsiteX6" fmla="*/ 0 w 1184275"/>
              <a:gd name="connsiteY6" fmla="*/ 0 h 2135533"/>
              <a:gd name="connsiteX7" fmla="*/ 133350 w 1184275"/>
              <a:gd name="connsiteY7" fmla="*/ 66675 h 2135533"/>
              <a:gd name="connsiteX8" fmla="*/ 644525 w 1184275"/>
              <a:gd name="connsiteY8" fmla="*/ 92075 h 2135533"/>
              <a:gd name="connsiteX9" fmla="*/ 825500 w 1184275"/>
              <a:gd name="connsiteY9" fmla="*/ 92075 h 2135533"/>
              <a:gd name="connsiteX10" fmla="*/ 1089025 w 1184275"/>
              <a:gd name="connsiteY10" fmla="*/ 63500 h 2135533"/>
              <a:gd name="connsiteX11" fmla="*/ 1165225 w 1184275"/>
              <a:gd name="connsiteY11" fmla="*/ 19050 h 2135533"/>
              <a:gd name="connsiteX0" fmla="*/ 1165225 w 1184275"/>
              <a:gd name="connsiteY0" fmla="*/ 19050 h 2135531"/>
              <a:gd name="connsiteX1" fmla="*/ 1184275 w 1184275"/>
              <a:gd name="connsiteY1" fmla="*/ 1828800 h 2135531"/>
              <a:gd name="connsiteX2" fmla="*/ 947420 w 1184275"/>
              <a:gd name="connsiteY2" fmla="*/ 2023434 h 2135531"/>
              <a:gd name="connsiteX3" fmla="*/ 604520 w 1184275"/>
              <a:gd name="connsiteY3" fmla="*/ 2135319 h 2135531"/>
              <a:gd name="connsiteX4" fmla="*/ 251460 w 1184275"/>
              <a:gd name="connsiteY4" fmla="*/ 2056871 h 2135531"/>
              <a:gd name="connsiteX5" fmla="*/ 22225 w 1184275"/>
              <a:gd name="connsiteY5" fmla="*/ 1816100 h 2135531"/>
              <a:gd name="connsiteX6" fmla="*/ 0 w 1184275"/>
              <a:gd name="connsiteY6" fmla="*/ 0 h 2135531"/>
              <a:gd name="connsiteX7" fmla="*/ 644525 w 1184275"/>
              <a:gd name="connsiteY7" fmla="*/ 92075 h 2135531"/>
              <a:gd name="connsiteX8" fmla="*/ 825500 w 1184275"/>
              <a:gd name="connsiteY8" fmla="*/ 92075 h 2135531"/>
              <a:gd name="connsiteX9" fmla="*/ 1089025 w 1184275"/>
              <a:gd name="connsiteY9" fmla="*/ 63500 h 2135531"/>
              <a:gd name="connsiteX10" fmla="*/ 1165225 w 1184275"/>
              <a:gd name="connsiteY10" fmla="*/ 19050 h 2135531"/>
              <a:gd name="connsiteX0" fmla="*/ 1165225 w 1184275"/>
              <a:gd name="connsiteY0" fmla="*/ 19050 h 2135533"/>
              <a:gd name="connsiteX1" fmla="*/ 1184275 w 1184275"/>
              <a:gd name="connsiteY1" fmla="*/ 1828800 h 2135533"/>
              <a:gd name="connsiteX2" fmla="*/ 947420 w 1184275"/>
              <a:gd name="connsiteY2" fmla="*/ 2023434 h 2135533"/>
              <a:gd name="connsiteX3" fmla="*/ 604520 w 1184275"/>
              <a:gd name="connsiteY3" fmla="*/ 2135319 h 2135533"/>
              <a:gd name="connsiteX4" fmla="*/ 251460 w 1184275"/>
              <a:gd name="connsiteY4" fmla="*/ 2056871 h 2135533"/>
              <a:gd name="connsiteX5" fmla="*/ 22225 w 1184275"/>
              <a:gd name="connsiteY5" fmla="*/ 1816100 h 2135533"/>
              <a:gd name="connsiteX6" fmla="*/ 0 w 1184275"/>
              <a:gd name="connsiteY6" fmla="*/ 0 h 2135533"/>
              <a:gd name="connsiteX7" fmla="*/ 825500 w 1184275"/>
              <a:gd name="connsiteY7" fmla="*/ 92075 h 2135533"/>
              <a:gd name="connsiteX8" fmla="*/ 1089025 w 1184275"/>
              <a:gd name="connsiteY8" fmla="*/ 63500 h 2135533"/>
              <a:gd name="connsiteX9" fmla="*/ 1165225 w 1184275"/>
              <a:gd name="connsiteY9" fmla="*/ 19050 h 2135533"/>
              <a:gd name="connsiteX0" fmla="*/ 1165225 w 1184275"/>
              <a:gd name="connsiteY0" fmla="*/ 19050 h 2135531"/>
              <a:gd name="connsiteX1" fmla="*/ 1184275 w 1184275"/>
              <a:gd name="connsiteY1" fmla="*/ 1828800 h 2135531"/>
              <a:gd name="connsiteX2" fmla="*/ 947420 w 1184275"/>
              <a:gd name="connsiteY2" fmla="*/ 2023434 h 2135531"/>
              <a:gd name="connsiteX3" fmla="*/ 604520 w 1184275"/>
              <a:gd name="connsiteY3" fmla="*/ 2135319 h 2135531"/>
              <a:gd name="connsiteX4" fmla="*/ 251460 w 1184275"/>
              <a:gd name="connsiteY4" fmla="*/ 2056871 h 2135531"/>
              <a:gd name="connsiteX5" fmla="*/ 22225 w 1184275"/>
              <a:gd name="connsiteY5" fmla="*/ 1816100 h 2135531"/>
              <a:gd name="connsiteX6" fmla="*/ 0 w 1184275"/>
              <a:gd name="connsiteY6" fmla="*/ 0 h 2135531"/>
              <a:gd name="connsiteX7" fmla="*/ 1089025 w 1184275"/>
              <a:gd name="connsiteY7" fmla="*/ 63500 h 2135531"/>
              <a:gd name="connsiteX8" fmla="*/ 1165225 w 1184275"/>
              <a:gd name="connsiteY8" fmla="*/ 19050 h 2135531"/>
              <a:gd name="connsiteX0" fmla="*/ 1165225 w 1184275"/>
              <a:gd name="connsiteY0" fmla="*/ 19050 h 2135533"/>
              <a:gd name="connsiteX1" fmla="*/ 1184275 w 1184275"/>
              <a:gd name="connsiteY1" fmla="*/ 1828800 h 2135533"/>
              <a:gd name="connsiteX2" fmla="*/ 947420 w 1184275"/>
              <a:gd name="connsiteY2" fmla="*/ 2023434 h 2135533"/>
              <a:gd name="connsiteX3" fmla="*/ 604520 w 1184275"/>
              <a:gd name="connsiteY3" fmla="*/ 2135319 h 2135533"/>
              <a:gd name="connsiteX4" fmla="*/ 251460 w 1184275"/>
              <a:gd name="connsiteY4" fmla="*/ 2056871 h 2135533"/>
              <a:gd name="connsiteX5" fmla="*/ 22225 w 1184275"/>
              <a:gd name="connsiteY5" fmla="*/ 1816100 h 2135533"/>
              <a:gd name="connsiteX6" fmla="*/ 0 w 1184275"/>
              <a:gd name="connsiteY6" fmla="*/ 0 h 2135533"/>
              <a:gd name="connsiteX7" fmla="*/ 1165225 w 1184275"/>
              <a:gd name="connsiteY7" fmla="*/ 19050 h 2135533"/>
              <a:gd name="connsiteX0" fmla="*/ 1175385 w 1184275"/>
              <a:gd name="connsiteY0" fmla="*/ 0 h 2187091"/>
              <a:gd name="connsiteX1" fmla="*/ 1184275 w 1184275"/>
              <a:gd name="connsiteY1" fmla="*/ 1880360 h 2187091"/>
              <a:gd name="connsiteX2" fmla="*/ 947420 w 1184275"/>
              <a:gd name="connsiteY2" fmla="*/ 2074994 h 2187091"/>
              <a:gd name="connsiteX3" fmla="*/ 604520 w 1184275"/>
              <a:gd name="connsiteY3" fmla="*/ 2186879 h 2187091"/>
              <a:gd name="connsiteX4" fmla="*/ 251460 w 1184275"/>
              <a:gd name="connsiteY4" fmla="*/ 2108431 h 2187091"/>
              <a:gd name="connsiteX5" fmla="*/ 22225 w 1184275"/>
              <a:gd name="connsiteY5" fmla="*/ 1867660 h 2187091"/>
              <a:gd name="connsiteX6" fmla="*/ 0 w 1184275"/>
              <a:gd name="connsiteY6" fmla="*/ 51560 h 2187091"/>
              <a:gd name="connsiteX7" fmla="*/ 1175385 w 1184275"/>
              <a:gd name="connsiteY7" fmla="*/ 0 h 2187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4275" h="2187091">
                <a:moveTo>
                  <a:pt x="1175385" y="0"/>
                </a:moveTo>
                <a:cubicBezTo>
                  <a:pt x="1178348" y="626787"/>
                  <a:pt x="1181312" y="1253573"/>
                  <a:pt x="1184275" y="1880360"/>
                </a:cubicBezTo>
                <a:lnTo>
                  <a:pt x="947420" y="2074994"/>
                </a:lnTo>
                <a:cubicBezTo>
                  <a:pt x="833120" y="2112289"/>
                  <a:pt x="728980" y="2169758"/>
                  <a:pt x="604520" y="2186879"/>
                </a:cubicBezTo>
                <a:cubicBezTo>
                  <a:pt x="425873" y="2190991"/>
                  <a:pt x="369147" y="2134580"/>
                  <a:pt x="251460" y="2108431"/>
                </a:cubicBezTo>
                <a:lnTo>
                  <a:pt x="22225" y="1867660"/>
                </a:lnTo>
                <a:lnTo>
                  <a:pt x="0" y="51560"/>
                </a:lnTo>
                <a:lnTo>
                  <a:pt x="1175385" y="0"/>
                </a:lnTo>
                <a:close/>
              </a:path>
            </a:pathLst>
          </a:custGeom>
          <a:solidFill>
            <a:srgbClr val="FF0000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2" name="Freihandform 91"/>
          <p:cNvSpPr/>
          <p:nvPr/>
        </p:nvSpPr>
        <p:spPr>
          <a:xfrm>
            <a:off x="5640600" y="1752500"/>
            <a:ext cx="1169035" cy="887249"/>
          </a:xfrm>
          <a:custGeom>
            <a:avLst/>
            <a:gdLst>
              <a:gd name="connsiteX0" fmla="*/ 1165225 w 1184275"/>
              <a:gd name="connsiteY0" fmla="*/ 63500 h 1933575"/>
              <a:gd name="connsiteX1" fmla="*/ 1184275 w 1184275"/>
              <a:gd name="connsiteY1" fmla="*/ 1828800 h 1933575"/>
              <a:gd name="connsiteX2" fmla="*/ 952500 w 1184275"/>
              <a:gd name="connsiteY2" fmla="*/ 1892300 h 1933575"/>
              <a:gd name="connsiteX3" fmla="*/ 609600 w 1184275"/>
              <a:gd name="connsiteY3" fmla="*/ 1933575 h 1933575"/>
              <a:gd name="connsiteX4" fmla="*/ 266700 w 1184275"/>
              <a:gd name="connsiteY4" fmla="*/ 1895475 h 1933575"/>
              <a:gd name="connsiteX5" fmla="*/ 22225 w 1184275"/>
              <a:gd name="connsiteY5" fmla="*/ 1816100 h 1933575"/>
              <a:gd name="connsiteX6" fmla="*/ 0 w 1184275"/>
              <a:gd name="connsiteY6" fmla="*/ 0 h 1933575"/>
              <a:gd name="connsiteX7" fmla="*/ 133350 w 1184275"/>
              <a:gd name="connsiteY7" fmla="*/ 66675 h 1933575"/>
              <a:gd name="connsiteX8" fmla="*/ 349250 w 1184275"/>
              <a:gd name="connsiteY8" fmla="*/ 95250 h 1933575"/>
              <a:gd name="connsiteX9" fmla="*/ 644525 w 1184275"/>
              <a:gd name="connsiteY9" fmla="*/ 92075 h 1933575"/>
              <a:gd name="connsiteX10" fmla="*/ 825500 w 1184275"/>
              <a:gd name="connsiteY10" fmla="*/ 92075 h 1933575"/>
              <a:gd name="connsiteX11" fmla="*/ 1089025 w 1184275"/>
              <a:gd name="connsiteY11" fmla="*/ 63500 h 1933575"/>
              <a:gd name="connsiteX12" fmla="*/ 1165225 w 1184275"/>
              <a:gd name="connsiteY12" fmla="*/ 63500 h 1933575"/>
              <a:gd name="connsiteX0" fmla="*/ 1165225 w 1184275"/>
              <a:gd name="connsiteY0" fmla="*/ 44450 h 1933575"/>
              <a:gd name="connsiteX1" fmla="*/ 1184275 w 1184275"/>
              <a:gd name="connsiteY1" fmla="*/ 1828800 h 1933575"/>
              <a:gd name="connsiteX2" fmla="*/ 952500 w 1184275"/>
              <a:gd name="connsiteY2" fmla="*/ 1892300 h 1933575"/>
              <a:gd name="connsiteX3" fmla="*/ 609600 w 1184275"/>
              <a:gd name="connsiteY3" fmla="*/ 1933575 h 1933575"/>
              <a:gd name="connsiteX4" fmla="*/ 266700 w 1184275"/>
              <a:gd name="connsiteY4" fmla="*/ 1895475 h 1933575"/>
              <a:gd name="connsiteX5" fmla="*/ 22225 w 1184275"/>
              <a:gd name="connsiteY5" fmla="*/ 1816100 h 1933575"/>
              <a:gd name="connsiteX6" fmla="*/ 0 w 1184275"/>
              <a:gd name="connsiteY6" fmla="*/ 0 h 1933575"/>
              <a:gd name="connsiteX7" fmla="*/ 133350 w 1184275"/>
              <a:gd name="connsiteY7" fmla="*/ 66675 h 1933575"/>
              <a:gd name="connsiteX8" fmla="*/ 349250 w 1184275"/>
              <a:gd name="connsiteY8" fmla="*/ 95250 h 1933575"/>
              <a:gd name="connsiteX9" fmla="*/ 644525 w 1184275"/>
              <a:gd name="connsiteY9" fmla="*/ 92075 h 1933575"/>
              <a:gd name="connsiteX10" fmla="*/ 825500 w 1184275"/>
              <a:gd name="connsiteY10" fmla="*/ 92075 h 1933575"/>
              <a:gd name="connsiteX11" fmla="*/ 1089025 w 1184275"/>
              <a:gd name="connsiteY11" fmla="*/ 63500 h 1933575"/>
              <a:gd name="connsiteX12" fmla="*/ 1165225 w 1184275"/>
              <a:gd name="connsiteY12" fmla="*/ 44450 h 1933575"/>
              <a:gd name="connsiteX0" fmla="*/ 1165225 w 1184275"/>
              <a:gd name="connsiteY0" fmla="*/ 19050 h 1933575"/>
              <a:gd name="connsiteX1" fmla="*/ 1184275 w 1184275"/>
              <a:gd name="connsiteY1" fmla="*/ 1828800 h 1933575"/>
              <a:gd name="connsiteX2" fmla="*/ 952500 w 1184275"/>
              <a:gd name="connsiteY2" fmla="*/ 1892300 h 1933575"/>
              <a:gd name="connsiteX3" fmla="*/ 609600 w 1184275"/>
              <a:gd name="connsiteY3" fmla="*/ 1933575 h 1933575"/>
              <a:gd name="connsiteX4" fmla="*/ 266700 w 1184275"/>
              <a:gd name="connsiteY4" fmla="*/ 1895475 h 1933575"/>
              <a:gd name="connsiteX5" fmla="*/ 22225 w 1184275"/>
              <a:gd name="connsiteY5" fmla="*/ 1816100 h 1933575"/>
              <a:gd name="connsiteX6" fmla="*/ 0 w 1184275"/>
              <a:gd name="connsiteY6" fmla="*/ 0 h 1933575"/>
              <a:gd name="connsiteX7" fmla="*/ 133350 w 1184275"/>
              <a:gd name="connsiteY7" fmla="*/ 66675 h 1933575"/>
              <a:gd name="connsiteX8" fmla="*/ 349250 w 1184275"/>
              <a:gd name="connsiteY8" fmla="*/ 95250 h 1933575"/>
              <a:gd name="connsiteX9" fmla="*/ 644525 w 1184275"/>
              <a:gd name="connsiteY9" fmla="*/ 92075 h 1933575"/>
              <a:gd name="connsiteX10" fmla="*/ 825500 w 1184275"/>
              <a:gd name="connsiteY10" fmla="*/ 92075 h 1933575"/>
              <a:gd name="connsiteX11" fmla="*/ 1089025 w 1184275"/>
              <a:gd name="connsiteY11" fmla="*/ 63500 h 1933575"/>
              <a:gd name="connsiteX12" fmla="*/ 1165225 w 1184275"/>
              <a:gd name="connsiteY12" fmla="*/ 19050 h 1933575"/>
              <a:gd name="connsiteX0" fmla="*/ 1165225 w 1184275"/>
              <a:gd name="connsiteY0" fmla="*/ 19050 h 2056871"/>
              <a:gd name="connsiteX1" fmla="*/ 1184275 w 1184275"/>
              <a:gd name="connsiteY1" fmla="*/ 1828800 h 2056871"/>
              <a:gd name="connsiteX2" fmla="*/ 952500 w 1184275"/>
              <a:gd name="connsiteY2" fmla="*/ 1892300 h 2056871"/>
              <a:gd name="connsiteX3" fmla="*/ 609600 w 1184275"/>
              <a:gd name="connsiteY3" fmla="*/ 1933575 h 2056871"/>
              <a:gd name="connsiteX4" fmla="*/ 251460 w 1184275"/>
              <a:gd name="connsiteY4" fmla="*/ 2056871 h 2056871"/>
              <a:gd name="connsiteX5" fmla="*/ 22225 w 1184275"/>
              <a:gd name="connsiteY5" fmla="*/ 1816100 h 2056871"/>
              <a:gd name="connsiteX6" fmla="*/ 0 w 1184275"/>
              <a:gd name="connsiteY6" fmla="*/ 0 h 2056871"/>
              <a:gd name="connsiteX7" fmla="*/ 133350 w 1184275"/>
              <a:gd name="connsiteY7" fmla="*/ 66675 h 2056871"/>
              <a:gd name="connsiteX8" fmla="*/ 349250 w 1184275"/>
              <a:gd name="connsiteY8" fmla="*/ 95250 h 2056871"/>
              <a:gd name="connsiteX9" fmla="*/ 644525 w 1184275"/>
              <a:gd name="connsiteY9" fmla="*/ 92075 h 2056871"/>
              <a:gd name="connsiteX10" fmla="*/ 825500 w 1184275"/>
              <a:gd name="connsiteY10" fmla="*/ 92075 h 2056871"/>
              <a:gd name="connsiteX11" fmla="*/ 1089025 w 1184275"/>
              <a:gd name="connsiteY11" fmla="*/ 63500 h 2056871"/>
              <a:gd name="connsiteX12" fmla="*/ 1165225 w 1184275"/>
              <a:gd name="connsiteY12" fmla="*/ 19050 h 2056871"/>
              <a:gd name="connsiteX0" fmla="*/ 1165225 w 1184275"/>
              <a:gd name="connsiteY0" fmla="*/ 19050 h 2236191"/>
              <a:gd name="connsiteX1" fmla="*/ 1184275 w 1184275"/>
              <a:gd name="connsiteY1" fmla="*/ 1828800 h 2236191"/>
              <a:gd name="connsiteX2" fmla="*/ 952500 w 1184275"/>
              <a:gd name="connsiteY2" fmla="*/ 1892300 h 2236191"/>
              <a:gd name="connsiteX3" fmla="*/ 604520 w 1184275"/>
              <a:gd name="connsiteY3" fmla="*/ 2236191 h 2236191"/>
              <a:gd name="connsiteX4" fmla="*/ 251460 w 1184275"/>
              <a:gd name="connsiteY4" fmla="*/ 2056871 h 2236191"/>
              <a:gd name="connsiteX5" fmla="*/ 22225 w 1184275"/>
              <a:gd name="connsiteY5" fmla="*/ 1816100 h 2236191"/>
              <a:gd name="connsiteX6" fmla="*/ 0 w 1184275"/>
              <a:gd name="connsiteY6" fmla="*/ 0 h 2236191"/>
              <a:gd name="connsiteX7" fmla="*/ 133350 w 1184275"/>
              <a:gd name="connsiteY7" fmla="*/ 66675 h 2236191"/>
              <a:gd name="connsiteX8" fmla="*/ 349250 w 1184275"/>
              <a:gd name="connsiteY8" fmla="*/ 95250 h 2236191"/>
              <a:gd name="connsiteX9" fmla="*/ 644525 w 1184275"/>
              <a:gd name="connsiteY9" fmla="*/ 92075 h 2236191"/>
              <a:gd name="connsiteX10" fmla="*/ 825500 w 1184275"/>
              <a:gd name="connsiteY10" fmla="*/ 92075 h 2236191"/>
              <a:gd name="connsiteX11" fmla="*/ 1089025 w 1184275"/>
              <a:gd name="connsiteY11" fmla="*/ 63500 h 2236191"/>
              <a:gd name="connsiteX12" fmla="*/ 1165225 w 1184275"/>
              <a:gd name="connsiteY12" fmla="*/ 19050 h 2236191"/>
              <a:gd name="connsiteX0" fmla="*/ 1165225 w 1184275"/>
              <a:gd name="connsiteY0" fmla="*/ 19050 h 2236191"/>
              <a:gd name="connsiteX1" fmla="*/ 1184275 w 1184275"/>
              <a:gd name="connsiteY1" fmla="*/ 1828800 h 2236191"/>
              <a:gd name="connsiteX2" fmla="*/ 947420 w 1184275"/>
              <a:gd name="connsiteY2" fmla="*/ 2023434 h 2236191"/>
              <a:gd name="connsiteX3" fmla="*/ 604520 w 1184275"/>
              <a:gd name="connsiteY3" fmla="*/ 2236191 h 2236191"/>
              <a:gd name="connsiteX4" fmla="*/ 251460 w 1184275"/>
              <a:gd name="connsiteY4" fmla="*/ 2056871 h 2236191"/>
              <a:gd name="connsiteX5" fmla="*/ 22225 w 1184275"/>
              <a:gd name="connsiteY5" fmla="*/ 1816100 h 2236191"/>
              <a:gd name="connsiteX6" fmla="*/ 0 w 1184275"/>
              <a:gd name="connsiteY6" fmla="*/ 0 h 2236191"/>
              <a:gd name="connsiteX7" fmla="*/ 133350 w 1184275"/>
              <a:gd name="connsiteY7" fmla="*/ 66675 h 2236191"/>
              <a:gd name="connsiteX8" fmla="*/ 349250 w 1184275"/>
              <a:gd name="connsiteY8" fmla="*/ 95250 h 2236191"/>
              <a:gd name="connsiteX9" fmla="*/ 644525 w 1184275"/>
              <a:gd name="connsiteY9" fmla="*/ 92075 h 2236191"/>
              <a:gd name="connsiteX10" fmla="*/ 825500 w 1184275"/>
              <a:gd name="connsiteY10" fmla="*/ 92075 h 2236191"/>
              <a:gd name="connsiteX11" fmla="*/ 1089025 w 1184275"/>
              <a:gd name="connsiteY11" fmla="*/ 63500 h 2236191"/>
              <a:gd name="connsiteX12" fmla="*/ 1165225 w 1184275"/>
              <a:gd name="connsiteY12" fmla="*/ 19050 h 2236191"/>
              <a:gd name="connsiteX0" fmla="*/ 1165225 w 1184275"/>
              <a:gd name="connsiteY0" fmla="*/ 19050 h 2135319"/>
              <a:gd name="connsiteX1" fmla="*/ 1184275 w 1184275"/>
              <a:gd name="connsiteY1" fmla="*/ 1828800 h 2135319"/>
              <a:gd name="connsiteX2" fmla="*/ 947420 w 1184275"/>
              <a:gd name="connsiteY2" fmla="*/ 2023434 h 2135319"/>
              <a:gd name="connsiteX3" fmla="*/ 604520 w 1184275"/>
              <a:gd name="connsiteY3" fmla="*/ 2135319 h 2135319"/>
              <a:gd name="connsiteX4" fmla="*/ 251460 w 1184275"/>
              <a:gd name="connsiteY4" fmla="*/ 2056871 h 2135319"/>
              <a:gd name="connsiteX5" fmla="*/ 22225 w 1184275"/>
              <a:gd name="connsiteY5" fmla="*/ 1816100 h 2135319"/>
              <a:gd name="connsiteX6" fmla="*/ 0 w 1184275"/>
              <a:gd name="connsiteY6" fmla="*/ 0 h 2135319"/>
              <a:gd name="connsiteX7" fmla="*/ 133350 w 1184275"/>
              <a:gd name="connsiteY7" fmla="*/ 66675 h 2135319"/>
              <a:gd name="connsiteX8" fmla="*/ 349250 w 1184275"/>
              <a:gd name="connsiteY8" fmla="*/ 95250 h 2135319"/>
              <a:gd name="connsiteX9" fmla="*/ 644525 w 1184275"/>
              <a:gd name="connsiteY9" fmla="*/ 92075 h 2135319"/>
              <a:gd name="connsiteX10" fmla="*/ 825500 w 1184275"/>
              <a:gd name="connsiteY10" fmla="*/ 92075 h 2135319"/>
              <a:gd name="connsiteX11" fmla="*/ 1089025 w 1184275"/>
              <a:gd name="connsiteY11" fmla="*/ 63500 h 2135319"/>
              <a:gd name="connsiteX12" fmla="*/ 1165225 w 1184275"/>
              <a:gd name="connsiteY12" fmla="*/ 19050 h 2135319"/>
              <a:gd name="connsiteX0" fmla="*/ 1165225 w 1184275"/>
              <a:gd name="connsiteY0" fmla="*/ 19050 h 2135531"/>
              <a:gd name="connsiteX1" fmla="*/ 1184275 w 1184275"/>
              <a:gd name="connsiteY1" fmla="*/ 1828800 h 2135531"/>
              <a:gd name="connsiteX2" fmla="*/ 947420 w 1184275"/>
              <a:gd name="connsiteY2" fmla="*/ 2023434 h 2135531"/>
              <a:gd name="connsiteX3" fmla="*/ 604520 w 1184275"/>
              <a:gd name="connsiteY3" fmla="*/ 2135319 h 2135531"/>
              <a:gd name="connsiteX4" fmla="*/ 251460 w 1184275"/>
              <a:gd name="connsiteY4" fmla="*/ 2056871 h 2135531"/>
              <a:gd name="connsiteX5" fmla="*/ 22225 w 1184275"/>
              <a:gd name="connsiteY5" fmla="*/ 1816100 h 2135531"/>
              <a:gd name="connsiteX6" fmla="*/ 0 w 1184275"/>
              <a:gd name="connsiteY6" fmla="*/ 0 h 2135531"/>
              <a:gd name="connsiteX7" fmla="*/ 133350 w 1184275"/>
              <a:gd name="connsiteY7" fmla="*/ 66675 h 2135531"/>
              <a:gd name="connsiteX8" fmla="*/ 349250 w 1184275"/>
              <a:gd name="connsiteY8" fmla="*/ 95250 h 2135531"/>
              <a:gd name="connsiteX9" fmla="*/ 644525 w 1184275"/>
              <a:gd name="connsiteY9" fmla="*/ 92075 h 2135531"/>
              <a:gd name="connsiteX10" fmla="*/ 825500 w 1184275"/>
              <a:gd name="connsiteY10" fmla="*/ 92075 h 2135531"/>
              <a:gd name="connsiteX11" fmla="*/ 1089025 w 1184275"/>
              <a:gd name="connsiteY11" fmla="*/ 63500 h 2135531"/>
              <a:gd name="connsiteX12" fmla="*/ 1165225 w 1184275"/>
              <a:gd name="connsiteY12" fmla="*/ 19050 h 2135531"/>
              <a:gd name="connsiteX0" fmla="*/ 1165225 w 1184275"/>
              <a:gd name="connsiteY0" fmla="*/ 19050 h 2135533"/>
              <a:gd name="connsiteX1" fmla="*/ 1184275 w 1184275"/>
              <a:gd name="connsiteY1" fmla="*/ 1828800 h 2135533"/>
              <a:gd name="connsiteX2" fmla="*/ 947420 w 1184275"/>
              <a:gd name="connsiteY2" fmla="*/ 2023434 h 2135533"/>
              <a:gd name="connsiteX3" fmla="*/ 604520 w 1184275"/>
              <a:gd name="connsiteY3" fmla="*/ 2135319 h 2135533"/>
              <a:gd name="connsiteX4" fmla="*/ 251460 w 1184275"/>
              <a:gd name="connsiteY4" fmla="*/ 2056871 h 2135533"/>
              <a:gd name="connsiteX5" fmla="*/ 22225 w 1184275"/>
              <a:gd name="connsiteY5" fmla="*/ 1816100 h 2135533"/>
              <a:gd name="connsiteX6" fmla="*/ 0 w 1184275"/>
              <a:gd name="connsiteY6" fmla="*/ 0 h 2135533"/>
              <a:gd name="connsiteX7" fmla="*/ 133350 w 1184275"/>
              <a:gd name="connsiteY7" fmla="*/ 66675 h 2135533"/>
              <a:gd name="connsiteX8" fmla="*/ 349250 w 1184275"/>
              <a:gd name="connsiteY8" fmla="*/ 95250 h 2135533"/>
              <a:gd name="connsiteX9" fmla="*/ 644525 w 1184275"/>
              <a:gd name="connsiteY9" fmla="*/ 92075 h 2135533"/>
              <a:gd name="connsiteX10" fmla="*/ 825500 w 1184275"/>
              <a:gd name="connsiteY10" fmla="*/ 92075 h 2135533"/>
              <a:gd name="connsiteX11" fmla="*/ 1089025 w 1184275"/>
              <a:gd name="connsiteY11" fmla="*/ 63500 h 2135533"/>
              <a:gd name="connsiteX12" fmla="*/ 1165225 w 1184275"/>
              <a:gd name="connsiteY12" fmla="*/ 19050 h 2135533"/>
              <a:gd name="connsiteX0" fmla="*/ 1165225 w 1184275"/>
              <a:gd name="connsiteY0" fmla="*/ 19050 h 2135531"/>
              <a:gd name="connsiteX1" fmla="*/ 1184275 w 1184275"/>
              <a:gd name="connsiteY1" fmla="*/ 1828800 h 2135531"/>
              <a:gd name="connsiteX2" fmla="*/ 947420 w 1184275"/>
              <a:gd name="connsiteY2" fmla="*/ 2023434 h 2135531"/>
              <a:gd name="connsiteX3" fmla="*/ 604520 w 1184275"/>
              <a:gd name="connsiteY3" fmla="*/ 2135319 h 2135531"/>
              <a:gd name="connsiteX4" fmla="*/ 251460 w 1184275"/>
              <a:gd name="connsiteY4" fmla="*/ 2056871 h 2135531"/>
              <a:gd name="connsiteX5" fmla="*/ 22225 w 1184275"/>
              <a:gd name="connsiteY5" fmla="*/ 1816100 h 2135531"/>
              <a:gd name="connsiteX6" fmla="*/ 0 w 1184275"/>
              <a:gd name="connsiteY6" fmla="*/ 0 h 2135531"/>
              <a:gd name="connsiteX7" fmla="*/ 133350 w 1184275"/>
              <a:gd name="connsiteY7" fmla="*/ 66675 h 2135531"/>
              <a:gd name="connsiteX8" fmla="*/ 354330 w 1184275"/>
              <a:gd name="connsiteY8" fmla="*/ 54902 h 2135531"/>
              <a:gd name="connsiteX9" fmla="*/ 644525 w 1184275"/>
              <a:gd name="connsiteY9" fmla="*/ 92075 h 2135531"/>
              <a:gd name="connsiteX10" fmla="*/ 825500 w 1184275"/>
              <a:gd name="connsiteY10" fmla="*/ 92075 h 2135531"/>
              <a:gd name="connsiteX11" fmla="*/ 1089025 w 1184275"/>
              <a:gd name="connsiteY11" fmla="*/ 63500 h 2135531"/>
              <a:gd name="connsiteX12" fmla="*/ 1165225 w 1184275"/>
              <a:gd name="connsiteY12" fmla="*/ 19050 h 2135531"/>
              <a:gd name="connsiteX0" fmla="*/ 1165225 w 1184275"/>
              <a:gd name="connsiteY0" fmla="*/ 19050 h 2135533"/>
              <a:gd name="connsiteX1" fmla="*/ 1184275 w 1184275"/>
              <a:gd name="connsiteY1" fmla="*/ 1828800 h 2135533"/>
              <a:gd name="connsiteX2" fmla="*/ 947420 w 1184275"/>
              <a:gd name="connsiteY2" fmla="*/ 2023434 h 2135533"/>
              <a:gd name="connsiteX3" fmla="*/ 604520 w 1184275"/>
              <a:gd name="connsiteY3" fmla="*/ 2135319 h 2135533"/>
              <a:gd name="connsiteX4" fmla="*/ 251460 w 1184275"/>
              <a:gd name="connsiteY4" fmla="*/ 2056871 h 2135533"/>
              <a:gd name="connsiteX5" fmla="*/ 22225 w 1184275"/>
              <a:gd name="connsiteY5" fmla="*/ 1816100 h 2135533"/>
              <a:gd name="connsiteX6" fmla="*/ 0 w 1184275"/>
              <a:gd name="connsiteY6" fmla="*/ 0 h 2135533"/>
              <a:gd name="connsiteX7" fmla="*/ 133350 w 1184275"/>
              <a:gd name="connsiteY7" fmla="*/ 66675 h 2135533"/>
              <a:gd name="connsiteX8" fmla="*/ 644525 w 1184275"/>
              <a:gd name="connsiteY8" fmla="*/ 92075 h 2135533"/>
              <a:gd name="connsiteX9" fmla="*/ 825500 w 1184275"/>
              <a:gd name="connsiteY9" fmla="*/ 92075 h 2135533"/>
              <a:gd name="connsiteX10" fmla="*/ 1089025 w 1184275"/>
              <a:gd name="connsiteY10" fmla="*/ 63500 h 2135533"/>
              <a:gd name="connsiteX11" fmla="*/ 1165225 w 1184275"/>
              <a:gd name="connsiteY11" fmla="*/ 19050 h 2135533"/>
              <a:gd name="connsiteX0" fmla="*/ 1165225 w 1184275"/>
              <a:gd name="connsiteY0" fmla="*/ 19050 h 2135531"/>
              <a:gd name="connsiteX1" fmla="*/ 1184275 w 1184275"/>
              <a:gd name="connsiteY1" fmla="*/ 1828800 h 2135531"/>
              <a:gd name="connsiteX2" fmla="*/ 947420 w 1184275"/>
              <a:gd name="connsiteY2" fmla="*/ 2023434 h 2135531"/>
              <a:gd name="connsiteX3" fmla="*/ 604520 w 1184275"/>
              <a:gd name="connsiteY3" fmla="*/ 2135319 h 2135531"/>
              <a:gd name="connsiteX4" fmla="*/ 251460 w 1184275"/>
              <a:gd name="connsiteY4" fmla="*/ 2056871 h 2135531"/>
              <a:gd name="connsiteX5" fmla="*/ 22225 w 1184275"/>
              <a:gd name="connsiteY5" fmla="*/ 1816100 h 2135531"/>
              <a:gd name="connsiteX6" fmla="*/ 0 w 1184275"/>
              <a:gd name="connsiteY6" fmla="*/ 0 h 2135531"/>
              <a:gd name="connsiteX7" fmla="*/ 644525 w 1184275"/>
              <a:gd name="connsiteY7" fmla="*/ 92075 h 2135531"/>
              <a:gd name="connsiteX8" fmla="*/ 825500 w 1184275"/>
              <a:gd name="connsiteY8" fmla="*/ 92075 h 2135531"/>
              <a:gd name="connsiteX9" fmla="*/ 1089025 w 1184275"/>
              <a:gd name="connsiteY9" fmla="*/ 63500 h 2135531"/>
              <a:gd name="connsiteX10" fmla="*/ 1165225 w 1184275"/>
              <a:gd name="connsiteY10" fmla="*/ 19050 h 2135531"/>
              <a:gd name="connsiteX0" fmla="*/ 1165225 w 1184275"/>
              <a:gd name="connsiteY0" fmla="*/ 19050 h 2135533"/>
              <a:gd name="connsiteX1" fmla="*/ 1184275 w 1184275"/>
              <a:gd name="connsiteY1" fmla="*/ 1828800 h 2135533"/>
              <a:gd name="connsiteX2" fmla="*/ 947420 w 1184275"/>
              <a:gd name="connsiteY2" fmla="*/ 2023434 h 2135533"/>
              <a:gd name="connsiteX3" fmla="*/ 604520 w 1184275"/>
              <a:gd name="connsiteY3" fmla="*/ 2135319 h 2135533"/>
              <a:gd name="connsiteX4" fmla="*/ 251460 w 1184275"/>
              <a:gd name="connsiteY4" fmla="*/ 2056871 h 2135533"/>
              <a:gd name="connsiteX5" fmla="*/ 22225 w 1184275"/>
              <a:gd name="connsiteY5" fmla="*/ 1816100 h 2135533"/>
              <a:gd name="connsiteX6" fmla="*/ 0 w 1184275"/>
              <a:gd name="connsiteY6" fmla="*/ 0 h 2135533"/>
              <a:gd name="connsiteX7" fmla="*/ 825500 w 1184275"/>
              <a:gd name="connsiteY7" fmla="*/ 92075 h 2135533"/>
              <a:gd name="connsiteX8" fmla="*/ 1089025 w 1184275"/>
              <a:gd name="connsiteY8" fmla="*/ 63500 h 2135533"/>
              <a:gd name="connsiteX9" fmla="*/ 1165225 w 1184275"/>
              <a:gd name="connsiteY9" fmla="*/ 19050 h 2135533"/>
              <a:gd name="connsiteX0" fmla="*/ 1165225 w 1184275"/>
              <a:gd name="connsiteY0" fmla="*/ 19050 h 2135531"/>
              <a:gd name="connsiteX1" fmla="*/ 1184275 w 1184275"/>
              <a:gd name="connsiteY1" fmla="*/ 1828800 h 2135531"/>
              <a:gd name="connsiteX2" fmla="*/ 947420 w 1184275"/>
              <a:gd name="connsiteY2" fmla="*/ 2023434 h 2135531"/>
              <a:gd name="connsiteX3" fmla="*/ 604520 w 1184275"/>
              <a:gd name="connsiteY3" fmla="*/ 2135319 h 2135531"/>
              <a:gd name="connsiteX4" fmla="*/ 251460 w 1184275"/>
              <a:gd name="connsiteY4" fmla="*/ 2056871 h 2135531"/>
              <a:gd name="connsiteX5" fmla="*/ 22225 w 1184275"/>
              <a:gd name="connsiteY5" fmla="*/ 1816100 h 2135531"/>
              <a:gd name="connsiteX6" fmla="*/ 0 w 1184275"/>
              <a:gd name="connsiteY6" fmla="*/ 0 h 2135531"/>
              <a:gd name="connsiteX7" fmla="*/ 1089025 w 1184275"/>
              <a:gd name="connsiteY7" fmla="*/ 63500 h 2135531"/>
              <a:gd name="connsiteX8" fmla="*/ 1165225 w 1184275"/>
              <a:gd name="connsiteY8" fmla="*/ 19050 h 2135531"/>
              <a:gd name="connsiteX0" fmla="*/ 1165225 w 1184275"/>
              <a:gd name="connsiteY0" fmla="*/ 19050 h 2135533"/>
              <a:gd name="connsiteX1" fmla="*/ 1184275 w 1184275"/>
              <a:gd name="connsiteY1" fmla="*/ 1828800 h 2135533"/>
              <a:gd name="connsiteX2" fmla="*/ 947420 w 1184275"/>
              <a:gd name="connsiteY2" fmla="*/ 2023434 h 2135533"/>
              <a:gd name="connsiteX3" fmla="*/ 604520 w 1184275"/>
              <a:gd name="connsiteY3" fmla="*/ 2135319 h 2135533"/>
              <a:gd name="connsiteX4" fmla="*/ 251460 w 1184275"/>
              <a:gd name="connsiteY4" fmla="*/ 2056871 h 2135533"/>
              <a:gd name="connsiteX5" fmla="*/ 22225 w 1184275"/>
              <a:gd name="connsiteY5" fmla="*/ 1816100 h 2135533"/>
              <a:gd name="connsiteX6" fmla="*/ 0 w 1184275"/>
              <a:gd name="connsiteY6" fmla="*/ 0 h 2135533"/>
              <a:gd name="connsiteX7" fmla="*/ 1165225 w 1184275"/>
              <a:gd name="connsiteY7" fmla="*/ 19050 h 2135533"/>
              <a:gd name="connsiteX0" fmla="*/ 1175385 w 1184275"/>
              <a:gd name="connsiteY0" fmla="*/ 0 h 2187091"/>
              <a:gd name="connsiteX1" fmla="*/ 1184275 w 1184275"/>
              <a:gd name="connsiteY1" fmla="*/ 1880360 h 2187091"/>
              <a:gd name="connsiteX2" fmla="*/ 947420 w 1184275"/>
              <a:gd name="connsiteY2" fmla="*/ 2074994 h 2187091"/>
              <a:gd name="connsiteX3" fmla="*/ 604520 w 1184275"/>
              <a:gd name="connsiteY3" fmla="*/ 2186879 h 2187091"/>
              <a:gd name="connsiteX4" fmla="*/ 251460 w 1184275"/>
              <a:gd name="connsiteY4" fmla="*/ 2108431 h 2187091"/>
              <a:gd name="connsiteX5" fmla="*/ 22225 w 1184275"/>
              <a:gd name="connsiteY5" fmla="*/ 1867660 h 2187091"/>
              <a:gd name="connsiteX6" fmla="*/ 0 w 1184275"/>
              <a:gd name="connsiteY6" fmla="*/ 51560 h 2187091"/>
              <a:gd name="connsiteX7" fmla="*/ 1175385 w 1184275"/>
              <a:gd name="connsiteY7" fmla="*/ 0 h 2187091"/>
              <a:gd name="connsiteX0" fmla="*/ 1175385 w 1184275"/>
              <a:gd name="connsiteY0" fmla="*/ 0 h 2197180"/>
              <a:gd name="connsiteX1" fmla="*/ 1184275 w 1184275"/>
              <a:gd name="connsiteY1" fmla="*/ 1890447 h 2197180"/>
              <a:gd name="connsiteX2" fmla="*/ 947420 w 1184275"/>
              <a:gd name="connsiteY2" fmla="*/ 2085081 h 2197180"/>
              <a:gd name="connsiteX3" fmla="*/ 604520 w 1184275"/>
              <a:gd name="connsiteY3" fmla="*/ 2196966 h 2197180"/>
              <a:gd name="connsiteX4" fmla="*/ 251460 w 1184275"/>
              <a:gd name="connsiteY4" fmla="*/ 2118518 h 2197180"/>
              <a:gd name="connsiteX5" fmla="*/ 22225 w 1184275"/>
              <a:gd name="connsiteY5" fmla="*/ 1877747 h 2197180"/>
              <a:gd name="connsiteX6" fmla="*/ 0 w 1184275"/>
              <a:gd name="connsiteY6" fmla="*/ 61647 h 2197180"/>
              <a:gd name="connsiteX7" fmla="*/ 1175385 w 1184275"/>
              <a:gd name="connsiteY7" fmla="*/ 0 h 2197180"/>
              <a:gd name="connsiteX0" fmla="*/ 1175385 w 1184275"/>
              <a:gd name="connsiteY0" fmla="*/ 0 h 2197178"/>
              <a:gd name="connsiteX1" fmla="*/ 1184275 w 1184275"/>
              <a:gd name="connsiteY1" fmla="*/ 1890447 h 2197178"/>
              <a:gd name="connsiteX2" fmla="*/ 947420 w 1184275"/>
              <a:gd name="connsiteY2" fmla="*/ 2085081 h 2197178"/>
              <a:gd name="connsiteX3" fmla="*/ 604520 w 1184275"/>
              <a:gd name="connsiteY3" fmla="*/ 2196966 h 2197178"/>
              <a:gd name="connsiteX4" fmla="*/ 251460 w 1184275"/>
              <a:gd name="connsiteY4" fmla="*/ 2118518 h 2197178"/>
              <a:gd name="connsiteX5" fmla="*/ 22225 w 1184275"/>
              <a:gd name="connsiteY5" fmla="*/ 2140015 h 2197178"/>
              <a:gd name="connsiteX6" fmla="*/ 0 w 1184275"/>
              <a:gd name="connsiteY6" fmla="*/ 61647 h 2197178"/>
              <a:gd name="connsiteX7" fmla="*/ 1175385 w 1184275"/>
              <a:gd name="connsiteY7" fmla="*/ 0 h 2197178"/>
              <a:gd name="connsiteX0" fmla="*/ 1175385 w 1184275"/>
              <a:gd name="connsiteY0" fmla="*/ 0 h 2274377"/>
              <a:gd name="connsiteX1" fmla="*/ 1184275 w 1184275"/>
              <a:gd name="connsiteY1" fmla="*/ 1890447 h 2274377"/>
              <a:gd name="connsiteX2" fmla="*/ 947420 w 1184275"/>
              <a:gd name="connsiteY2" fmla="*/ 2085081 h 2274377"/>
              <a:gd name="connsiteX3" fmla="*/ 604520 w 1184275"/>
              <a:gd name="connsiteY3" fmla="*/ 2196966 h 2274377"/>
              <a:gd name="connsiteX4" fmla="*/ 251460 w 1184275"/>
              <a:gd name="connsiteY4" fmla="*/ 2269826 h 2274377"/>
              <a:gd name="connsiteX5" fmla="*/ 22225 w 1184275"/>
              <a:gd name="connsiteY5" fmla="*/ 2140015 h 2274377"/>
              <a:gd name="connsiteX6" fmla="*/ 0 w 1184275"/>
              <a:gd name="connsiteY6" fmla="*/ 61647 h 2274377"/>
              <a:gd name="connsiteX7" fmla="*/ 1175385 w 1184275"/>
              <a:gd name="connsiteY7" fmla="*/ 0 h 2274377"/>
              <a:gd name="connsiteX0" fmla="*/ 1175385 w 1184275"/>
              <a:gd name="connsiteY0" fmla="*/ 0 h 2290781"/>
              <a:gd name="connsiteX1" fmla="*/ 1184275 w 1184275"/>
              <a:gd name="connsiteY1" fmla="*/ 1890447 h 2290781"/>
              <a:gd name="connsiteX2" fmla="*/ 947420 w 1184275"/>
              <a:gd name="connsiteY2" fmla="*/ 2085081 h 2290781"/>
              <a:gd name="connsiteX3" fmla="*/ 604520 w 1184275"/>
              <a:gd name="connsiteY3" fmla="*/ 2287750 h 2290781"/>
              <a:gd name="connsiteX4" fmla="*/ 251460 w 1184275"/>
              <a:gd name="connsiteY4" fmla="*/ 2269826 h 2290781"/>
              <a:gd name="connsiteX5" fmla="*/ 22225 w 1184275"/>
              <a:gd name="connsiteY5" fmla="*/ 2140015 h 2290781"/>
              <a:gd name="connsiteX6" fmla="*/ 0 w 1184275"/>
              <a:gd name="connsiteY6" fmla="*/ 61647 h 2290781"/>
              <a:gd name="connsiteX7" fmla="*/ 1175385 w 1184275"/>
              <a:gd name="connsiteY7" fmla="*/ 0 h 2290781"/>
              <a:gd name="connsiteX0" fmla="*/ 1175385 w 1184275"/>
              <a:gd name="connsiteY0" fmla="*/ 0 h 2290781"/>
              <a:gd name="connsiteX1" fmla="*/ 1184275 w 1184275"/>
              <a:gd name="connsiteY1" fmla="*/ 1890447 h 2290781"/>
              <a:gd name="connsiteX2" fmla="*/ 962660 w 1184275"/>
              <a:gd name="connsiteY2" fmla="*/ 2196041 h 2290781"/>
              <a:gd name="connsiteX3" fmla="*/ 604520 w 1184275"/>
              <a:gd name="connsiteY3" fmla="*/ 2287750 h 2290781"/>
              <a:gd name="connsiteX4" fmla="*/ 251460 w 1184275"/>
              <a:gd name="connsiteY4" fmla="*/ 2269826 h 2290781"/>
              <a:gd name="connsiteX5" fmla="*/ 22225 w 1184275"/>
              <a:gd name="connsiteY5" fmla="*/ 2140015 h 2290781"/>
              <a:gd name="connsiteX6" fmla="*/ 0 w 1184275"/>
              <a:gd name="connsiteY6" fmla="*/ 61647 h 2290781"/>
              <a:gd name="connsiteX7" fmla="*/ 1175385 w 1184275"/>
              <a:gd name="connsiteY7" fmla="*/ 0 h 2290781"/>
              <a:gd name="connsiteX0" fmla="*/ 1175385 w 1184275"/>
              <a:gd name="connsiteY0" fmla="*/ 0 h 2290781"/>
              <a:gd name="connsiteX1" fmla="*/ 1184275 w 1184275"/>
              <a:gd name="connsiteY1" fmla="*/ 2051843 h 2290781"/>
              <a:gd name="connsiteX2" fmla="*/ 962660 w 1184275"/>
              <a:gd name="connsiteY2" fmla="*/ 2196041 h 2290781"/>
              <a:gd name="connsiteX3" fmla="*/ 604520 w 1184275"/>
              <a:gd name="connsiteY3" fmla="*/ 2287750 h 2290781"/>
              <a:gd name="connsiteX4" fmla="*/ 251460 w 1184275"/>
              <a:gd name="connsiteY4" fmla="*/ 2269826 h 2290781"/>
              <a:gd name="connsiteX5" fmla="*/ 22225 w 1184275"/>
              <a:gd name="connsiteY5" fmla="*/ 2140015 h 2290781"/>
              <a:gd name="connsiteX6" fmla="*/ 0 w 1184275"/>
              <a:gd name="connsiteY6" fmla="*/ 61647 h 2290781"/>
              <a:gd name="connsiteX7" fmla="*/ 1175385 w 1184275"/>
              <a:gd name="connsiteY7" fmla="*/ 0 h 2290781"/>
              <a:gd name="connsiteX0" fmla="*/ 1175385 w 1184275"/>
              <a:gd name="connsiteY0" fmla="*/ 0 h 2290781"/>
              <a:gd name="connsiteX1" fmla="*/ 1184275 w 1184275"/>
              <a:gd name="connsiteY1" fmla="*/ 2051843 h 2290781"/>
              <a:gd name="connsiteX2" fmla="*/ 962660 w 1184275"/>
              <a:gd name="connsiteY2" fmla="*/ 2196041 h 2290781"/>
              <a:gd name="connsiteX3" fmla="*/ 604520 w 1184275"/>
              <a:gd name="connsiteY3" fmla="*/ 2287750 h 2290781"/>
              <a:gd name="connsiteX4" fmla="*/ 251460 w 1184275"/>
              <a:gd name="connsiteY4" fmla="*/ 2269826 h 2290781"/>
              <a:gd name="connsiteX5" fmla="*/ 22225 w 1184275"/>
              <a:gd name="connsiteY5" fmla="*/ 1857573 h 2290781"/>
              <a:gd name="connsiteX6" fmla="*/ 0 w 1184275"/>
              <a:gd name="connsiteY6" fmla="*/ 61647 h 2290781"/>
              <a:gd name="connsiteX7" fmla="*/ 1175385 w 1184275"/>
              <a:gd name="connsiteY7" fmla="*/ 0 h 2290781"/>
              <a:gd name="connsiteX0" fmla="*/ 1175385 w 1184275"/>
              <a:gd name="connsiteY0" fmla="*/ 0 h 2287787"/>
              <a:gd name="connsiteX1" fmla="*/ 1184275 w 1184275"/>
              <a:gd name="connsiteY1" fmla="*/ 2051843 h 2287787"/>
              <a:gd name="connsiteX2" fmla="*/ 962660 w 1184275"/>
              <a:gd name="connsiteY2" fmla="*/ 2196041 h 2287787"/>
              <a:gd name="connsiteX3" fmla="*/ 604520 w 1184275"/>
              <a:gd name="connsiteY3" fmla="*/ 2287750 h 2287787"/>
              <a:gd name="connsiteX4" fmla="*/ 276860 w 1184275"/>
              <a:gd name="connsiteY4" fmla="*/ 1916774 h 2287787"/>
              <a:gd name="connsiteX5" fmla="*/ 22225 w 1184275"/>
              <a:gd name="connsiteY5" fmla="*/ 1857573 h 2287787"/>
              <a:gd name="connsiteX6" fmla="*/ 0 w 1184275"/>
              <a:gd name="connsiteY6" fmla="*/ 61647 h 2287787"/>
              <a:gd name="connsiteX7" fmla="*/ 1175385 w 1184275"/>
              <a:gd name="connsiteY7" fmla="*/ 0 h 2287787"/>
              <a:gd name="connsiteX0" fmla="*/ 1175385 w 1184275"/>
              <a:gd name="connsiteY0" fmla="*/ 0 h 2287749"/>
              <a:gd name="connsiteX1" fmla="*/ 1184275 w 1184275"/>
              <a:gd name="connsiteY1" fmla="*/ 2051843 h 2287749"/>
              <a:gd name="connsiteX2" fmla="*/ 962660 w 1184275"/>
              <a:gd name="connsiteY2" fmla="*/ 2196041 h 2287749"/>
              <a:gd name="connsiteX3" fmla="*/ 604520 w 1184275"/>
              <a:gd name="connsiteY3" fmla="*/ 2287750 h 2287749"/>
              <a:gd name="connsiteX4" fmla="*/ 22225 w 1184275"/>
              <a:gd name="connsiteY4" fmla="*/ 1857573 h 2287749"/>
              <a:gd name="connsiteX5" fmla="*/ 0 w 1184275"/>
              <a:gd name="connsiteY5" fmla="*/ 61647 h 2287749"/>
              <a:gd name="connsiteX6" fmla="*/ 1175385 w 1184275"/>
              <a:gd name="connsiteY6" fmla="*/ 0 h 2287749"/>
              <a:gd name="connsiteX0" fmla="*/ 1175385 w 1184275"/>
              <a:gd name="connsiteY0" fmla="*/ 0 h 2196041"/>
              <a:gd name="connsiteX1" fmla="*/ 1184275 w 1184275"/>
              <a:gd name="connsiteY1" fmla="*/ 2051843 h 2196041"/>
              <a:gd name="connsiteX2" fmla="*/ 962660 w 1184275"/>
              <a:gd name="connsiteY2" fmla="*/ 2196041 h 2196041"/>
              <a:gd name="connsiteX3" fmla="*/ 22225 w 1184275"/>
              <a:gd name="connsiteY3" fmla="*/ 1857573 h 2196041"/>
              <a:gd name="connsiteX4" fmla="*/ 0 w 1184275"/>
              <a:gd name="connsiteY4" fmla="*/ 61647 h 2196041"/>
              <a:gd name="connsiteX5" fmla="*/ 1175385 w 1184275"/>
              <a:gd name="connsiteY5" fmla="*/ 0 h 2196041"/>
              <a:gd name="connsiteX0" fmla="*/ 1175385 w 1184275"/>
              <a:gd name="connsiteY0" fmla="*/ 0 h 2051844"/>
              <a:gd name="connsiteX1" fmla="*/ 1184275 w 1184275"/>
              <a:gd name="connsiteY1" fmla="*/ 2051843 h 2051844"/>
              <a:gd name="connsiteX2" fmla="*/ 22225 w 1184275"/>
              <a:gd name="connsiteY2" fmla="*/ 1857573 h 2051844"/>
              <a:gd name="connsiteX3" fmla="*/ 0 w 1184275"/>
              <a:gd name="connsiteY3" fmla="*/ 61647 h 2051844"/>
              <a:gd name="connsiteX4" fmla="*/ 1175385 w 1184275"/>
              <a:gd name="connsiteY4" fmla="*/ 0 h 2051844"/>
              <a:gd name="connsiteX0" fmla="*/ 1175385 w 1194435"/>
              <a:gd name="connsiteY0" fmla="*/ 0 h 1857574"/>
              <a:gd name="connsiteX1" fmla="*/ 1194435 w 1194435"/>
              <a:gd name="connsiteY1" fmla="*/ 1759315 h 1857574"/>
              <a:gd name="connsiteX2" fmla="*/ 22225 w 1194435"/>
              <a:gd name="connsiteY2" fmla="*/ 1857573 h 1857574"/>
              <a:gd name="connsiteX3" fmla="*/ 0 w 1194435"/>
              <a:gd name="connsiteY3" fmla="*/ 61647 h 1857574"/>
              <a:gd name="connsiteX4" fmla="*/ 1175385 w 1194435"/>
              <a:gd name="connsiteY4" fmla="*/ 0 h 1857574"/>
              <a:gd name="connsiteX0" fmla="*/ 1175385 w 1194435"/>
              <a:gd name="connsiteY0" fmla="*/ 0 h 1759315"/>
              <a:gd name="connsiteX1" fmla="*/ 1194435 w 1194435"/>
              <a:gd name="connsiteY1" fmla="*/ 1759315 h 1759315"/>
              <a:gd name="connsiteX2" fmla="*/ 6985 w 1194435"/>
              <a:gd name="connsiteY2" fmla="*/ 1736527 h 1759315"/>
              <a:gd name="connsiteX3" fmla="*/ 0 w 1194435"/>
              <a:gd name="connsiteY3" fmla="*/ 61647 h 1759315"/>
              <a:gd name="connsiteX4" fmla="*/ 1175385 w 1194435"/>
              <a:gd name="connsiteY4" fmla="*/ 0 h 1759315"/>
              <a:gd name="connsiteX0" fmla="*/ 1175385 w 1175850"/>
              <a:gd name="connsiteY0" fmla="*/ 0 h 1779489"/>
              <a:gd name="connsiteX1" fmla="*/ 1169035 w 1175850"/>
              <a:gd name="connsiteY1" fmla="*/ 1779489 h 1779489"/>
              <a:gd name="connsiteX2" fmla="*/ 6985 w 1175850"/>
              <a:gd name="connsiteY2" fmla="*/ 1736527 h 1779489"/>
              <a:gd name="connsiteX3" fmla="*/ 0 w 1175850"/>
              <a:gd name="connsiteY3" fmla="*/ 61647 h 1779489"/>
              <a:gd name="connsiteX4" fmla="*/ 1175385 w 1175850"/>
              <a:gd name="connsiteY4" fmla="*/ 0 h 1779489"/>
              <a:gd name="connsiteX0" fmla="*/ 1175385 w 1175850"/>
              <a:gd name="connsiteY0" fmla="*/ 0 h 1739140"/>
              <a:gd name="connsiteX1" fmla="*/ 1169035 w 1175850"/>
              <a:gd name="connsiteY1" fmla="*/ 1739140 h 1739140"/>
              <a:gd name="connsiteX2" fmla="*/ 6985 w 1175850"/>
              <a:gd name="connsiteY2" fmla="*/ 1736527 h 1739140"/>
              <a:gd name="connsiteX3" fmla="*/ 0 w 1175850"/>
              <a:gd name="connsiteY3" fmla="*/ 61647 h 1739140"/>
              <a:gd name="connsiteX4" fmla="*/ 1175385 w 1175850"/>
              <a:gd name="connsiteY4" fmla="*/ 0 h 1739140"/>
              <a:gd name="connsiteX0" fmla="*/ 1175385 w 1175850"/>
              <a:gd name="connsiteY0" fmla="*/ 0 h 1736527"/>
              <a:gd name="connsiteX1" fmla="*/ 1169035 w 1175850"/>
              <a:gd name="connsiteY1" fmla="*/ 1658442 h 1736527"/>
              <a:gd name="connsiteX2" fmla="*/ 6985 w 1175850"/>
              <a:gd name="connsiteY2" fmla="*/ 1736527 h 1736527"/>
              <a:gd name="connsiteX3" fmla="*/ 0 w 1175850"/>
              <a:gd name="connsiteY3" fmla="*/ 61647 h 1736527"/>
              <a:gd name="connsiteX4" fmla="*/ 1175385 w 1175850"/>
              <a:gd name="connsiteY4" fmla="*/ 0 h 1736527"/>
              <a:gd name="connsiteX0" fmla="*/ 1175385 w 1175850"/>
              <a:gd name="connsiteY0" fmla="*/ 0 h 1857574"/>
              <a:gd name="connsiteX1" fmla="*/ 1169035 w 1175850"/>
              <a:gd name="connsiteY1" fmla="*/ 1658442 h 1857574"/>
              <a:gd name="connsiteX2" fmla="*/ 6985 w 1175850"/>
              <a:gd name="connsiteY2" fmla="*/ 1857574 h 1857574"/>
              <a:gd name="connsiteX3" fmla="*/ 0 w 1175850"/>
              <a:gd name="connsiteY3" fmla="*/ 61647 h 1857574"/>
              <a:gd name="connsiteX4" fmla="*/ 1175385 w 1175850"/>
              <a:gd name="connsiteY4" fmla="*/ 0 h 1857574"/>
              <a:gd name="connsiteX0" fmla="*/ 1175385 w 1175655"/>
              <a:gd name="connsiteY0" fmla="*/ 0 h 1857574"/>
              <a:gd name="connsiteX1" fmla="*/ 1158875 w 1175655"/>
              <a:gd name="connsiteY1" fmla="*/ 1809751 h 1857574"/>
              <a:gd name="connsiteX2" fmla="*/ 6985 w 1175655"/>
              <a:gd name="connsiteY2" fmla="*/ 1857574 h 1857574"/>
              <a:gd name="connsiteX3" fmla="*/ 0 w 1175655"/>
              <a:gd name="connsiteY3" fmla="*/ 61647 h 1857574"/>
              <a:gd name="connsiteX4" fmla="*/ 1175385 w 1175655"/>
              <a:gd name="connsiteY4" fmla="*/ 0 h 1857574"/>
              <a:gd name="connsiteX0" fmla="*/ 1165225 w 1165690"/>
              <a:gd name="connsiteY0" fmla="*/ 0 h 1847487"/>
              <a:gd name="connsiteX1" fmla="*/ 1158875 w 1165690"/>
              <a:gd name="connsiteY1" fmla="*/ 1799664 h 1847487"/>
              <a:gd name="connsiteX2" fmla="*/ 6985 w 1165690"/>
              <a:gd name="connsiteY2" fmla="*/ 1847487 h 1847487"/>
              <a:gd name="connsiteX3" fmla="*/ 0 w 1165690"/>
              <a:gd name="connsiteY3" fmla="*/ 51560 h 1847487"/>
              <a:gd name="connsiteX4" fmla="*/ 1165225 w 1165690"/>
              <a:gd name="connsiteY4" fmla="*/ 0 h 1847487"/>
              <a:gd name="connsiteX0" fmla="*/ 1165225 w 1179195"/>
              <a:gd name="connsiteY0" fmla="*/ 0 h 1847487"/>
              <a:gd name="connsiteX1" fmla="*/ 1179195 w 1179195"/>
              <a:gd name="connsiteY1" fmla="*/ 1759315 h 1847487"/>
              <a:gd name="connsiteX2" fmla="*/ 6985 w 1179195"/>
              <a:gd name="connsiteY2" fmla="*/ 1847487 h 1847487"/>
              <a:gd name="connsiteX3" fmla="*/ 0 w 1179195"/>
              <a:gd name="connsiteY3" fmla="*/ 51560 h 1847487"/>
              <a:gd name="connsiteX4" fmla="*/ 1165225 w 1179195"/>
              <a:gd name="connsiteY4" fmla="*/ 0 h 1847487"/>
              <a:gd name="connsiteX0" fmla="*/ 1165225 w 1169035"/>
              <a:gd name="connsiteY0" fmla="*/ 0 h 1850100"/>
              <a:gd name="connsiteX1" fmla="*/ 1169035 w 1169035"/>
              <a:gd name="connsiteY1" fmla="*/ 1850100 h 1850100"/>
              <a:gd name="connsiteX2" fmla="*/ 6985 w 1169035"/>
              <a:gd name="connsiteY2" fmla="*/ 1847487 h 1850100"/>
              <a:gd name="connsiteX3" fmla="*/ 0 w 1169035"/>
              <a:gd name="connsiteY3" fmla="*/ 51560 h 1850100"/>
              <a:gd name="connsiteX4" fmla="*/ 1165225 w 1169035"/>
              <a:gd name="connsiteY4" fmla="*/ 0 h 185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9035" h="1850100">
                <a:moveTo>
                  <a:pt x="1165225" y="0"/>
                </a:moveTo>
                <a:cubicBezTo>
                  <a:pt x="1168188" y="626787"/>
                  <a:pt x="1166072" y="1223313"/>
                  <a:pt x="1169035" y="1850100"/>
                </a:cubicBezTo>
                <a:lnTo>
                  <a:pt x="6985" y="1847487"/>
                </a:lnTo>
                <a:cubicBezTo>
                  <a:pt x="4657" y="1289194"/>
                  <a:pt x="2328" y="609853"/>
                  <a:pt x="0" y="51560"/>
                </a:cubicBezTo>
                <a:lnTo>
                  <a:pt x="1165225" y="0"/>
                </a:lnTo>
                <a:close/>
              </a:path>
            </a:pathLst>
          </a:custGeom>
          <a:solidFill>
            <a:srgbClr val="FF0000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0" name="Gerader Verbinder 109"/>
          <p:cNvCxnSpPr/>
          <p:nvPr/>
        </p:nvCxnSpPr>
        <p:spPr>
          <a:xfrm>
            <a:off x="6081878" y="2588716"/>
            <a:ext cx="711" cy="1614921"/>
          </a:xfrm>
          <a:prstGeom prst="line">
            <a:avLst/>
          </a:prstGeom>
          <a:ln w="38100" cap="rnd">
            <a:solidFill>
              <a:schemeClr val="tx1">
                <a:lumMod val="60000"/>
                <a:lumOff val="40000"/>
              </a:schemeClr>
            </a:solidFill>
            <a:round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Gerader Verbinder 105"/>
          <p:cNvCxnSpPr/>
          <p:nvPr/>
        </p:nvCxnSpPr>
        <p:spPr>
          <a:xfrm>
            <a:off x="5908231" y="838200"/>
            <a:ext cx="19667" cy="3224257"/>
          </a:xfrm>
          <a:prstGeom prst="line">
            <a:avLst/>
          </a:prstGeom>
          <a:ln w="38100" cap="rnd">
            <a:solidFill>
              <a:schemeClr val="tx1">
                <a:lumMod val="60000"/>
                <a:lumOff val="40000"/>
              </a:schemeClr>
            </a:solidFill>
            <a:round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9974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2000"/>
                            </p:stCondLst>
                            <p:childTnLst>
                              <p:par>
                                <p:cTn id="5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82FEFE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5D5D"/>
                                      </p:to>
                                    </p:animClr>
                                    <p:set>
                                      <p:cBhvr>
                                        <p:cTn id="10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8" presetClass="emph" presetSubtype="0" repeatCount="indefinite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Rot by="-21600000">
                                      <p:cBhvr>
                                        <p:cTn id="13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0"/>
                            </p:stCondLst>
                            <p:childTnLst>
                              <p:par>
                                <p:cTn id="15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500"/>
                            </p:stCondLst>
                            <p:childTnLst>
                              <p:par>
                                <p:cTn id="19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0"/>
                            </p:stCondLst>
                            <p:childTnLst>
                              <p:par>
                                <p:cTn id="23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500"/>
                            </p:stCondLst>
                            <p:childTnLst>
                              <p:par>
                                <p:cTn id="27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66FF"/>
                                      </p:to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" dur="2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32" dur="2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2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7" presetClass="emph" presetSubtype="2" repeatCount="indefinite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set>
                                      <p:cBhvr>
                                        <p:cTn id="38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4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set>
                                      <p:cBhvr>
                                        <p:cTn id="4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set>
                                      <p:cBhvr>
                                        <p:cTn id="49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set>
                                      <p:cBhvr>
                                        <p:cTn id="52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000"/>
                            </p:stCondLst>
                            <p:childTnLst>
                              <p:par>
                                <p:cTn id="5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8000"/>
                            </p:stCondLst>
                            <p:childTnLst>
                              <p:par>
                                <p:cTn id="61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" dur="5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set>
                                      <p:cBhvr>
                                        <p:cTn id="63" dur="5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5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70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3000"/>
                            </p:stCondLst>
                            <p:childTnLst>
                              <p:par>
                                <p:cTn id="72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7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000"/>
                            </p:stCondLst>
                            <p:childTnLst>
                              <p:par>
                                <p:cTn id="76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7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" grpId="0" animBg="1"/>
      <p:bldP spid="74" grpId="0"/>
      <p:bldP spid="7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erader Verbinder 38"/>
          <p:cNvCxnSpPr/>
          <p:nvPr/>
        </p:nvCxnSpPr>
        <p:spPr>
          <a:xfrm flipH="1">
            <a:off x="1505383" y="4234815"/>
            <a:ext cx="1421967" cy="0"/>
          </a:xfrm>
          <a:prstGeom prst="line">
            <a:avLst/>
          </a:prstGeom>
          <a:ln w="38100" cap="rnd">
            <a:solidFill>
              <a:srgbClr val="0070C0"/>
            </a:solidFill>
            <a:round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el 2">
            <a:extLst>
              <a:ext uri="{FF2B5EF4-FFF2-40B4-BE49-F238E27FC236}">
                <a16:creationId xmlns:a16="http://schemas.microsoft.com/office/drawing/2014/main" id="{95717E49-CC3C-4A81-B738-CEBBF274A0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/>
              <a:t>Abtaubetrieb der Wärmepumpe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6B47841B-FE12-4FC7-95F5-3C7C4723C5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>
                <a:solidFill>
                  <a:srgbClr val="009999"/>
                </a:solidFill>
              </a:rPr>
              <a:t>Wie funktioniert die „Beladeweiche“?</a:t>
            </a:r>
          </a:p>
        </p:txBody>
      </p:sp>
      <p:grpSp>
        <p:nvGrpSpPr>
          <p:cNvPr id="10" name="Gruppieren 9"/>
          <p:cNvGrpSpPr/>
          <p:nvPr/>
        </p:nvGrpSpPr>
        <p:grpSpPr>
          <a:xfrm>
            <a:off x="4936566" y="509640"/>
            <a:ext cx="2193220" cy="4803333"/>
            <a:chOff x="4936566" y="500822"/>
            <a:chExt cx="2193220" cy="4803333"/>
          </a:xfrm>
        </p:grpSpPr>
        <p:pic>
          <p:nvPicPr>
            <p:cNvPr id="7" name="Grafik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36566" y="500822"/>
              <a:ext cx="2193220" cy="4803333"/>
            </a:xfrm>
            <a:prstGeom prst="rect">
              <a:avLst/>
            </a:prstGeom>
          </p:spPr>
        </p:pic>
        <p:sp>
          <p:nvSpPr>
            <p:cNvPr id="8" name="Rechteck 7"/>
            <p:cNvSpPr/>
            <p:nvPr/>
          </p:nvSpPr>
          <p:spPr>
            <a:xfrm>
              <a:off x="5880100" y="2570163"/>
              <a:ext cx="57150" cy="263525"/>
            </a:xfrm>
            <a:prstGeom prst="rect">
              <a:avLst/>
            </a:prstGeom>
            <a:solidFill>
              <a:srgbClr val="FEFF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Rechteck 8"/>
            <p:cNvSpPr/>
            <p:nvPr/>
          </p:nvSpPr>
          <p:spPr>
            <a:xfrm>
              <a:off x="6054725" y="2587626"/>
              <a:ext cx="57150" cy="263525"/>
            </a:xfrm>
            <a:prstGeom prst="rect">
              <a:avLst/>
            </a:prstGeom>
            <a:solidFill>
              <a:srgbClr val="FEFF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14" name="Gerader Verbinder 13"/>
          <p:cNvCxnSpPr/>
          <p:nvPr/>
        </p:nvCxnSpPr>
        <p:spPr>
          <a:xfrm flipH="1">
            <a:off x="1559871" y="3952240"/>
            <a:ext cx="4241489" cy="25700"/>
          </a:xfrm>
          <a:prstGeom prst="line">
            <a:avLst/>
          </a:prstGeom>
          <a:ln w="381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/>
          <p:cNvCxnSpPr/>
          <p:nvPr/>
        </p:nvCxnSpPr>
        <p:spPr>
          <a:xfrm flipV="1">
            <a:off x="5801360" y="2964031"/>
            <a:ext cx="0" cy="988209"/>
          </a:xfrm>
          <a:prstGeom prst="line">
            <a:avLst/>
          </a:prstGeom>
          <a:ln w="38100" cap="rnd"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/>
          <p:cNvCxnSpPr>
            <a:endCxn id="43" idx="3"/>
          </p:cNvCxnSpPr>
          <p:nvPr/>
        </p:nvCxnSpPr>
        <p:spPr>
          <a:xfrm flipH="1">
            <a:off x="3165184" y="4203055"/>
            <a:ext cx="2917405" cy="35270"/>
          </a:xfrm>
          <a:prstGeom prst="line">
            <a:avLst/>
          </a:prstGeom>
          <a:ln w="38100" cap="rnd">
            <a:solidFill>
              <a:schemeClr val="accent2"/>
            </a:solidFill>
            <a:round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/>
          <p:cNvCxnSpPr/>
          <p:nvPr/>
        </p:nvCxnSpPr>
        <p:spPr>
          <a:xfrm flipH="1">
            <a:off x="3025775" y="5564717"/>
            <a:ext cx="2894542" cy="7353"/>
          </a:xfrm>
          <a:prstGeom prst="line">
            <a:avLst/>
          </a:prstGeom>
          <a:ln w="38100" cap="rnd">
            <a:solidFill>
              <a:srgbClr val="0070C0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/>
          <p:cNvCxnSpPr/>
          <p:nvPr/>
        </p:nvCxnSpPr>
        <p:spPr>
          <a:xfrm>
            <a:off x="5937250" y="5068643"/>
            <a:ext cx="0" cy="486732"/>
          </a:xfrm>
          <a:prstGeom prst="line">
            <a:avLst/>
          </a:prstGeom>
          <a:ln w="38100" cap="rnd">
            <a:solidFill>
              <a:srgbClr val="0070C0"/>
            </a:solidFill>
            <a:round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/>
          <p:cNvCxnSpPr/>
          <p:nvPr/>
        </p:nvCxnSpPr>
        <p:spPr>
          <a:xfrm flipH="1">
            <a:off x="5920318" y="5563043"/>
            <a:ext cx="4397586" cy="1674"/>
          </a:xfrm>
          <a:prstGeom prst="line">
            <a:avLst/>
          </a:prstGeom>
          <a:ln w="38100" cap="rnd"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uppieren 34"/>
          <p:cNvGrpSpPr/>
          <p:nvPr/>
        </p:nvGrpSpPr>
        <p:grpSpPr>
          <a:xfrm rot="16200000">
            <a:off x="2195785" y="4125289"/>
            <a:ext cx="216000" cy="219053"/>
            <a:chOff x="4986923" y="3839290"/>
            <a:chExt cx="360000" cy="360000"/>
          </a:xfrm>
        </p:grpSpPr>
        <p:sp>
          <p:nvSpPr>
            <p:cNvPr id="36" name="Ellipse 35"/>
            <p:cNvSpPr/>
            <p:nvPr/>
          </p:nvSpPr>
          <p:spPr bwMode="auto">
            <a:xfrm flipH="1">
              <a:off x="4986923" y="3839290"/>
              <a:ext cx="360000" cy="3600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  <p:sp>
          <p:nvSpPr>
            <p:cNvPr id="37" name="Gleichschenkliges Dreieck 36"/>
            <p:cNvSpPr/>
            <p:nvPr/>
          </p:nvSpPr>
          <p:spPr bwMode="auto">
            <a:xfrm flipH="1">
              <a:off x="5022887" y="3839290"/>
              <a:ext cx="288032" cy="270030"/>
            </a:xfrm>
            <a:prstGeom prst="triangl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</p:grpSp>
      <p:cxnSp>
        <p:nvCxnSpPr>
          <p:cNvPr id="49" name="Gerader Verbinder 48"/>
          <p:cNvCxnSpPr>
            <a:stCxn id="45" idx="3"/>
          </p:cNvCxnSpPr>
          <p:nvPr/>
        </p:nvCxnSpPr>
        <p:spPr>
          <a:xfrm flipH="1">
            <a:off x="3025775" y="4366576"/>
            <a:ext cx="16667" cy="1205494"/>
          </a:xfrm>
          <a:prstGeom prst="line">
            <a:avLst/>
          </a:prstGeom>
          <a:ln w="38100" cap="rnd">
            <a:solidFill>
              <a:srgbClr val="0070C0"/>
            </a:solidFill>
            <a:round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uppieren 41"/>
          <p:cNvGrpSpPr/>
          <p:nvPr/>
        </p:nvGrpSpPr>
        <p:grpSpPr>
          <a:xfrm rot="16200000">
            <a:off x="2944365" y="4145757"/>
            <a:ext cx="192384" cy="249254"/>
            <a:chOff x="4265896" y="4280458"/>
            <a:chExt cx="270010" cy="354676"/>
          </a:xfrm>
        </p:grpSpPr>
        <p:sp>
          <p:nvSpPr>
            <p:cNvPr id="43" name="Gleichschenkliges Dreieck 42"/>
            <p:cNvSpPr/>
            <p:nvPr/>
          </p:nvSpPr>
          <p:spPr bwMode="auto">
            <a:xfrm flipH="1">
              <a:off x="4355886" y="4455114"/>
              <a:ext cx="180020" cy="180020"/>
            </a:xfrm>
            <a:prstGeom prst="triangl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  <p:sp>
          <p:nvSpPr>
            <p:cNvPr id="44" name="Gleichschenkliges Dreieck 43"/>
            <p:cNvSpPr/>
            <p:nvPr/>
          </p:nvSpPr>
          <p:spPr bwMode="auto">
            <a:xfrm rot="10800000" flipH="1">
              <a:off x="4355886" y="4280458"/>
              <a:ext cx="180020" cy="180020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  <p:sp>
          <p:nvSpPr>
            <p:cNvPr id="45" name="Gleichschenkliges Dreieck 44"/>
            <p:cNvSpPr/>
            <p:nvPr/>
          </p:nvSpPr>
          <p:spPr bwMode="auto">
            <a:xfrm rot="5400000" flipH="1">
              <a:off x="4265896" y="4370468"/>
              <a:ext cx="180020" cy="180020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</p:grpSp>
      <p:cxnSp>
        <p:nvCxnSpPr>
          <p:cNvPr id="54" name="Gerader Verbinder 53"/>
          <p:cNvCxnSpPr/>
          <p:nvPr/>
        </p:nvCxnSpPr>
        <p:spPr>
          <a:xfrm>
            <a:off x="6287368" y="4541520"/>
            <a:ext cx="4030536" cy="4022"/>
          </a:xfrm>
          <a:prstGeom prst="line">
            <a:avLst/>
          </a:prstGeom>
          <a:ln w="38100" cap="rnd">
            <a:round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uppieren 56"/>
          <p:cNvGrpSpPr/>
          <p:nvPr/>
        </p:nvGrpSpPr>
        <p:grpSpPr>
          <a:xfrm rot="5400000">
            <a:off x="8683641" y="4426914"/>
            <a:ext cx="216000" cy="219053"/>
            <a:chOff x="4986923" y="3839290"/>
            <a:chExt cx="360000" cy="360000"/>
          </a:xfrm>
        </p:grpSpPr>
        <p:sp>
          <p:nvSpPr>
            <p:cNvPr id="58" name="Ellipse 57"/>
            <p:cNvSpPr/>
            <p:nvPr/>
          </p:nvSpPr>
          <p:spPr bwMode="auto">
            <a:xfrm flipH="1">
              <a:off x="4986923" y="3839290"/>
              <a:ext cx="360000" cy="3600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  <p:sp>
          <p:nvSpPr>
            <p:cNvPr id="59" name="Gleichschenkliges Dreieck 58"/>
            <p:cNvSpPr/>
            <p:nvPr/>
          </p:nvSpPr>
          <p:spPr bwMode="auto">
            <a:xfrm flipH="1">
              <a:off x="5022887" y="3839290"/>
              <a:ext cx="288032" cy="270030"/>
            </a:xfrm>
            <a:prstGeom prst="triangl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</p:grpSp>
      <p:cxnSp>
        <p:nvCxnSpPr>
          <p:cNvPr id="60" name="Gerader Verbinder 59"/>
          <p:cNvCxnSpPr/>
          <p:nvPr/>
        </p:nvCxnSpPr>
        <p:spPr>
          <a:xfrm flipV="1">
            <a:off x="10317905" y="4534995"/>
            <a:ext cx="0" cy="341630"/>
          </a:xfrm>
          <a:prstGeom prst="line">
            <a:avLst/>
          </a:prstGeom>
          <a:ln w="38100" cap="rnd">
            <a:round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Gerader Verbinder 79"/>
          <p:cNvCxnSpPr>
            <a:endCxn id="75" idx="0"/>
          </p:cNvCxnSpPr>
          <p:nvPr/>
        </p:nvCxnSpPr>
        <p:spPr>
          <a:xfrm flipV="1">
            <a:off x="10317904" y="5269689"/>
            <a:ext cx="1" cy="264188"/>
          </a:xfrm>
          <a:prstGeom prst="line">
            <a:avLst/>
          </a:prstGeom>
          <a:ln w="38100" cap="rnd">
            <a:round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uppieren 83"/>
          <p:cNvGrpSpPr/>
          <p:nvPr/>
        </p:nvGrpSpPr>
        <p:grpSpPr>
          <a:xfrm>
            <a:off x="10139855" y="4886196"/>
            <a:ext cx="1062681" cy="383493"/>
            <a:chOff x="9564122" y="4892721"/>
            <a:chExt cx="1062681" cy="383493"/>
          </a:xfrm>
        </p:grpSpPr>
        <p:grpSp>
          <p:nvGrpSpPr>
            <p:cNvPr id="66" name="Gruppieren 65"/>
            <p:cNvGrpSpPr/>
            <p:nvPr/>
          </p:nvGrpSpPr>
          <p:grpSpPr>
            <a:xfrm>
              <a:off x="9564122" y="4892721"/>
              <a:ext cx="356099" cy="383493"/>
              <a:chOff x="3786522" y="5451296"/>
              <a:chExt cx="216000" cy="216000"/>
            </a:xfrm>
          </p:grpSpPr>
          <p:sp>
            <p:nvSpPr>
              <p:cNvPr id="75" name="Ellipse 74"/>
              <p:cNvSpPr/>
              <p:nvPr/>
            </p:nvSpPr>
            <p:spPr bwMode="auto">
              <a:xfrm rot="10800000" flipH="1">
                <a:off x="3786522" y="5451296"/>
                <a:ext cx="216000" cy="216000"/>
              </a:xfrm>
              <a:prstGeom prst="ellips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charset="0"/>
                </a:endParaRPr>
              </a:p>
            </p:txBody>
          </p:sp>
          <p:sp>
            <p:nvSpPr>
              <p:cNvPr id="76" name="Ellipse 75"/>
              <p:cNvSpPr/>
              <p:nvPr/>
            </p:nvSpPr>
            <p:spPr bwMode="auto">
              <a:xfrm rot="10800000" flipH="1">
                <a:off x="3822980" y="5483351"/>
                <a:ext cx="143085" cy="152042"/>
              </a:xfrm>
              <a:prstGeom prst="ellips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charset="0"/>
                </a:endParaRPr>
              </a:p>
            </p:txBody>
          </p:sp>
        </p:grpSp>
        <p:sp>
          <p:nvSpPr>
            <p:cNvPr id="83" name="Textfeld 82"/>
            <p:cNvSpPr txBox="1"/>
            <p:nvPr/>
          </p:nvSpPr>
          <p:spPr>
            <a:xfrm>
              <a:off x="9860118" y="4949632"/>
              <a:ext cx="76668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/>
                <a:t>Heizkreis</a:t>
              </a:r>
              <a:endParaRPr lang="de-DE"/>
            </a:p>
          </p:txBody>
        </p:sp>
      </p:grpSp>
      <p:sp>
        <p:nvSpPr>
          <p:cNvPr id="85" name="Textfeld 84"/>
          <p:cNvSpPr txBox="1"/>
          <p:nvPr/>
        </p:nvSpPr>
        <p:spPr>
          <a:xfrm>
            <a:off x="3955257" y="4656588"/>
            <a:ext cx="10105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Warmwasser</a:t>
            </a:r>
            <a:endParaRPr lang="de-DE"/>
          </a:p>
        </p:txBody>
      </p:sp>
      <p:cxnSp>
        <p:nvCxnSpPr>
          <p:cNvPr id="95" name="Gerader Verbinder 94"/>
          <p:cNvCxnSpPr/>
          <p:nvPr/>
        </p:nvCxnSpPr>
        <p:spPr>
          <a:xfrm flipH="1">
            <a:off x="3984548" y="4521508"/>
            <a:ext cx="1942055" cy="16696"/>
          </a:xfrm>
          <a:prstGeom prst="line">
            <a:avLst/>
          </a:prstGeom>
          <a:ln w="38100" cap="rnd">
            <a:solidFill>
              <a:schemeClr val="accent2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Gerader Verbinder 96"/>
          <p:cNvCxnSpPr/>
          <p:nvPr/>
        </p:nvCxnSpPr>
        <p:spPr>
          <a:xfrm flipV="1">
            <a:off x="3984546" y="5057596"/>
            <a:ext cx="1517606" cy="5570"/>
          </a:xfrm>
          <a:prstGeom prst="line">
            <a:avLst/>
          </a:prstGeom>
          <a:ln w="38100" cap="rnd">
            <a:solidFill>
              <a:schemeClr val="accent2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Gerader Verbinder 100"/>
          <p:cNvCxnSpPr/>
          <p:nvPr/>
        </p:nvCxnSpPr>
        <p:spPr>
          <a:xfrm>
            <a:off x="6262393" y="3007360"/>
            <a:ext cx="24975" cy="1514615"/>
          </a:xfrm>
          <a:prstGeom prst="line">
            <a:avLst/>
          </a:prstGeom>
          <a:ln w="38100" cap="rnd">
            <a:round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Gerader Verbinder 105"/>
          <p:cNvCxnSpPr/>
          <p:nvPr/>
        </p:nvCxnSpPr>
        <p:spPr>
          <a:xfrm>
            <a:off x="5908231" y="838200"/>
            <a:ext cx="19667" cy="3224257"/>
          </a:xfrm>
          <a:prstGeom prst="line">
            <a:avLst/>
          </a:prstGeom>
          <a:ln w="38100" cap="rnd">
            <a:solidFill>
              <a:schemeClr val="accent2"/>
            </a:solidFill>
            <a:round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Gerader Verbinder 109"/>
          <p:cNvCxnSpPr/>
          <p:nvPr/>
        </p:nvCxnSpPr>
        <p:spPr>
          <a:xfrm>
            <a:off x="6082589" y="2578981"/>
            <a:ext cx="711" cy="1614921"/>
          </a:xfrm>
          <a:prstGeom prst="line">
            <a:avLst/>
          </a:prstGeom>
          <a:ln w="38100" cap="rnd">
            <a:solidFill>
              <a:schemeClr val="accent2"/>
            </a:solidFill>
            <a:round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Gerader Verbinder 112"/>
          <p:cNvCxnSpPr/>
          <p:nvPr/>
        </p:nvCxnSpPr>
        <p:spPr>
          <a:xfrm>
            <a:off x="5926603" y="4295451"/>
            <a:ext cx="1295" cy="221829"/>
          </a:xfrm>
          <a:prstGeom prst="line">
            <a:avLst/>
          </a:prstGeom>
          <a:ln w="38100" cap="rnd">
            <a:solidFill>
              <a:schemeClr val="accent2"/>
            </a:solidFill>
            <a:round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" name="Gruppieren 86"/>
          <p:cNvGrpSpPr/>
          <p:nvPr/>
        </p:nvGrpSpPr>
        <p:grpSpPr>
          <a:xfrm rot="16200000">
            <a:off x="4327662" y="4420329"/>
            <a:ext cx="216000" cy="219053"/>
            <a:chOff x="4986923" y="3839290"/>
            <a:chExt cx="360000" cy="360000"/>
          </a:xfrm>
        </p:grpSpPr>
        <p:sp>
          <p:nvSpPr>
            <p:cNvPr id="88" name="Ellipse 87"/>
            <p:cNvSpPr/>
            <p:nvPr/>
          </p:nvSpPr>
          <p:spPr bwMode="auto">
            <a:xfrm flipH="1">
              <a:off x="4986923" y="3839290"/>
              <a:ext cx="360000" cy="3600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  <p:sp>
          <p:nvSpPr>
            <p:cNvPr id="89" name="Gleichschenkliges Dreieck 88"/>
            <p:cNvSpPr/>
            <p:nvPr/>
          </p:nvSpPr>
          <p:spPr bwMode="auto">
            <a:xfrm flipH="1">
              <a:off x="5022887" y="3839290"/>
              <a:ext cx="288032" cy="270030"/>
            </a:xfrm>
            <a:prstGeom prst="triangl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</p:grpSp>
      <p:cxnSp>
        <p:nvCxnSpPr>
          <p:cNvPr id="121" name="Gerader Verbinder 120"/>
          <p:cNvCxnSpPr/>
          <p:nvPr/>
        </p:nvCxnSpPr>
        <p:spPr>
          <a:xfrm flipH="1">
            <a:off x="3384029" y="4545542"/>
            <a:ext cx="341763" cy="2074"/>
          </a:xfrm>
          <a:prstGeom prst="line">
            <a:avLst/>
          </a:prstGeom>
          <a:ln w="38100" cap="rnd">
            <a:solidFill>
              <a:schemeClr val="accent2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Gerader Verbinder 123"/>
          <p:cNvCxnSpPr/>
          <p:nvPr/>
        </p:nvCxnSpPr>
        <p:spPr>
          <a:xfrm flipH="1">
            <a:off x="3374442" y="5066569"/>
            <a:ext cx="341763" cy="2074"/>
          </a:xfrm>
          <a:prstGeom prst="line">
            <a:avLst/>
          </a:prstGeom>
          <a:ln w="38100" cap="rnd">
            <a:solidFill>
              <a:schemeClr val="accent2"/>
            </a:solidFill>
            <a:round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4" name="Gruppieren 93"/>
          <p:cNvGrpSpPr/>
          <p:nvPr/>
        </p:nvGrpSpPr>
        <p:grpSpPr>
          <a:xfrm>
            <a:off x="3725792" y="4456412"/>
            <a:ext cx="239580" cy="727701"/>
            <a:chOff x="3725792" y="4456412"/>
            <a:chExt cx="239580" cy="727701"/>
          </a:xfrm>
        </p:grpSpPr>
        <p:sp>
          <p:nvSpPr>
            <p:cNvPr id="86" name="Rechteck 85"/>
            <p:cNvSpPr/>
            <p:nvPr/>
          </p:nvSpPr>
          <p:spPr bwMode="auto">
            <a:xfrm>
              <a:off x="3725792" y="4456412"/>
              <a:ext cx="239579" cy="727701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endParaRPr>
            </a:p>
          </p:txBody>
        </p:sp>
        <p:cxnSp>
          <p:nvCxnSpPr>
            <p:cNvPr id="91" name="Gerader Verbinder 90"/>
            <p:cNvCxnSpPr/>
            <p:nvPr/>
          </p:nvCxnSpPr>
          <p:spPr>
            <a:xfrm flipH="1">
              <a:off x="3725792" y="4456412"/>
              <a:ext cx="239580" cy="72480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Rechteck 124"/>
          <p:cNvSpPr/>
          <p:nvPr/>
        </p:nvSpPr>
        <p:spPr bwMode="auto">
          <a:xfrm>
            <a:off x="375906" y="3634585"/>
            <a:ext cx="1135002" cy="981692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rPr>
              <a:t>Wärme-</a:t>
            </a:r>
            <a:br>
              <a: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rPr>
            </a:br>
            <a:r>
              <a:rPr kumimoji="0" lang="de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charset="0"/>
              </a:rPr>
              <a:t>pumpe</a:t>
            </a:r>
          </a:p>
        </p:txBody>
      </p:sp>
      <p:sp>
        <p:nvSpPr>
          <p:cNvPr id="51" name="Untertitel 3">
            <a:extLst>
              <a:ext uri="{FF2B5EF4-FFF2-40B4-BE49-F238E27FC236}">
                <a16:creationId xmlns:a16="http://schemas.microsoft.com/office/drawing/2014/main" id="{6B47841B-FE12-4FC7-95F5-3C7C4723C534}"/>
              </a:ext>
            </a:extLst>
          </p:cNvPr>
          <p:cNvSpPr txBox="1">
            <a:spLocks/>
          </p:cNvSpPr>
          <p:nvPr/>
        </p:nvSpPr>
        <p:spPr>
          <a:xfrm>
            <a:off x="390293" y="1019603"/>
            <a:ext cx="3148202" cy="20901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rgbClr val="FF0000"/>
                </a:solidFill>
                <a:latin typeface="Lato Black" panose="020F0A02020204030203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>
                <a:solidFill>
                  <a:schemeClr val="tx1"/>
                </a:solidFill>
              </a:rPr>
              <a:t>Im Abtaubetrieb bleibt der WW-Puffer im Speicher stabil.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de-DE" sz="1400">
                <a:solidFill>
                  <a:schemeClr val="tx1"/>
                </a:solidFill>
              </a:rPr>
              <a:t>Die Wärme des Heizungspuffers kann zum Abtauen genutzt werden.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de-DE" sz="1400">
                <a:solidFill>
                  <a:schemeClr val="tx1"/>
                </a:solidFill>
              </a:rPr>
              <a:t>Der Heizkreis kühlt nicht ab, die Raumtemperatur bleibt stabil </a:t>
            </a:r>
            <a:br>
              <a:rPr lang="de-DE" sz="1400">
                <a:solidFill>
                  <a:schemeClr val="tx1"/>
                </a:solidFill>
              </a:rPr>
            </a:br>
            <a:r>
              <a:rPr lang="de-DE" sz="1400">
                <a:solidFill>
                  <a:schemeClr val="tx1"/>
                </a:solidFill>
              </a:rPr>
              <a:t>=&gt; Komfortgewinn</a:t>
            </a:r>
          </a:p>
        </p:txBody>
      </p:sp>
      <p:grpSp>
        <p:nvGrpSpPr>
          <p:cNvPr id="5" name="Gruppieren 4"/>
          <p:cNvGrpSpPr/>
          <p:nvPr/>
        </p:nvGrpSpPr>
        <p:grpSpPr>
          <a:xfrm>
            <a:off x="5768975" y="2670175"/>
            <a:ext cx="776516" cy="503238"/>
            <a:chOff x="5768975" y="2670175"/>
            <a:chExt cx="776516" cy="503238"/>
          </a:xfrm>
        </p:grpSpPr>
        <p:sp>
          <p:nvSpPr>
            <p:cNvPr id="53" name="Freihandform 52"/>
            <p:cNvSpPr/>
            <p:nvPr/>
          </p:nvSpPr>
          <p:spPr>
            <a:xfrm>
              <a:off x="5768975" y="2670175"/>
              <a:ext cx="631825" cy="238125"/>
            </a:xfrm>
            <a:custGeom>
              <a:avLst/>
              <a:gdLst>
                <a:gd name="connsiteX0" fmla="*/ 25400 w 631825"/>
                <a:gd name="connsiteY0" fmla="*/ 233363 h 238125"/>
                <a:gd name="connsiteX1" fmla="*/ 26988 w 631825"/>
                <a:gd name="connsiteY1" fmla="*/ 225425 h 238125"/>
                <a:gd name="connsiteX2" fmla="*/ 30163 w 631825"/>
                <a:gd name="connsiteY2" fmla="*/ 220663 h 238125"/>
                <a:gd name="connsiteX3" fmla="*/ 28575 w 631825"/>
                <a:gd name="connsiteY3" fmla="*/ 173038 h 238125"/>
                <a:gd name="connsiteX4" fmla="*/ 19050 w 631825"/>
                <a:gd name="connsiteY4" fmla="*/ 166688 h 238125"/>
                <a:gd name="connsiteX5" fmla="*/ 14288 w 631825"/>
                <a:gd name="connsiteY5" fmla="*/ 160338 h 238125"/>
                <a:gd name="connsiteX6" fmla="*/ 9525 w 631825"/>
                <a:gd name="connsiteY6" fmla="*/ 150813 h 238125"/>
                <a:gd name="connsiteX7" fmla="*/ 4763 w 631825"/>
                <a:gd name="connsiteY7" fmla="*/ 147638 h 238125"/>
                <a:gd name="connsiteX8" fmla="*/ 3175 w 631825"/>
                <a:gd name="connsiteY8" fmla="*/ 139700 h 238125"/>
                <a:gd name="connsiteX9" fmla="*/ 1588 w 631825"/>
                <a:gd name="connsiteY9" fmla="*/ 134938 h 238125"/>
                <a:gd name="connsiteX10" fmla="*/ 0 w 631825"/>
                <a:gd name="connsiteY10" fmla="*/ 125413 h 238125"/>
                <a:gd name="connsiteX11" fmla="*/ 3175 w 631825"/>
                <a:gd name="connsiteY11" fmla="*/ 84138 h 238125"/>
                <a:gd name="connsiteX12" fmla="*/ 11113 w 631825"/>
                <a:gd name="connsiteY12" fmla="*/ 69850 h 238125"/>
                <a:gd name="connsiteX13" fmla="*/ 25400 w 631825"/>
                <a:gd name="connsiteY13" fmla="*/ 58738 h 238125"/>
                <a:gd name="connsiteX14" fmla="*/ 30163 w 631825"/>
                <a:gd name="connsiteY14" fmla="*/ 53975 h 238125"/>
                <a:gd name="connsiteX15" fmla="*/ 38100 w 631825"/>
                <a:gd name="connsiteY15" fmla="*/ 52388 h 238125"/>
                <a:gd name="connsiteX16" fmla="*/ 49213 w 631825"/>
                <a:gd name="connsiteY16" fmla="*/ 49213 h 238125"/>
                <a:gd name="connsiteX17" fmla="*/ 57150 w 631825"/>
                <a:gd name="connsiteY17" fmla="*/ 46038 h 238125"/>
                <a:gd name="connsiteX18" fmla="*/ 61913 w 631825"/>
                <a:gd name="connsiteY18" fmla="*/ 44450 h 238125"/>
                <a:gd name="connsiteX19" fmla="*/ 71438 w 631825"/>
                <a:gd name="connsiteY19" fmla="*/ 39688 h 238125"/>
                <a:gd name="connsiteX20" fmla="*/ 76200 w 631825"/>
                <a:gd name="connsiteY20" fmla="*/ 36513 h 238125"/>
                <a:gd name="connsiteX21" fmla="*/ 85725 w 631825"/>
                <a:gd name="connsiteY21" fmla="*/ 33338 h 238125"/>
                <a:gd name="connsiteX22" fmla="*/ 96838 w 631825"/>
                <a:gd name="connsiteY22" fmla="*/ 30163 h 238125"/>
                <a:gd name="connsiteX23" fmla="*/ 107950 w 631825"/>
                <a:gd name="connsiteY23" fmla="*/ 28575 h 238125"/>
                <a:gd name="connsiteX24" fmla="*/ 117475 w 631825"/>
                <a:gd name="connsiteY24" fmla="*/ 25400 h 238125"/>
                <a:gd name="connsiteX25" fmla="*/ 130175 w 631825"/>
                <a:gd name="connsiteY25" fmla="*/ 22225 h 238125"/>
                <a:gd name="connsiteX26" fmla="*/ 134938 w 631825"/>
                <a:gd name="connsiteY26" fmla="*/ 19050 h 238125"/>
                <a:gd name="connsiteX27" fmla="*/ 149225 w 631825"/>
                <a:gd name="connsiteY27" fmla="*/ 17463 h 238125"/>
                <a:gd name="connsiteX28" fmla="*/ 158750 w 631825"/>
                <a:gd name="connsiteY28" fmla="*/ 15875 h 238125"/>
                <a:gd name="connsiteX29" fmla="*/ 180975 w 631825"/>
                <a:gd name="connsiteY29" fmla="*/ 11113 h 238125"/>
                <a:gd name="connsiteX30" fmla="*/ 230188 w 631825"/>
                <a:gd name="connsiteY30" fmla="*/ 6350 h 238125"/>
                <a:gd name="connsiteX31" fmla="*/ 269875 w 631825"/>
                <a:gd name="connsiteY31" fmla="*/ 3175 h 238125"/>
                <a:gd name="connsiteX32" fmla="*/ 284163 w 631825"/>
                <a:gd name="connsiteY32" fmla="*/ 1588 h 238125"/>
                <a:gd name="connsiteX33" fmla="*/ 373063 w 631825"/>
                <a:gd name="connsiteY33" fmla="*/ 0 h 238125"/>
                <a:gd name="connsiteX34" fmla="*/ 554038 w 631825"/>
                <a:gd name="connsiteY34" fmla="*/ 1588 h 238125"/>
                <a:gd name="connsiteX35" fmla="*/ 561975 w 631825"/>
                <a:gd name="connsiteY35" fmla="*/ 3175 h 238125"/>
                <a:gd name="connsiteX36" fmla="*/ 571500 w 631825"/>
                <a:gd name="connsiteY36" fmla="*/ 6350 h 238125"/>
                <a:gd name="connsiteX37" fmla="*/ 582613 w 631825"/>
                <a:gd name="connsiteY37" fmla="*/ 11113 h 238125"/>
                <a:gd name="connsiteX38" fmla="*/ 596900 w 631825"/>
                <a:gd name="connsiteY38" fmla="*/ 19050 h 238125"/>
                <a:gd name="connsiteX39" fmla="*/ 601663 w 631825"/>
                <a:gd name="connsiteY39" fmla="*/ 22225 h 238125"/>
                <a:gd name="connsiteX40" fmla="*/ 609600 w 631825"/>
                <a:gd name="connsiteY40" fmla="*/ 25400 h 238125"/>
                <a:gd name="connsiteX41" fmla="*/ 612775 w 631825"/>
                <a:gd name="connsiteY41" fmla="*/ 30163 h 238125"/>
                <a:gd name="connsiteX42" fmla="*/ 617538 w 631825"/>
                <a:gd name="connsiteY42" fmla="*/ 33338 h 238125"/>
                <a:gd name="connsiteX43" fmla="*/ 625475 w 631825"/>
                <a:gd name="connsiteY43" fmla="*/ 42863 h 238125"/>
                <a:gd name="connsiteX44" fmla="*/ 631825 w 631825"/>
                <a:gd name="connsiteY44" fmla="*/ 52388 h 238125"/>
                <a:gd name="connsiteX45" fmla="*/ 630238 w 631825"/>
                <a:gd name="connsiteY45" fmla="*/ 76200 h 238125"/>
                <a:gd name="connsiteX46" fmla="*/ 622300 w 631825"/>
                <a:gd name="connsiteY46" fmla="*/ 90488 h 238125"/>
                <a:gd name="connsiteX47" fmla="*/ 614363 w 631825"/>
                <a:gd name="connsiteY47" fmla="*/ 100013 h 238125"/>
                <a:gd name="connsiteX48" fmla="*/ 609600 w 631825"/>
                <a:gd name="connsiteY48" fmla="*/ 101600 h 238125"/>
                <a:gd name="connsiteX49" fmla="*/ 606425 w 631825"/>
                <a:gd name="connsiteY49" fmla="*/ 106363 h 238125"/>
                <a:gd name="connsiteX50" fmla="*/ 596900 w 631825"/>
                <a:gd name="connsiteY50" fmla="*/ 111125 h 238125"/>
                <a:gd name="connsiteX51" fmla="*/ 582613 w 631825"/>
                <a:gd name="connsiteY51" fmla="*/ 120650 h 238125"/>
                <a:gd name="connsiteX52" fmla="*/ 577850 w 631825"/>
                <a:gd name="connsiteY52" fmla="*/ 123825 h 238125"/>
                <a:gd name="connsiteX53" fmla="*/ 573088 w 631825"/>
                <a:gd name="connsiteY53" fmla="*/ 125413 h 238125"/>
                <a:gd name="connsiteX54" fmla="*/ 568325 w 631825"/>
                <a:gd name="connsiteY54" fmla="*/ 128588 h 238125"/>
                <a:gd name="connsiteX55" fmla="*/ 558800 w 631825"/>
                <a:gd name="connsiteY55" fmla="*/ 131763 h 238125"/>
                <a:gd name="connsiteX56" fmla="*/ 554038 w 631825"/>
                <a:gd name="connsiteY56" fmla="*/ 133350 h 238125"/>
                <a:gd name="connsiteX57" fmla="*/ 544513 w 631825"/>
                <a:gd name="connsiteY57" fmla="*/ 141288 h 238125"/>
                <a:gd name="connsiteX58" fmla="*/ 534988 w 631825"/>
                <a:gd name="connsiteY58" fmla="*/ 149225 h 238125"/>
                <a:gd name="connsiteX59" fmla="*/ 528638 w 631825"/>
                <a:gd name="connsiteY59" fmla="*/ 158750 h 238125"/>
                <a:gd name="connsiteX60" fmla="*/ 525463 w 631825"/>
                <a:gd name="connsiteY60" fmla="*/ 163513 h 238125"/>
                <a:gd name="connsiteX61" fmla="*/ 517525 w 631825"/>
                <a:gd name="connsiteY61" fmla="*/ 173038 h 238125"/>
                <a:gd name="connsiteX62" fmla="*/ 512763 w 631825"/>
                <a:gd name="connsiteY62" fmla="*/ 177800 h 238125"/>
                <a:gd name="connsiteX63" fmla="*/ 509588 w 631825"/>
                <a:gd name="connsiteY63" fmla="*/ 182563 h 238125"/>
                <a:gd name="connsiteX64" fmla="*/ 506413 w 631825"/>
                <a:gd name="connsiteY64" fmla="*/ 192088 h 238125"/>
                <a:gd name="connsiteX65" fmla="*/ 498475 w 631825"/>
                <a:gd name="connsiteY65" fmla="*/ 201613 h 238125"/>
                <a:gd name="connsiteX66" fmla="*/ 495300 w 631825"/>
                <a:gd name="connsiteY66" fmla="*/ 211138 h 238125"/>
                <a:gd name="connsiteX67" fmla="*/ 493713 w 631825"/>
                <a:gd name="connsiteY67" fmla="*/ 238125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631825" h="238125">
                  <a:moveTo>
                    <a:pt x="25400" y="233363"/>
                  </a:moveTo>
                  <a:cubicBezTo>
                    <a:pt x="25929" y="230717"/>
                    <a:pt x="26040" y="227952"/>
                    <a:pt x="26988" y="225425"/>
                  </a:cubicBezTo>
                  <a:cubicBezTo>
                    <a:pt x="27658" y="223639"/>
                    <a:pt x="30105" y="222570"/>
                    <a:pt x="30163" y="220663"/>
                  </a:cubicBezTo>
                  <a:cubicBezTo>
                    <a:pt x="30644" y="204786"/>
                    <a:pt x="31778" y="188595"/>
                    <a:pt x="28575" y="173038"/>
                  </a:cubicBezTo>
                  <a:cubicBezTo>
                    <a:pt x="27805" y="169301"/>
                    <a:pt x="19050" y="166688"/>
                    <a:pt x="19050" y="166688"/>
                  </a:cubicBezTo>
                  <a:cubicBezTo>
                    <a:pt x="17463" y="164571"/>
                    <a:pt x="15601" y="162635"/>
                    <a:pt x="14288" y="160338"/>
                  </a:cubicBezTo>
                  <a:cubicBezTo>
                    <a:pt x="10845" y="154313"/>
                    <a:pt x="15055" y="156343"/>
                    <a:pt x="9525" y="150813"/>
                  </a:cubicBezTo>
                  <a:cubicBezTo>
                    <a:pt x="8176" y="149464"/>
                    <a:pt x="6350" y="148696"/>
                    <a:pt x="4763" y="147638"/>
                  </a:cubicBezTo>
                  <a:cubicBezTo>
                    <a:pt x="4234" y="144992"/>
                    <a:pt x="3829" y="142318"/>
                    <a:pt x="3175" y="139700"/>
                  </a:cubicBezTo>
                  <a:cubicBezTo>
                    <a:pt x="2769" y="138077"/>
                    <a:pt x="1951" y="136571"/>
                    <a:pt x="1588" y="134938"/>
                  </a:cubicBezTo>
                  <a:cubicBezTo>
                    <a:pt x="890" y="131796"/>
                    <a:pt x="529" y="128588"/>
                    <a:pt x="0" y="125413"/>
                  </a:cubicBezTo>
                  <a:cubicBezTo>
                    <a:pt x="1048" y="102355"/>
                    <a:pt x="-1118" y="99164"/>
                    <a:pt x="3175" y="84138"/>
                  </a:cubicBezTo>
                  <a:cubicBezTo>
                    <a:pt x="4772" y="78549"/>
                    <a:pt x="6567" y="74396"/>
                    <a:pt x="11113" y="69850"/>
                  </a:cubicBezTo>
                  <a:cubicBezTo>
                    <a:pt x="21821" y="59142"/>
                    <a:pt x="16378" y="61745"/>
                    <a:pt x="25400" y="58738"/>
                  </a:cubicBezTo>
                  <a:cubicBezTo>
                    <a:pt x="26988" y="57150"/>
                    <a:pt x="28155" y="54979"/>
                    <a:pt x="30163" y="53975"/>
                  </a:cubicBezTo>
                  <a:cubicBezTo>
                    <a:pt x="32576" y="52768"/>
                    <a:pt x="35466" y="52973"/>
                    <a:pt x="38100" y="52388"/>
                  </a:cubicBezTo>
                  <a:cubicBezTo>
                    <a:pt x="42183" y="51481"/>
                    <a:pt x="45364" y="50656"/>
                    <a:pt x="49213" y="49213"/>
                  </a:cubicBezTo>
                  <a:cubicBezTo>
                    <a:pt x="51881" y="48213"/>
                    <a:pt x="54482" y="47039"/>
                    <a:pt x="57150" y="46038"/>
                  </a:cubicBezTo>
                  <a:cubicBezTo>
                    <a:pt x="58717" y="45450"/>
                    <a:pt x="60416" y="45199"/>
                    <a:pt x="61913" y="44450"/>
                  </a:cubicBezTo>
                  <a:cubicBezTo>
                    <a:pt x="74215" y="38298"/>
                    <a:pt x="59472" y="43675"/>
                    <a:pt x="71438" y="39688"/>
                  </a:cubicBezTo>
                  <a:cubicBezTo>
                    <a:pt x="73025" y="38630"/>
                    <a:pt x="74457" y="37288"/>
                    <a:pt x="76200" y="36513"/>
                  </a:cubicBezTo>
                  <a:cubicBezTo>
                    <a:pt x="79258" y="35154"/>
                    <a:pt x="82550" y="34396"/>
                    <a:pt x="85725" y="33338"/>
                  </a:cubicBezTo>
                  <a:cubicBezTo>
                    <a:pt x="89811" y="31976"/>
                    <a:pt x="92445" y="30962"/>
                    <a:pt x="96838" y="30163"/>
                  </a:cubicBezTo>
                  <a:cubicBezTo>
                    <a:pt x="100519" y="29494"/>
                    <a:pt x="104246" y="29104"/>
                    <a:pt x="107950" y="28575"/>
                  </a:cubicBezTo>
                  <a:cubicBezTo>
                    <a:pt x="111125" y="27517"/>
                    <a:pt x="114193" y="26056"/>
                    <a:pt x="117475" y="25400"/>
                  </a:cubicBezTo>
                  <a:cubicBezTo>
                    <a:pt x="120500" y="24795"/>
                    <a:pt x="126917" y="23854"/>
                    <a:pt x="130175" y="22225"/>
                  </a:cubicBezTo>
                  <a:cubicBezTo>
                    <a:pt x="131882" y="21372"/>
                    <a:pt x="133087" y="19513"/>
                    <a:pt x="134938" y="19050"/>
                  </a:cubicBezTo>
                  <a:cubicBezTo>
                    <a:pt x="139587" y="17888"/>
                    <a:pt x="144475" y="18096"/>
                    <a:pt x="149225" y="17463"/>
                  </a:cubicBezTo>
                  <a:cubicBezTo>
                    <a:pt x="152416" y="17038"/>
                    <a:pt x="155603" y="16550"/>
                    <a:pt x="158750" y="15875"/>
                  </a:cubicBezTo>
                  <a:cubicBezTo>
                    <a:pt x="169960" y="13473"/>
                    <a:pt x="170548" y="12271"/>
                    <a:pt x="180975" y="11113"/>
                  </a:cubicBezTo>
                  <a:cubicBezTo>
                    <a:pt x="197355" y="9293"/>
                    <a:pt x="213789" y="7990"/>
                    <a:pt x="230188" y="6350"/>
                  </a:cubicBezTo>
                  <a:cubicBezTo>
                    <a:pt x="248054" y="1885"/>
                    <a:pt x="230670" y="5789"/>
                    <a:pt x="269875" y="3175"/>
                  </a:cubicBezTo>
                  <a:cubicBezTo>
                    <a:pt x="274656" y="2856"/>
                    <a:pt x="279373" y="1735"/>
                    <a:pt x="284163" y="1588"/>
                  </a:cubicBezTo>
                  <a:cubicBezTo>
                    <a:pt x="313787" y="676"/>
                    <a:pt x="343430" y="529"/>
                    <a:pt x="373063" y="0"/>
                  </a:cubicBezTo>
                  <a:lnTo>
                    <a:pt x="554038" y="1588"/>
                  </a:lnTo>
                  <a:cubicBezTo>
                    <a:pt x="556736" y="1633"/>
                    <a:pt x="559372" y="2465"/>
                    <a:pt x="561975" y="3175"/>
                  </a:cubicBezTo>
                  <a:cubicBezTo>
                    <a:pt x="565204" y="4056"/>
                    <a:pt x="568325" y="5292"/>
                    <a:pt x="571500" y="6350"/>
                  </a:cubicBezTo>
                  <a:cubicBezTo>
                    <a:pt x="576426" y="7992"/>
                    <a:pt x="577711" y="8172"/>
                    <a:pt x="582613" y="11113"/>
                  </a:cubicBezTo>
                  <a:cubicBezTo>
                    <a:pt x="596259" y="19300"/>
                    <a:pt x="587321" y="15858"/>
                    <a:pt x="596900" y="19050"/>
                  </a:cubicBezTo>
                  <a:cubicBezTo>
                    <a:pt x="598488" y="20108"/>
                    <a:pt x="599956" y="21372"/>
                    <a:pt x="601663" y="22225"/>
                  </a:cubicBezTo>
                  <a:cubicBezTo>
                    <a:pt x="604212" y="23499"/>
                    <a:pt x="607281" y="23744"/>
                    <a:pt x="609600" y="25400"/>
                  </a:cubicBezTo>
                  <a:cubicBezTo>
                    <a:pt x="611153" y="26509"/>
                    <a:pt x="611426" y="28814"/>
                    <a:pt x="612775" y="30163"/>
                  </a:cubicBezTo>
                  <a:cubicBezTo>
                    <a:pt x="614124" y="31512"/>
                    <a:pt x="615950" y="32280"/>
                    <a:pt x="617538" y="33338"/>
                  </a:cubicBezTo>
                  <a:cubicBezTo>
                    <a:pt x="628888" y="50361"/>
                    <a:pt x="611209" y="24520"/>
                    <a:pt x="625475" y="42863"/>
                  </a:cubicBezTo>
                  <a:cubicBezTo>
                    <a:pt x="627818" y="45875"/>
                    <a:pt x="631825" y="52388"/>
                    <a:pt x="631825" y="52388"/>
                  </a:cubicBezTo>
                  <a:cubicBezTo>
                    <a:pt x="631296" y="60325"/>
                    <a:pt x="631116" y="68294"/>
                    <a:pt x="630238" y="76200"/>
                  </a:cubicBezTo>
                  <a:cubicBezTo>
                    <a:pt x="629679" y="81229"/>
                    <a:pt x="624480" y="87219"/>
                    <a:pt x="622300" y="90488"/>
                  </a:cubicBezTo>
                  <a:cubicBezTo>
                    <a:pt x="619959" y="94000"/>
                    <a:pt x="618027" y="97570"/>
                    <a:pt x="614363" y="100013"/>
                  </a:cubicBezTo>
                  <a:cubicBezTo>
                    <a:pt x="612971" y="100941"/>
                    <a:pt x="611188" y="101071"/>
                    <a:pt x="609600" y="101600"/>
                  </a:cubicBezTo>
                  <a:cubicBezTo>
                    <a:pt x="608542" y="103188"/>
                    <a:pt x="607774" y="105014"/>
                    <a:pt x="606425" y="106363"/>
                  </a:cubicBezTo>
                  <a:cubicBezTo>
                    <a:pt x="603347" y="109441"/>
                    <a:pt x="600774" y="109834"/>
                    <a:pt x="596900" y="111125"/>
                  </a:cubicBezTo>
                  <a:lnTo>
                    <a:pt x="582613" y="120650"/>
                  </a:lnTo>
                  <a:cubicBezTo>
                    <a:pt x="581025" y="121708"/>
                    <a:pt x="579660" y="123221"/>
                    <a:pt x="577850" y="123825"/>
                  </a:cubicBezTo>
                  <a:cubicBezTo>
                    <a:pt x="576263" y="124354"/>
                    <a:pt x="574585" y="124665"/>
                    <a:pt x="573088" y="125413"/>
                  </a:cubicBezTo>
                  <a:cubicBezTo>
                    <a:pt x="571381" y="126266"/>
                    <a:pt x="570069" y="127813"/>
                    <a:pt x="568325" y="128588"/>
                  </a:cubicBezTo>
                  <a:cubicBezTo>
                    <a:pt x="565267" y="129947"/>
                    <a:pt x="561975" y="130705"/>
                    <a:pt x="558800" y="131763"/>
                  </a:cubicBezTo>
                  <a:lnTo>
                    <a:pt x="554038" y="133350"/>
                  </a:lnTo>
                  <a:cubicBezTo>
                    <a:pt x="542212" y="141233"/>
                    <a:pt x="556736" y="131101"/>
                    <a:pt x="544513" y="141288"/>
                  </a:cubicBezTo>
                  <a:cubicBezTo>
                    <a:pt x="538718" y="146117"/>
                    <a:pt x="540115" y="142632"/>
                    <a:pt x="534988" y="149225"/>
                  </a:cubicBezTo>
                  <a:cubicBezTo>
                    <a:pt x="532645" y="152237"/>
                    <a:pt x="530755" y="155575"/>
                    <a:pt x="528638" y="158750"/>
                  </a:cubicBezTo>
                  <a:cubicBezTo>
                    <a:pt x="527580" y="160338"/>
                    <a:pt x="526812" y="162164"/>
                    <a:pt x="525463" y="163513"/>
                  </a:cubicBezTo>
                  <a:cubicBezTo>
                    <a:pt x="511558" y="177415"/>
                    <a:pt x="528568" y="159786"/>
                    <a:pt x="517525" y="173038"/>
                  </a:cubicBezTo>
                  <a:cubicBezTo>
                    <a:pt x="516088" y="174763"/>
                    <a:pt x="514200" y="176075"/>
                    <a:pt x="512763" y="177800"/>
                  </a:cubicBezTo>
                  <a:cubicBezTo>
                    <a:pt x="511542" y="179266"/>
                    <a:pt x="510363" y="180819"/>
                    <a:pt x="509588" y="182563"/>
                  </a:cubicBezTo>
                  <a:cubicBezTo>
                    <a:pt x="508229" y="185621"/>
                    <a:pt x="508780" y="189722"/>
                    <a:pt x="506413" y="192088"/>
                  </a:cubicBezTo>
                  <a:cubicBezTo>
                    <a:pt x="500301" y="198199"/>
                    <a:pt x="502895" y="194982"/>
                    <a:pt x="498475" y="201613"/>
                  </a:cubicBezTo>
                  <a:lnTo>
                    <a:pt x="495300" y="211138"/>
                  </a:lnTo>
                  <a:cubicBezTo>
                    <a:pt x="491371" y="222927"/>
                    <a:pt x="493713" y="214234"/>
                    <a:pt x="493713" y="238125"/>
                  </a:cubicBezTo>
                </a:path>
              </a:pathLst>
            </a:custGeom>
            <a:noFill/>
            <a:ln w="25400">
              <a:solidFill>
                <a:srgbClr val="7FC7CC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" name="Freihandform 54"/>
            <p:cNvSpPr/>
            <p:nvPr/>
          </p:nvSpPr>
          <p:spPr>
            <a:xfrm>
              <a:off x="6392863" y="2709863"/>
              <a:ext cx="152628" cy="463550"/>
            </a:xfrm>
            <a:custGeom>
              <a:avLst/>
              <a:gdLst>
                <a:gd name="connsiteX0" fmla="*/ 0 w 152628"/>
                <a:gd name="connsiteY0" fmla="*/ 0 h 463550"/>
                <a:gd name="connsiteX1" fmla="*/ 4762 w 152628"/>
                <a:gd name="connsiteY1" fmla="*/ 22225 h 463550"/>
                <a:gd name="connsiteX2" fmla="*/ 11112 w 152628"/>
                <a:gd name="connsiteY2" fmla="*/ 31750 h 463550"/>
                <a:gd name="connsiteX3" fmla="*/ 20637 w 152628"/>
                <a:gd name="connsiteY3" fmla="*/ 38100 h 463550"/>
                <a:gd name="connsiteX4" fmla="*/ 23812 w 152628"/>
                <a:gd name="connsiteY4" fmla="*/ 42862 h 463550"/>
                <a:gd name="connsiteX5" fmla="*/ 33337 w 152628"/>
                <a:gd name="connsiteY5" fmla="*/ 53975 h 463550"/>
                <a:gd name="connsiteX6" fmla="*/ 36512 w 152628"/>
                <a:gd name="connsiteY6" fmla="*/ 60325 h 463550"/>
                <a:gd name="connsiteX7" fmla="*/ 41275 w 152628"/>
                <a:gd name="connsiteY7" fmla="*/ 63500 h 463550"/>
                <a:gd name="connsiteX8" fmla="*/ 52387 w 152628"/>
                <a:gd name="connsiteY8" fmla="*/ 74612 h 463550"/>
                <a:gd name="connsiteX9" fmla="*/ 52387 w 152628"/>
                <a:gd name="connsiteY9" fmla="*/ 74612 h 463550"/>
                <a:gd name="connsiteX10" fmla="*/ 65087 w 152628"/>
                <a:gd name="connsiteY10" fmla="*/ 90487 h 463550"/>
                <a:gd name="connsiteX11" fmla="*/ 74612 w 152628"/>
                <a:gd name="connsiteY11" fmla="*/ 98425 h 463550"/>
                <a:gd name="connsiteX12" fmla="*/ 88900 w 152628"/>
                <a:gd name="connsiteY12" fmla="*/ 114300 h 463550"/>
                <a:gd name="connsiteX13" fmla="*/ 93662 w 152628"/>
                <a:gd name="connsiteY13" fmla="*/ 119062 h 463550"/>
                <a:gd name="connsiteX14" fmla="*/ 100012 w 152628"/>
                <a:gd name="connsiteY14" fmla="*/ 128587 h 463550"/>
                <a:gd name="connsiteX15" fmla="*/ 103187 w 152628"/>
                <a:gd name="connsiteY15" fmla="*/ 133350 h 463550"/>
                <a:gd name="connsiteX16" fmla="*/ 107950 w 152628"/>
                <a:gd name="connsiteY16" fmla="*/ 138112 h 463550"/>
                <a:gd name="connsiteX17" fmla="*/ 120650 w 152628"/>
                <a:gd name="connsiteY17" fmla="*/ 158750 h 463550"/>
                <a:gd name="connsiteX18" fmla="*/ 127000 w 152628"/>
                <a:gd name="connsiteY18" fmla="*/ 176212 h 463550"/>
                <a:gd name="connsiteX19" fmla="*/ 130175 w 152628"/>
                <a:gd name="connsiteY19" fmla="*/ 180975 h 463550"/>
                <a:gd name="connsiteX20" fmla="*/ 133350 w 152628"/>
                <a:gd name="connsiteY20" fmla="*/ 195262 h 463550"/>
                <a:gd name="connsiteX21" fmla="*/ 136525 w 152628"/>
                <a:gd name="connsiteY21" fmla="*/ 206375 h 463550"/>
                <a:gd name="connsiteX22" fmla="*/ 139700 w 152628"/>
                <a:gd name="connsiteY22" fmla="*/ 211137 h 463550"/>
                <a:gd name="connsiteX23" fmla="*/ 142875 w 152628"/>
                <a:gd name="connsiteY23" fmla="*/ 223837 h 463550"/>
                <a:gd name="connsiteX24" fmla="*/ 144462 w 152628"/>
                <a:gd name="connsiteY24" fmla="*/ 228600 h 463550"/>
                <a:gd name="connsiteX25" fmla="*/ 146050 w 152628"/>
                <a:gd name="connsiteY25" fmla="*/ 236537 h 463550"/>
                <a:gd name="connsiteX26" fmla="*/ 149225 w 152628"/>
                <a:gd name="connsiteY26" fmla="*/ 246062 h 463550"/>
                <a:gd name="connsiteX27" fmla="*/ 150812 w 152628"/>
                <a:gd name="connsiteY27" fmla="*/ 258762 h 463550"/>
                <a:gd name="connsiteX28" fmla="*/ 152400 w 152628"/>
                <a:gd name="connsiteY28" fmla="*/ 265112 h 463550"/>
                <a:gd name="connsiteX29" fmla="*/ 152400 w 152628"/>
                <a:gd name="connsiteY29" fmla="*/ 463550 h 463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52628" h="463550">
                  <a:moveTo>
                    <a:pt x="0" y="0"/>
                  </a:moveTo>
                  <a:cubicBezTo>
                    <a:pt x="1006" y="7044"/>
                    <a:pt x="1718" y="15630"/>
                    <a:pt x="4762" y="22225"/>
                  </a:cubicBezTo>
                  <a:cubicBezTo>
                    <a:pt x="6361" y="25690"/>
                    <a:pt x="7937" y="29633"/>
                    <a:pt x="11112" y="31750"/>
                  </a:cubicBezTo>
                  <a:lnTo>
                    <a:pt x="20637" y="38100"/>
                  </a:lnTo>
                  <a:cubicBezTo>
                    <a:pt x="21695" y="39687"/>
                    <a:pt x="22591" y="41396"/>
                    <a:pt x="23812" y="42862"/>
                  </a:cubicBezTo>
                  <a:cubicBezTo>
                    <a:pt x="30306" y="50654"/>
                    <a:pt x="27393" y="44464"/>
                    <a:pt x="33337" y="53975"/>
                  </a:cubicBezTo>
                  <a:cubicBezTo>
                    <a:pt x="34591" y="55982"/>
                    <a:pt x="34997" y="58507"/>
                    <a:pt x="36512" y="60325"/>
                  </a:cubicBezTo>
                  <a:cubicBezTo>
                    <a:pt x="37734" y="61791"/>
                    <a:pt x="39857" y="62224"/>
                    <a:pt x="41275" y="63500"/>
                  </a:cubicBezTo>
                  <a:cubicBezTo>
                    <a:pt x="45169" y="67004"/>
                    <a:pt x="48683" y="70908"/>
                    <a:pt x="52387" y="74612"/>
                  </a:cubicBezTo>
                  <a:lnTo>
                    <a:pt x="52387" y="74612"/>
                  </a:lnTo>
                  <a:cubicBezTo>
                    <a:pt x="57834" y="82782"/>
                    <a:pt x="58050" y="84455"/>
                    <a:pt x="65087" y="90487"/>
                  </a:cubicBezTo>
                  <a:cubicBezTo>
                    <a:pt x="73005" y="97274"/>
                    <a:pt x="66987" y="89528"/>
                    <a:pt x="74612" y="98425"/>
                  </a:cubicBezTo>
                  <a:cubicBezTo>
                    <a:pt x="89516" y="115813"/>
                    <a:pt x="64868" y="90268"/>
                    <a:pt x="88900" y="114300"/>
                  </a:cubicBezTo>
                  <a:cubicBezTo>
                    <a:pt x="90487" y="115887"/>
                    <a:pt x="92417" y="117194"/>
                    <a:pt x="93662" y="119062"/>
                  </a:cubicBezTo>
                  <a:lnTo>
                    <a:pt x="100012" y="128587"/>
                  </a:lnTo>
                  <a:cubicBezTo>
                    <a:pt x="101070" y="130175"/>
                    <a:pt x="101838" y="132001"/>
                    <a:pt x="103187" y="133350"/>
                  </a:cubicBezTo>
                  <a:cubicBezTo>
                    <a:pt x="104775" y="134937"/>
                    <a:pt x="106678" y="136262"/>
                    <a:pt x="107950" y="138112"/>
                  </a:cubicBezTo>
                  <a:cubicBezTo>
                    <a:pt x="112526" y="144768"/>
                    <a:pt x="120650" y="158750"/>
                    <a:pt x="120650" y="158750"/>
                  </a:cubicBezTo>
                  <a:cubicBezTo>
                    <a:pt x="122132" y="163197"/>
                    <a:pt x="124790" y="171793"/>
                    <a:pt x="127000" y="176212"/>
                  </a:cubicBezTo>
                  <a:cubicBezTo>
                    <a:pt x="127853" y="177919"/>
                    <a:pt x="129117" y="179387"/>
                    <a:pt x="130175" y="180975"/>
                  </a:cubicBezTo>
                  <a:cubicBezTo>
                    <a:pt x="133041" y="198177"/>
                    <a:pt x="130222" y="184314"/>
                    <a:pt x="133350" y="195262"/>
                  </a:cubicBezTo>
                  <a:cubicBezTo>
                    <a:pt x="134030" y="197642"/>
                    <a:pt x="135254" y="203833"/>
                    <a:pt x="136525" y="206375"/>
                  </a:cubicBezTo>
                  <a:cubicBezTo>
                    <a:pt x="137378" y="208081"/>
                    <a:pt x="138642" y="209550"/>
                    <a:pt x="139700" y="211137"/>
                  </a:cubicBezTo>
                  <a:cubicBezTo>
                    <a:pt x="140758" y="215370"/>
                    <a:pt x="141496" y="219697"/>
                    <a:pt x="142875" y="223837"/>
                  </a:cubicBezTo>
                  <a:cubicBezTo>
                    <a:pt x="143404" y="225425"/>
                    <a:pt x="144056" y="226976"/>
                    <a:pt x="144462" y="228600"/>
                  </a:cubicBezTo>
                  <a:cubicBezTo>
                    <a:pt x="145116" y="231218"/>
                    <a:pt x="145340" y="233934"/>
                    <a:pt x="146050" y="236537"/>
                  </a:cubicBezTo>
                  <a:cubicBezTo>
                    <a:pt x="146931" y="239766"/>
                    <a:pt x="149225" y="246062"/>
                    <a:pt x="149225" y="246062"/>
                  </a:cubicBezTo>
                  <a:cubicBezTo>
                    <a:pt x="149754" y="250295"/>
                    <a:pt x="150111" y="254554"/>
                    <a:pt x="150812" y="258762"/>
                  </a:cubicBezTo>
                  <a:cubicBezTo>
                    <a:pt x="151171" y="260914"/>
                    <a:pt x="152383" y="262930"/>
                    <a:pt x="152400" y="265112"/>
                  </a:cubicBezTo>
                  <a:cubicBezTo>
                    <a:pt x="152913" y="331256"/>
                    <a:pt x="152400" y="397404"/>
                    <a:pt x="152400" y="463550"/>
                  </a:cubicBezTo>
                </a:path>
              </a:pathLst>
            </a:custGeom>
            <a:noFill/>
            <a:ln w="15875">
              <a:solidFill>
                <a:srgbClr val="7FC7CC"/>
              </a:solidFill>
              <a:prstDash val="sysDash"/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56" name="Freihandform 55"/>
          <p:cNvSpPr/>
          <p:nvPr/>
        </p:nvSpPr>
        <p:spPr>
          <a:xfrm>
            <a:off x="5597525" y="2847975"/>
            <a:ext cx="1184275" cy="1933575"/>
          </a:xfrm>
          <a:custGeom>
            <a:avLst/>
            <a:gdLst>
              <a:gd name="connsiteX0" fmla="*/ 1165225 w 1184275"/>
              <a:gd name="connsiteY0" fmla="*/ 63500 h 1933575"/>
              <a:gd name="connsiteX1" fmla="*/ 1184275 w 1184275"/>
              <a:gd name="connsiteY1" fmla="*/ 1828800 h 1933575"/>
              <a:gd name="connsiteX2" fmla="*/ 952500 w 1184275"/>
              <a:gd name="connsiteY2" fmla="*/ 1892300 h 1933575"/>
              <a:gd name="connsiteX3" fmla="*/ 609600 w 1184275"/>
              <a:gd name="connsiteY3" fmla="*/ 1933575 h 1933575"/>
              <a:gd name="connsiteX4" fmla="*/ 266700 w 1184275"/>
              <a:gd name="connsiteY4" fmla="*/ 1895475 h 1933575"/>
              <a:gd name="connsiteX5" fmla="*/ 22225 w 1184275"/>
              <a:gd name="connsiteY5" fmla="*/ 1816100 h 1933575"/>
              <a:gd name="connsiteX6" fmla="*/ 0 w 1184275"/>
              <a:gd name="connsiteY6" fmla="*/ 0 h 1933575"/>
              <a:gd name="connsiteX7" fmla="*/ 133350 w 1184275"/>
              <a:gd name="connsiteY7" fmla="*/ 66675 h 1933575"/>
              <a:gd name="connsiteX8" fmla="*/ 349250 w 1184275"/>
              <a:gd name="connsiteY8" fmla="*/ 95250 h 1933575"/>
              <a:gd name="connsiteX9" fmla="*/ 644525 w 1184275"/>
              <a:gd name="connsiteY9" fmla="*/ 92075 h 1933575"/>
              <a:gd name="connsiteX10" fmla="*/ 825500 w 1184275"/>
              <a:gd name="connsiteY10" fmla="*/ 92075 h 1933575"/>
              <a:gd name="connsiteX11" fmla="*/ 1089025 w 1184275"/>
              <a:gd name="connsiteY11" fmla="*/ 63500 h 1933575"/>
              <a:gd name="connsiteX12" fmla="*/ 1165225 w 1184275"/>
              <a:gd name="connsiteY12" fmla="*/ 63500 h 1933575"/>
              <a:gd name="connsiteX0" fmla="*/ 1165225 w 1184275"/>
              <a:gd name="connsiteY0" fmla="*/ 44450 h 1933575"/>
              <a:gd name="connsiteX1" fmla="*/ 1184275 w 1184275"/>
              <a:gd name="connsiteY1" fmla="*/ 1828800 h 1933575"/>
              <a:gd name="connsiteX2" fmla="*/ 952500 w 1184275"/>
              <a:gd name="connsiteY2" fmla="*/ 1892300 h 1933575"/>
              <a:gd name="connsiteX3" fmla="*/ 609600 w 1184275"/>
              <a:gd name="connsiteY3" fmla="*/ 1933575 h 1933575"/>
              <a:gd name="connsiteX4" fmla="*/ 266700 w 1184275"/>
              <a:gd name="connsiteY4" fmla="*/ 1895475 h 1933575"/>
              <a:gd name="connsiteX5" fmla="*/ 22225 w 1184275"/>
              <a:gd name="connsiteY5" fmla="*/ 1816100 h 1933575"/>
              <a:gd name="connsiteX6" fmla="*/ 0 w 1184275"/>
              <a:gd name="connsiteY6" fmla="*/ 0 h 1933575"/>
              <a:gd name="connsiteX7" fmla="*/ 133350 w 1184275"/>
              <a:gd name="connsiteY7" fmla="*/ 66675 h 1933575"/>
              <a:gd name="connsiteX8" fmla="*/ 349250 w 1184275"/>
              <a:gd name="connsiteY8" fmla="*/ 95250 h 1933575"/>
              <a:gd name="connsiteX9" fmla="*/ 644525 w 1184275"/>
              <a:gd name="connsiteY9" fmla="*/ 92075 h 1933575"/>
              <a:gd name="connsiteX10" fmla="*/ 825500 w 1184275"/>
              <a:gd name="connsiteY10" fmla="*/ 92075 h 1933575"/>
              <a:gd name="connsiteX11" fmla="*/ 1089025 w 1184275"/>
              <a:gd name="connsiteY11" fmla="*/ 63500 h 1933575"/>
              <a:gd name="connsiteX12" fmla="*/ 1165225 w 1184275"/>
              <a:gd name="connsiteY12" fmla="*/ 44450 h 1933575"/>
              <a:gd name="connsiteX0" fmla="*/ 1165225 w 1184275"/>
              <a:gd name="connsiteY0" fmla="*/ 19050 h 1933575"/>
              <a:gd name="connsiteX1" fmla="*/ 1184275 w 1184275"/>
              <a:gd name="connsiteY1" fmla="*/ 1828800 h 1933575"/>
              <a:gd name="connsiteX2" fmla="*/ 952500 w 1184275"/>
              <a:gd name="connsiteY2" fmla="*/ 1892300 h 1933575"/>
              <a:gd name="connsiteX3" fmla="*/ 609600 w 1184275"/>
              <a:gd name="connsiteY3" fmla="*/ 1933575 h 1933575"/>
              <a:gd name="connsiteX4" fmla="*/ 266700 w 1184275"/>
              <a:gd name="connsiteY4" fmla="*/ 1895475 h 1933575"/>
              <a:gd name="connsiteX5" fmla="*/ 22225 w 1184275"/>
              <a:gd name="connsiteY5" fmla="*/ 1816100 h 1933575"/>
              <a:gd name="connsiteX6" fmla="*/ 0 w 1184275"/>
              <a:gd name="connsiteY6" fmla="*/ 0 h 1933575"/>
              <a:gd name="connsiteX7" fmla="*/ 133350 w 1184275"/>
              <a:gd name="connsiteY7" fmla="*/ 66675 h 1933575"/>
              <a:gd name="connsiteX8" fmla="*/ 349250 w 1184275"/>
              <a:gd name="connsiteY8" fmla="*/ 95250 h 1933575"/>
              <a:gd name="connsiteX9" fmla="*/ 644525 w 1184275"/>
              <a:gd name="connsiteY9" fmla="*/ 92075 h 1933575"/>
              <a:gd name="connsiteX10" fmla="*/ 825500 w 1184275"/>
              <a:gd name="connsiteY10" fmla="*/ 92075 h 1933575"/>
              <a:gd name="connsiteX11" fmla="*/ 1089025 w 1184275"/>
              <a:gd name="connsiteY11" fmla="*/ 63500 h 1933575"/>
              <a:gd name="connsiteX12" fmla="*/ 1165225 w 1184275"/>
              <a:gd name="connsiteY12" fmla="*/ 19050 h 1933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84275" h="1933575">
                <a:moveTo>
                  <a:pt x="1165225" y="19050"/>
                </a:moveTo>
                <a:lnTo>
                  <a:pt x="1184275" y="1828800"/>
                </a:lnTo>
                <a:lnTo>
                  <a:pt x="952500" y="1892300"/>
                </a:lnTo>
                <a:lnTo>
                  <a:pt x="609600" y="1933575"/>
                </a:lnTo>
                <a:lnTo>
                  <a:pt x="266700" y="1895475"/>
                </a:lnTo>
                <a:lnTo>
                  <a:pt x="22225" y="1816100"/>
                </a:lnTo>
                <a:lnTo>
                  <a:pt x="0" y="0"/>
                </a:lnTo>
                <a:lnTo>
                  <a:pt x="133350" y="66675"/>
                </a:lnTo>
                <a:lnTo>
                  <a:pt x="349250" y="95250"/>
                </a:lnTo>
                <a:lnTo>
                  <a:pt x="644525" y="92075"/>
                </a:lnTo>
                <a:lnTo>
                  <a:pt x="825500" y="92075"/>
                </a:lnTo>
                <a:lnTo>
                  <a:pt x="1089025" y="63500"/>
                </a:lnTo>
                <a:lnTo>
                  <a:pt x="1165225" y="19050"/>
                </a:lnTo>
                <a:close/>
              </a:path>
            </a:pathLst>
          </a:custGeom>
          <a:gradFill>
            <a:gsLst>
              <a:gs pos="49000">
                <a:srgbClr val="EF8511">
                  <a:alpha val="52000"/>
                </a:srgbClr>
              </a:gs>
              <a:gs pos="100000">
                <a:srgbClr val="0070C0">
                  <a:alpha val="24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1" name="Freihandform 60"/>
          <p:cNvSpPr/>
          <p:nvPr/>
        </p:nvSpPr>
        <p:spPr>
          <a:xfrm>
            <a:off x="5775960" y="2663807"/>
            <a:ext cx="631825" cy="238125"/>
          </a:xfrm>
          <a:custGeom>
            <a:avLst/>
            <a:gdLst>
              <a:gd name="connsiteX0" fmla="*/ 25400 w 631825"/>
              <a:gd name="connsiteY0" fmla="*/ 233363 h 238125"/>
              <a:gd name="connsiteX1" fmla="*/ 26988 w 631825"/>
              <a:gd name="connsiteY1" fmla="*/ 225425 h 238125"/>
              <a:gd name="connsiteX2" fmla="*/ 30163 w 631825"/>
              <a:gd name="connsiteY2" fmla="*/ 220663 h 238125"/>
              <a:gd name="connsiteX3" fmla="*/ 28575 w 631825"/>
              <a:gd name="connsiteY3" fmla="*/ 173038 h 238125"/>
              <a:gd name="connsiteX4" fmla="*/ 19050 w 631825"/>
              <a:gd name="connsiteY4" fmla="*/ 166688 h 238125"/>
              <a:gd name="connsiteX5" fmla="*/ 14288 w 631825"/>
              <a:gd name="connsiteY5" fmla="*/ 160338 h 238125"/>
              <a:gd name="connsiteX6" fmla="*/ 9525 w 631825"/>
              <a:gd name="connsiteY6" fmla="*/ 150813 h 238125"/>
              <a:gd name="connsiteX7" fmla="*/ 4763 w 631825"/>
              <a:gd name="connsiteY7" fmla="*/ 147638 h 238125"/>
              <a:gd name="connsiteX8" fmla="*/ 3175 w 631825"/>
              <a:gd name="connsiteY8" fmla="*/ 139700 h 238125"/>
              <a:gd name="connsiteX9" fmla="*/ 1588 w 631825"/>
              <a:gd name="connsiteY9" fmla="*/ 134938 h 238125"/>
              <a:gd name="connsiteX10" fmla="*/ 0 w 631825"/>
              <a:gd name="connsiteY10" fmla="*/ 125413 h 238125"/>
              <a:gd name="connsiteX11" fmla="*/ 3175 w 631825"/>
              <a:gd name="connsiteY11" fmla="*/ 84138 h 238125"/>
              <a:gd name="connsiteX12" fmla="*/ 11113 w 631825"/>
              <a:gd name="connsiteY12" fmla="*/ 69850 h 238125"/>
              <a:gd name="connsiteX13" fmla="*/ 25400 w 631825"/>
              <a:gd name="connsiteY13" fmla="*/ 58738 h 238125"/>
              <a:gd name="connsiteX14" fmla="*/ 30163 w 631825"/>
              <a:gd name="connsiteY14" fmla="*/ 53975 h 238125"/>
              <a:gd name="connsiteX15" fmla="*/ 38100 w 631825"/>
              <a:gd name="connsiteY15" fmla="*/ 52388 h 238125"/>
              <a:gd name="connsiteX16" fmla="*/ 49213 w 631825"/>
              <a:gd name="connsiteY16" fmla="*/ 49213 h 238125"/>
              <a:gd name="connsiteX17" fmla="*/ 57150 w 631825"/>
              <a:gd name="connsiteY17" fmla="*/ 46038 h 238125"/>
              <a:gd name="connsiteX18" fmla="*/ 61913 w 631825"/>
              <a:gd name="connsiteY18" fmla="*/ 44450 h 238125"/>
              <a:gd name="connsiteX19" fmla="*/ 71438 w 631825"/>
              <a:gd name="connsiteY19" fmla="*/ 39688 h 238125"/>
              <a:gd name="connsiteX20" fmla="*/ 76200 w 631825"/>
              <a:gd name="connsiteY20" fmla="*/ 36513 h 238125"/>
              <a:gd name="connsiteX21" fmla="*/ 85725 w 631825"/>
              <a:gd name="connsiteY21" fmla="*/ 33338 h 238125"/>
              <a:gd name="connsiteX22" fmla="*/ 96838 w 631825"/>
              <a:gd name="connsiteY22" fmla="*/ 30163 h 238125"/>
              <a:gd name="connsiteX23" fmla="*/ 107950 w 631825"/>
              <a:gd name="connsiteY23" fmla="*/ 28575 h 238125"/>
              <a:gd name="connsiteX24" fmla="*/ 117475 w 631825"/>
              <a:gd name="connsiteY24" fmla="*/ 25400 h 238125"/>
              <a:gd name="connsiteX25" fmla="*/ 130175 w 631825"/>
              <a:gd name="connsiteY25" fmla="*/ 22225 h 238125"/>
              <a:gd name="connsiteX26" fmla="*/ 134938 w 631825"/>
              <a:gd name="connsiteY26" fmla="*/ 19050 h 238125"/>
              <a:gd name="connsiteX27" fmla="*/ 149225 w 631825"/>
              <a:gd name="connsiteY27" fmla="*/ 17463 h 238125"/>
              <a:gd name="connsiteX28" fmla="*/ 158750 w 631825"/>
              <a:gd name="connsiteY28" fmla="*/ 15875 h 238125"/>
              <a:gd name="connsiteX29" fmla="*/ 180975 w 631825"/>
              <a:gd name="connsiteY29" fmla="*/ 11113 h 238125"/>
              <a:gd name="connsiteX30" fmla="*/ 230188 w 631825"/>
              <a:gd name="connsiteY30" fmla="*/ 6350 h 238125"/>
              <a:gd name="connsiteX31" fmla="*/ 269875 w 631825"/>
              <a:gd name="connsiteY31" fmla="*/ 3175 h 238125"/>
              <a:gd name="connsiteX32" fmla="*/ 284163 w 631825"/>
              <a:gd name="connsiteY32" fmla="*/ 1588 h 238125"/>
              <a:gd name="connsiteX33" fmla="*/ 373063 w 631825"/>
              <a:gd name="connsiteY33" fmla="*/ 0 h 238125"/>
              <a:gd name="connsiteX34" fmla="*/ 554038 w 631825"/>
              <a:gd name="connsiteY34" fmla="*/ 1588 h 238125"/>
              <a:gd name="connsiteX35" fmla="*/ 561975 w 631825"/>
              <a:gd name="connsiteY35" fmla="*/ 3175 h 238125"/>
              <a:gd name="connsiteX36" fmla="*/ 571500 w 631825"/>
              <a:gd name="connsiteY36" fmla="*/ 6350 h 238125"/>
              <a:gd name="connsiteX37" fmla="*/ 582613 w 631825"/>
              <a:gd name="connsiteY37" fmla="*/ 11113 h 238125"/>
              <a:gd name="connsiteX38" fmla="*/ 596900 w 631825"/>
              <a:gd name="connsiteY38" fmla="*/ 19050 h 238125"/>
              <a:gd name="connsiteX39" fmla="*/ 601663 w 631825"/>
              <a:gd name="connsiteY39" fmla="*/ 22225 h 238125"/>
              <a:gd name="connsiteX40" fmla="*/ 609600 w 631825"/>
              <a:gd name="connsiteY40" fmla="*/ 25400 h 238125"/>
              <a:gd name="connsiteX41" fmla="*/ 612775 w 631825"/>
              <a:gd name="connsiteY41" fmla="*/ 30163 h 238125"/>
              <a:gd name="connsiteX42" fmla="*/ 617538 w 631825"/>
              <a:gd name="connsiteY42" fmla="*/ 33338 h 238125"/>
              <a:gd name="connsiteX43" fmla="*/ 625475 w 631825"/>
              <a:gd name="connsiteY43" fmla="*/ 42863 h 238125"/>
              <a:gd name="connsiteX44" fmla="*/ 631825 w 631825"/>
              <a:gd name="connsiteY44" fmla="*/ 52388 h 238125"/>
              <a:gd name="connsiteX45" fmla="*/ 630238 w 631825"/>
              <a:gd name="connsiteY45" fmla="*/ 76200 h 238125"/>
              <a:gd name="connsiteX46" fmla="*/ 622300 w 631825"/>
              <a:gd name="connsiteY46" fmla="*/ 90488 h 238125"/>
              <a:gd name="connsiteX47" fmla="*/ 614363 w 631825"/>
              <a:gd name="connsiteY47" fmla="*/ 100013 h 238125"/>
              <a:gd name="connsiteX48" fmla="*/ 609600 w 631825"/>
              <a:gd name="connsiteY48" fmla="*/ 101600 h 238125"/>
              <a:gd name="connsiteX49" fmla="*/ 606425 w 631825"/>
              <a:gd name="connsiteY49" fmla="*/ 106363 h 238125"/>
              <a:gd name="connsiteX50" fmla="*/ 596900 w 631825"/>
              <a:gd name="connsiteY50" fmla="*/ 111125 h 238125"/>
              <a:gd name="connsiteX51" fmla="*/ 582613 w 631825"/>
              <a:gd name="connsiteY51" fmla="*/ 120650 h 238125"/>
              <a:gd name="connsiteX52" fmla="*/ 577850 w 631825"/>
              <a:gd name="connsiteY52" fmla="*/ 123825 h 238125"/>
              <a:gd name="connsiteX53" fmla="*/ 573088 w 631825"/>
              <a:gd name="connsiteY53" fmla="*/ 125413 h 238125"/>
              <a:gd name="connsiteX54" fmla="*/ 568325 w 631825"/>
              <a:gd name="connsiteY54" fmla="*/ 128588 h 238125"/>
              <a:gd name="connsiteX55" fmla="*/ 558800 w 631825"/>
              <a:gd name="connsiteY55" fmla="*/ 131763 h 238125"/>
              <a:gd name="connsiteX56" fmla="*/ 554038 w 631825"/>
              <a:gd name="connsiteY56" fmla="*/ 133350 h 238125"/>
              <a:gd name="connsiteX57" fmla="*/ 544513 w 631825"/>
              <a:gd name="connsiteY57" fmla="*/ 141288 h 238125"/>
              <a:gd name="connsiteX58" fmla="*/ 534988 w 631825"/>
              <a:gd name="connsiteY58" fmla="*/ 149225 h 238125"/>
              <a:gd name="connsiteX59" fmla="*/ 528638 w 631825"/>
              <a:gd name="connsiteY59" fmla="*/ 158750 h 238125"/>
              <a:gd name="connsiteX60" fmla="*/ 525463 w 631825"/>
              <a:gd name="connsiteY60" fmla="*/ 163513 h 238125"/>
              <a:gd name="connsiteX61" fmla="*/ 517525 w 631825"/>
              <a:gd name="connsiteY61" fmla="*/ 173038 h 238125"/>
              <a:gd name="connsiteX62" fmla="*/ 512763 w 631825"/>
              <a:gd name="connsiteY62" fmla="*/ 177800 h 238125"/>
              <a:gd name="connsiteX63" fmla="*/ 509588 w 631825"/>
              <a:gd name="connsiteY63" fmla="*/ 182563 h 238125"/>
              <a:gd name="connsiteX64" fmla="*/ 506413 w 631825"/>
              <a:gd name="connsiteY64" fmla="*/ 192088 h 238125"/>
              <a:gd name="connsiteX65" fmla="*/ 498475 w 631825"/>
              <a:gd name="connsiteY65" fmla="*/ 201613 h 238125"/>
              <a:gd name="connsiteX66" fmla="*/ 495300 w 631825"/>
              <a:gd name="connsiteY66" fmla="*/ 211138 h 238125"/>
              <a:gd name="connsiteX67" fmla="*/ 493713 w 631825"/>
              <a:gd name="connsiteY67" fmla="*/ 238125 h 238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631825" h="238125">
                <a:moveTo>
                  <a:pt x="25400" y="233363"/>
                </a:moveTo>
                <a:cubicBezTo>
                  <a:pt x="25929" y="230717"/>
                  <a:pt x="26040" y="227952"/>
                  <a:pt x="26988" y="225425"/>
                </a:cubicBezTo>
                <a:cubicBezTo>
                  <a:pt x="27658" y="223639"/>
                  <a:pt x="30105" y="222570"/>
                  <a:pt x="30163" y="220663"/>
                </a:cubicBezTo>
                <a:cubicBezTo>
                  <a:pt x="30644" y="204786"/>
                  <a:pt x="31778" y="188595"/>
                  <a:pt x="28575" y="173038"/>
                </a:cubicBezTo>
                <a:cubicBezTo>
                  <a:pt x="27805" y="169301"/>
                  <a:pt x="19050" y="166688"/>
                  <a:pt x="19050" y="166688"/>
                </a:cubicBezTo>
                <a:cubicBezTo>
                  <a:pt x="17463" y="164571"/>
                  <a:pt x="15601" y="162635"/>
                  <a:pt x="14288" y="160338"/>
                </a:cubicBezTo>
                <a:cubicBezTo>
                  <a:pt x="10845" y="154313"/>
                  <a:pt x="15055" y="156343"/>
                  <a:pt x="9525" y="150813"/>
                </a:cubicBezTo>
                <a:cubicBezTo>
                  <a:pt x="8176" y="149464"/>
                  <a:pt x="6350" y="148696"/>
                  <a:pt x="4763" y="147638"/>
                </a:cubicBezTo>
                <a:cubicBezTo>
                  <a:pt x="4234" y="144992"/>
                  <a:pt x="3829" y="142318"/>
                  <a:pt x="3175" y="139700"/>
                </a:cubicBezTo>
                <a:cubicBezTo>
                  <a:pt x="2769" y="138077"/>
                  <a:pt x="1951" y="136571"/>
                  <a:pt x="1588" y="134938"/>
                </a:cubicBezTo>
                <a:cubicBezTo>
                  <a:pt x="890" y="131796"/>
                  <a:pt x="529" y="128588"/>
                  <a:pt x="0" y="125413"/>
                </a:cubicBezTo>
                <a:cubicBezTo>
                  <a:pt x="1048" y="102355"/>
                  <a:pt x="-1118" y="99164"/>
                  <a:pt x="3175" y="84138"/>
                </a:cubicBezTo>
                <a:cubicBezTo>
                  <a:pt x="4772" y="78549"/>
                  <a:pt x="6567" y="74396"/>
                  <a:pt x="11113" y="69850"/>
                </a:cubicBezTo>
                <a:cubicBezTo>
                  <a:pt x="21821" y="59142"/>
                  <a:pt x="16378" y="61745"/>
                  <a:pt x="25400" y="58738"/>
                </a:cubicBezTo>
                <a:cubicBezTo>
                  <a:pt x="26988" y="57150"/>
                  <a:pt x="28155" y="54979"/>
                  <a:pt x="30163" y="53975"/>
                </a:cubicBezTo>
                <a:cubicBezTo>
                  <a:pt x="32576" y="52768"/>
                  <a:pt x="35466" y="52973"/>
                  <a:pt x="38100" y="52388"/>
                </a:cubicBezTo>
                <a:cubicBezTo>
                  <a:pt x="42183" y="51481"/>
                  <a:pt x="45364" y="50656"/>
                  <a:pt x="49213" y="49213"/>
                </a:cubicBezTo>
                <a:cubicBezTo>
                  <a:pt x="51881" y="48213"/>
                  <a:pt x="54482" y="47039"/>
                  <a:pt x="57150" y="46038"/>
                </a:cubicBezTo>
                <a:cubicBezTo>
                  <a:pt x="58717" y="45450"/>
                  <a:pt x="60416" y="45199"/>
                  <a:pt x="61913" y="44450"/>
                </a:cubicBezTo>
                <a:cubicBezTo>
                  <a:pt x="74215" y="38298"/>
                  <a:pt x="59472" y="43675"/>
                  <a:pt x="71438" y="39688"/>
                </a:cubicBezTo>
                <a:cubicBezTo>
                  <a:pt x="73025" y="38630"/>
                  <a:pt x="74457" y="37288"/>
                  <a:pt x="76200" y="36513"/>
                </a:cubicBezTo>
                <a:cubicBezTo>
                  <a:pt x="79258" y="35154"/>
                  <a:pt x="82550" y="34396"/>
                  <a:pt x="85725" y="33338"/>
                </a:cubicBezTo>
                <a:cubicBezTo>
                  <a:pt x="89811" y="31976"/>
                  <a:pt x="92445" y="30962"/>
                  <a:pt x="96838" y="30163"/>
                </a:cubicBezTo>
                <a:cubicBezTo>
                  <a:pt x="100519" y="29494"/>
                  <a:pt x="104246" y="29104"/>
                  <a:pt x="107950" y="28575"/>
                </a:cubicBezTo>
                <a:cubicBezTo>
                  <a:pt x="111125" y="27517"/>
                  <a:pt x="114193" y="26056"/>
                  <a:pt x="117475" y="25400"/>
                </a:cubicBezTo>
                <a:cubicBezTo>
                  <a:pt x="120500" y="24795"/>
                  <a:pt x="126917" y="23854"/>
                  <a:pt x="130175" y="22225"/>
                </a:cubicBezTo>
                <a:cubicBezTo>
                  <a:pt x="131882" y="21372"/>
                  <a:pt x="133087" y="19513"/>
                  <a:pt x="134938" y="19050"/>
                </a:cubicBezTo>
                <a:cubicBezTo>
                  <a:pt x="139587" y="17888"/>
                  <a:pt x="144475" y="18096"/>
                  <a:pt x="149225" y="17463"/>
                </a:cubicBezTo>
                <a:cubicBezTo>
                  <a:pt x="152416" y="17038"/>
                  <a:pt x="155603" y="16550"/>
                  <a:pt x="158750" y="15875"/>
                </a:cubicBezTo>
                <a:cubicBezTo>
                  <a:pt x="169960" y="13473"/>
                  <a:pt x="170548" y="12271"/>
                  <a:pt x="180975" y="11113"/>
                </a:cubicBezTo>
                <a:cubicBezTo>
                  <a:pt x="197355" y="9293"/>
                  <a:pt x="213789" y="7990"/>
                  <a:pt x="230188" y="6350"/>
                </a:cubicBezTo>
                <a:cubicBezTo>
                  <a:pt x="248054" y="1885"/>
                  <a:pt x="230670" y="5789"/>
                  <a:pt x="269875" y="3175"/>
                </a:cubicBezTo>
                <a:cubicBezTo>
                  <a:pt x="274656" y="2856"/>
                  <a:pt x="279373" y="1735"/>
                  <a:pt x="284163" y="1588"/>
                </a:cubicBezTo>
                <a:cubicBezTo>
                  <a:pt x="313787" y="676"/>
                  <a:pt x="343430" y="529"/>
                  <a:pt x="373063" y="0"/>
                </a:cubicBezTo>
                <a:lnTo>
                  <a:pt x="554038" y="1588"/>
                </a:lnTo>
                <a:cubicBezTo>
                  <a:pt x="556736" y="1633"/>
                  <a:pt x="559372" y="2465"/>
                  <a:pt x="561975" y="3175"/>
                </a:cubicBezTo>
                <a:cubicBezTo>
                  <a:pt x="565204" y="4056"/>
                  <a:pt x="568325" y="5292"/>
                  <a:pt x="571500" y="6350"/>
                </a:cubicBezTo>
                <a:cubicBezTo>
                  <a:pt x="576426" y="7992"/>
                  <a:pt x="577711" y="8172"/>
                  <a:pt x="582613" y="11113"/>
                </a:cubicBezTo>
                <a:cubicBezTo>
                  <a:pt x="596259" y="19300"/>
                  <a:pt x="587321" y="15858"/>
                  <a:pt x="596900" y="19050"/>
                </a:cubicBezTo>
                <a:cubicBezTo>
                  <a:pt x="598488" y="20108"/>
                  <a:pt x="599956" y="21372"/>
                  <a:pt x="601663" y="22225"/>
                </a:cubicBezTo>
                <a:cubicBezTo>
                  <a:pt x="604212" y="23499"/>
                  <a:pt x="607281" y="23744"/>
                  <a:pt x="609600" y="25400"/>
                </a:cubicBezTo>
                <a:cubicBezTo>
                  <a:pt x="611153" y="26509"/>
                  <a:pt x="611426" y="28814"/>
                  <a:pt x="612775" y="30163"/>
                </a:cubicBezTo>
                <a:cubicBezTo>
                  <a:pt x="614124" y="31512"/>
                  <a:pt x="615950" y="32280"/>
                  <a:pt x="617538" y="33338"/>
                </a:cubicBezTo>
                <a:cubicBezTo>
                  <a:pt x="628888" y="50361"/>
                  <a:pt x="611209" y="24520"/>
                  <a:pt x="625475" y="42863"/>
                </a:cubicBezTo>
                <a:cubicBezTo>
                  <a:pt x="627818" y="45875"/>
                  <a:pt x="631825" y="52388"/>
                  <a:pt x="631825" y="52388"/>
                </a:cubicBezTo>
                <a:cubicBezTo>
                  <a:pt x="631296" y="60325"/>
                  <a:pt x="631116" y="68294"/>
                  <a:pt x="630238" y="76200"/>
                </a:cubicBezTo>
                <a:cubicBezTo>
                  <a:pt x="629679" y="81229"/>
                  <a:pt x="624480" y="87219"/>
                  <a:pt x="622300" y="90488"/>
                </a:cubicBezTo>
                <a:cubicBezTo>
                  <a:pt x="619959" y="94000"/>
                  <a:pt x="618027" y="97570"/>
                  <a:pt x="614363" y="100013"/>
                </a:cubicBezTo>
                <a:cubicBezTo>
                  <a:pt x="612971" y="100941"/>
                  <a:pt x="611188" y="101071"/>
                  <a:pt x="609600" y="101600"/>
                </a:cubicBezTo>
                <a:cubicBezTo>
                  <a:pt x="608542" y="103188"/>
                  <a:pt x="607774" y="105014"/>
                  <a:pt x="606425" y="106363"/>
                </a:cubicBezTo>
                <a:cubicBezTo>
                  <a:pt x="603347" y="109441"/>
                  <a:pt x="600774" y="109834"/>
                  <a:pt x="596900" y="111125"/>
                </a:cubicBezTo>
                <a:lnTo>
                  <a:pt x="582613" y="120650"/>
                </a:lnTo>
                <a:cubicBezTo>
                  <a:pt x="581025" y="121708"/>
                  <a:pt x="579660" y="123221"/>
                  <a:pt x="577850" y="123825"/>
                </a:cubicBezTo>
                <a:cubicBezTo>
                  <a:pt x="576263" y="124354"/>
                  <a:pt x="574585" y="124665"/>
                  <a:pt x="573088" y="125413"/>
                </a:cubicBezTo>
                <a:cubicBezTo>
                  <a:pt x="571381" y="126266"/>
                  <a:pt x="570069" y="127813"/>
                  <a:pt x="568325" y="128588"/>
                </a:cubicBezTo>
                <a:cubicBezTo>
                  <a:pt x="565267" y="129947"/>
                  <a:pt x="561975" y="130705"/>
                  <a:pt x="558800" y="131763"/>
                </a:cubicBezTo>
                <a:lnTo>
                  <a:pt x="554038" y="133350"/>
                </a:lnTo>
                <a:cubicBezTo>
                  <a:pt x="542212" y="141233"/>
                  <a:pt x="556736" y="131101"/>
                  <a:pt x="544513" y="141288"/>
                </a:cubicBezTo>
                <a:cubicBezTo>
                  <a:pt x="538718" y="146117"/>
                  <a:pt x="540115" y="142632"/>
                  <a:pt x="534988" y="149225"/>
                </a:cubicBezTo>
                <a:cubicBezTo>
                  <a:pt x="532645" y="152237"/>
                  <a:pt x="530755" y="155575"/>
                  <a:pt x="528638" y="158750"/>
                </a:cubicBezTo>
                <a:cubicBezTo>
                  <a:pt x="527580" y="160338"/>
                  <a:pt x="526812" y="162164"/>
                  <a:pt x="525463" y="163513"/>
                </a:cubicBezTo>
                <a:cubicBezTo>
                  <a:pt x="511558" y="177415"/>
                  <a:pt x="528568" y="159786"/>
                  <a:pt x="517525" y="173038"/>
                </a:cubicBezTo>
                <a:cubicBezTo>
                  <a:pt x="516088" y="174763"/>
                  <a:pt x="514200" y="176075"/>
                  <a:pt x="512763" y="177800"/>
                </a:cubicBezTo>
                <a:cubicBezTo>
                  <a:pt x="511542" y="179266"/>
                  <a:pt x="510363" y="180819"/>
                  <a:pt x="509588" y="182563"/>
                </a:cubicBezTo>
                <a:cubicBezTo>
                  <a:pt x="508229" y="185621"/>
                  <a:pt x="508780" y="189722"/>
                  <a:pt x="506413" y="192088"/>
                </a:cubicBezTo>
                <a:cubicBezTo>
                  <a:pt x="500301" y="198199"/>
                  <a:pt x="502895" y="194982"/>
                  <a:pt x="498475" y="201613"/>
                </a:cubicBezTo>
                <a:lnTo>
                  <a:pt x="495300" y="211138"/>
                </a:lnTo>
                <a:cubicBezTo>
                  <a:pt x="491371" y="222927"/>
                  <a:pt x="493713" y="214234"/>
                  <a:pt x="493713" y="238125"/>
                </a:cubicBezTo>
              </a:path>
            </a:pathLst>
          </a:custGeom>
          <a:noFill/>
          <a:ln w="25400">
            <a:solidFill>
              <a:srgbClr val="EF851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2" name="Freihandform 61"/>
          <p:cNvSpPr/>
          <p:nvPr/>
        </p:nvSpPr>
        <p:spPr>
          <a:xfrm>
            <a:off x="6399848" y="2703495"/>
            <a:ext cx="152628" cy="463550"/>
          </a:xfrm>
          <a:custGeom>
            <a:avLst/>
            <a:gdLst>
              <a:gd name="connsiteX0" fmla="*/ 0 w 152628"/>
              <a:gd name="connsiteY0" fmla="*/ 0 h 463550"/>
              <a:gd name="connsiteX1" fmla="*/ 4762 w 152628"/>
              <a:gd name="connsiteY1" fmla="*/ 22225 h 463550"/>
              <a:gd name="connsiteX2" fmla="*/ 11112 w 152628"/>
              <a:gd name="connsiteY2" fmla="*/ 31750 h 463550"/>
              <a:gd name="connsiteX3" fmla="*/ 20637 w 152628"/>
              <a:gd name="connsiteY3" fmla="*/ 38100 h 463550"/>
              <a:gd name="connsiteX4" fmla="*/ 23812 w 152628"/>
              <a:gd name="connsiteY4" fmla="*/ 42862 h 463550"/>
              <a:gd name="connsiteX5" fmla="*/ 33337 w 152628"/>
              <a:gd name="connsiteY5" fmla="*/ 53975 h 463550"/>
              <a:gd name="connsiteX6" fmla="*/ 36512 w 152628"/>
              <a:gd name="connsiteY6" fmla="*/ 60325 h 463550"/>
              <a:gd name="connsiteX7" fmla="*/ 41275 w 152628"/>
              <a:gd name="connsiteY7" fmla="*/ 63500 h 463550"/>
              <a:gd name="connsiteX8" fmla="*/ 52387 w 152628"/>
              <a:gd name="connsiteY8" fmla="*/ 74612 h 463550"/>
              <a:gd name="connsiteX9" fmla="*/ 52387 w 152628"/>
              <a:gd name="connsiteY9" fmla="*/ 74612 h 463550"/>
              <a:gd name="connsiteX10" fmla="*/ 65087 w 152628"/>
              <a:gd name="connsiteY10" fmla="*/ 90487 h 463550"/>
              <a:gd name="connsiteX11" fmla="*/ 74612 w 152628"/>
              <a:gd name="connsiteY11" fmla="*/ 98425 h 463550"/>
              <a:gd name="connsiteX12" fmla="*/ 88900 w 152628"/>
              <a:gd name="connsiteY12" fmla="*/ 114300 h 463550"/>
              <a:gd name="connsiteX13" fmla="*/ 93662 w 152628"/>
              <a:gd name="connsiteY13" fmla="*/ 119062 h 463550"/>
              <a:gd name="connsiteX14" fmla="*/ 100012 w 152628"/>
              <a:gd name="connsiteY14" fmla="*/ 128587 h 463550"/>
              <a:gd name="connsiteX15" fmla="*/ 103187 w 152628"/>
              <a:gd name="connsiteY15" fmla="*/ 133350 h 463550"/>
              <a:gd name="connsiteX16" fmla="*/ 107950 w 152628"/>
              <a:gd name="connsiteY16" fmla="*/ 138112 h 463550"/>
              <a:gd name="connsiteX17" fmla="*/ 120650 w 152628"/>
              <a:gd name="connsiteY17" fmla="*/ 158750 h 463550"/>
              <a:gd name="connsiteX18" fmla="*/ 127000 w 152628"/>
              <a:gd name="connsiteY18" fmla="*/ 176212 h 463550"/>
              <a:gd name="connsiteX19" fmla="*/ 130175 w 152628"/>
              <a:gd name="connsiteY19" fmla="*/ 180975 h 463550"/>
              <a:gd name="connsiteX20" fmla="*/ 133350 w 152628"/>
              <a:gd name="connsiteY20" fmla="*/ 195262 h 463550"/>
              <a:gd name="connsiteX21" fmla="*/ 136525 w 152628"/>
              <a:gd name="connsiteY21" fmla="*/ 206375 h 463550"/>
              <a:gd name="connsiteX22" fmla="*/ 139700 w 152628"/>
              <a:gd name="connsiteY22" fmla="*/ 211137 h 463550"/>
              <a:gd name="connsiteX23" fmla="*/ 142875 w 152628"/>
              <a:gd name="connsiteY23" fmla="*/ 223837 h 463550"/>
              <a:gd name="connsiteX24" fmla="*/ 144462 w 152628"/>
              <a:gd name="connsiteY24" fmla="*/ 228600 h 463550"/>
              <a:gd name="connsiteX25" fmla="*/ 146050 w 152628"/>
              <a:gd name="connsiteY25" fmla="*/ 236537 h 463550"/>
              <a:gd name="connsiteX26" fmla="*/ 149225 w 152628"/>
              <a:gd name="connsiteY26" fmla="*/ 246062 h 463550"/>
              <a:gd name="connsiteX27" fmla="*/ 150812 w 152628"/>
              <a:gd name="connsiteY27" fmla="*/ 258762 h 463550"/>
              <a:gd name="connsiteX28" fmla="*/ 152400 w 152628"/>
              <a:gd name="connsiteY28" fmla="*/ 265112 h 463550"/>
              <a:gd name="connsiteX29" fmla="*/ 152400 w 152628"/>
              <a:gd name="connsiteY29" fmla="*/ 463550 h 46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52628" h="463550">
                <a:moveTo>
                  <a:pt x="0" y="0"/>
                </a:moveTo>
                <a:cubicBezTo>
                  <a:pt x="1006" y="7044"/>
                  <a:pt x="1718" y="15630"/>
                  <a:pt x="4762" y="22225"/>
                </a:cubicBezTo>
                <a:cubicBezTo>
                  <a:pt x="6361" y="25690"/>
                  <a:pt x="7937" y="29633"/>
                  <a:pt x="11112" y="31750"/>
                </a:cubicBezTo>
                <a:lnTo>
                  <a:pt x="20637" y="38100"/>
                </a:lnTo>
                <a:cubicBezTo>
                  <a:pt x="21695" y="39687"/>
                  <a:pt x="22591" y="41396"/>
                  <a:pt x="23812" y="42862"/>
                </a:cubicBezTo>
                <a:cubicBezTo>
                  <a:pt x="30306" y="50654"/>
                  <a:pt x="27393" y="44464"/>
                  <a:pt x="33337" y="53975"/>
                </a:cubicBezTo>
                <a:cubicBezTo>
                  <a:pt x="34591" y="55982"/>
                  <a:pt x="34997" y="58507"/>
                  <a:pt x="36512" y="60325"/>
                </a:cubicBezTo>
                <a:cubicBezTo>
                  <a:pt x="37734" y="61791"/>
                  <a:pt x="39857" y="62224"/>
                  <a:pt x="41275" y="63500"/>
                </a:cubicBezTo>
                <a:cubicBezTo>
                  <a:pt x="45169" y="67004"/>
                  <a:pt x="48683" y="70908"/>
                  <a:pt x="52387" y="74612"/>
                </a:cubicBezTo>
                <a:lnTo>
                  <a:pt x="52387" y="74612"/>
                </a:lnTo>
                <a:cubicBezTo>
                  <a:pt x="57834" y="82782"/>
                  <a:pt x="58050" y="84455"/>
                  <a:pt x="65087" y="90487"/>
                </a:cubicBezTo>
                <a:cubicBezTo>
                  <a:pt x="73005" y="97274"/>
                  <a:pt x="66987" y="89528"/>
                  <a:pt x="74612" y="98425"/>
                </a:cubicBezTo>
                <a:cubicBezTo>
                  <a:pt x="89516" y="115813"/>
                  <a:pt x="64868" y="90268"/>
                  <a:pt x="88900" y="114300"/>
                </a:cubicBezTo>
                <a:cubicBezTo>
                  <a:pt x="90487" y="115887"/>
                  <a:pt x="92417" y="117194"/>
                  <a:pt x="93662" y="119062"/>
                </a:cubicBezTo>
                <a:lnTo>
                  <a:pt x="100012" y="128587"/>
                </a:lnTo>
                <a:cubicBezTo>
                  <a:pt x="101070" y="130175"/>
                  <a:pt x="101838" y="132001"/>
                  <a:pt x="103187" y="133350"/>
                </a:cubicBezTo>
                <a:cubicBezTo>
                  <a:pt x="104775" y="134937"/>
                  <a:pt x="106678" y="136262"/>
                  <a:pt x="107950" y="138112"/>
                </a:cubicBezTo>
                <a:cubicBezTo>
                  <a:pt x="112526" y="144768"/>
                  <a:pt x="120650" y="158750"/>
                  <a:pt x="120650" y="158750"/>
                </a:cubicBezTo>
                <a:cubicBezTo>
                  <a:pt x="122132" y="163197"/>
                  <a:pt x="124790" y="171793"/>
                  <a:pt x="127000" y="176212"/>
                </a:cubicBezTo>
                <a:cubicBezTo>
                  <a:pt x="127853" y="177919"/>
                  <a:pt x="129117" y="179387"/>
                  <a:pt x="130175" y="180975"/>
                </a:cubicBezTo>
                <a:cubicBezTo>
                  <a:pt x="133041" y="198177"/>
                  <a:pt x="130222" y="184314"/>
                  <a:pt x="133350" y="195262"/>
                </a:cubicBezTo>
                <a:cubicBezTo>
                  <a:pt x="134030" y="197642"/>
                  <a:pt x="135254" y="203833"/>
                  <a:pt x="136525" y="206375"/>
                </a:cubicBezTo>
                <a:cubicBezTo>
                  <a:pt x="137378" y="208081"/>
                  <a:pt x="138642" y="209550"/>
                  <a:pt x="139700" y="211137"/>
                </a:cubicBezTo>
                <a:cubicBezTo>
                  <a:pt x="140758" y="215370"/>
                  <a:pt x="141496" y="219697"/>
                  <a:pt x="142875" y="223837"/>
                </a:cubicBezTo>
                <a:cubicBezTo>
                  <a:pt x="143404" y="225425"/>
                  <a:pt x="144056" y="226976"/>
                  <a:pt x="144462" y="228600"/>
                </a:cubicBezTo>
                <a:cubicBezTo>
                  <a:pt x="145116" y="231218"/>
                  <a:pt x="145340" y="233934"/>
                  <a:pt x="146050" y="236537"/>
                </a:cubicBezTo>
                <a:cubicBezTo>
                  <a:pt x="146931" y="239766"/>
                  <a:pt x="149225" y="246062"/>
                  <a:pt x="149225" y="246062"/>
                </a:cubicBezTo>
                <a:cubicBezTo>
                  <a:pt x="149754" y="250295"/>
                  <a:pt x="150111" y="254554"/>
                  <a:pt x="150812" y="258762"/>
                </a:cubicBezTo>
                <a:cubicBezTo>
                  <a:pt x="151171" y="260914"/>
                  <a:pt x="152383" y="262930"/>
                  <a:pt x="152400" y="265112"/>
                </a:cubicBezTo>
                <a:cubicBezTo>
                  <a:pt x="152913" y="331256"/>
                  <a:pt x="152400" y="397404"/>
                  <a:pt x="152400" y="463550"/>
                </a:cubicBezTo>
              </a:path>
            </a:pathLst>
          </a:custGeom>
          <a:noFill/>
          <a:ln w="15875">
            <a:solidFill>
              <a:srgbClr val="EF8511"/>
            </a:solidFill>
            <a:prstDash val="sysDash"/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3" name="Freihandform 62"/>
          <p:cNvSpPr/>
          <p:nvPr/>
        </p:nvSpPr>
        <p:spPr>
          <a:xfrm>
            <a:off x="5610241" y="2860114"/>
            <a:ext cx="1184275" cy="1933575"/>
          </a:xfrm>
          <a:custGeom>
            <a:avLst/>
            <a:gdLst>
              <a:gd name="connsiteX0" fmla="*/ 1165225 w 1184275"/>
              <a:gd name="connsiteY0" fmla="*/ 63500 h 1933575"/>
              <a:gd name="connsiteX1" fmla="*/ 1184275 w 1184275"/>
              <a:gd name="connsiteY1" fmla="*/ 1828800 h 1933575"/>
              <a:gd name="connsiteX2" fmla="*/ 952500 w 1184275"/>
              <a:gd name="connsiteY2" fmla="*/ 1892300 h 1933575"/>
              <a:gd name="connsiteX3" fmla="*/ 609600 w 1184275"/>
              <a:gd name="connsiteY3" fmla="*/ 1933575 h 1933575"/>
              <a:gd name="connsiteX4" fmla="*/ 266700 w 1184275"/>
              <a:gd name="connsiteY4" fmla="*/ 1895475 h 1933575"/>
              <a:gd name="connsiteX5" fmla="*/ 22225 w 1184275"/>
              <a:gd name="connsiteY5" fmla="*/ 1816100 h 1933575"/>
              <a:gd name="connsiteX6" fmla="*/ 0 w 1184275"/>
              <a:gd name="connsiteY6" fmla="*/ 0 h 1933575"/>
              <a:gd name="connsiteX7" fmla="*/ 133350 w 1184275"/>
              <a:gd name="connsiteY7" fmla="*/ 66675 h 1933575"/>
              <a:gd name="connsiteX8" fmla="*/ 349250 w 1184275"/>
              <a:gd name="connsiteY8" fmla="*/ 95250 h 1933575"/>
              <a:gd name="connsiteX9" fmla="*/ 644525 w 1184275"/>
              <a:gd name="connsiteY9" fmla="*/ 92075 h 1933575"/>
              <a:gd name="connsiteX10" fmla="*/ 825500 w 1184275"/>
              <a:gd name="connsiteY10" fmla="*/ 92075 h 1933575"/>
              <a:gd name="connsiteX11" fmla="*/ 1089025 w 1184275"/>
              <a:gd name="connsiteY11" fmla="*/ 63500 h 1933575"/>
              <a:gd name="connsiteX12" fmla="*/ 1165225 w 1184275"/>
              <a:gd name="connsiteY12" fmla="*/ 63500 h 1933575"/>
              <a:gd name="connsiteX0" fmla="*/ 1165225 w 1184275"/>
              <a:gd name="connsiteY0" fmla="*/ 44450 h 1933575"/>
              <a:gd name="connsiteX1" fmla="*/ 1184275 w 1184275"/>
              <a:gd name="connsiteY1" fmla="*/ 1828800 h 1933575"/>
              <a:gd name="connsiteX2" fmla="*/ 952500 w 1184275"/>
              <a:gd name="connsiteY2" fmla="*/ 1892300 h 1933575"/>
              <a:gd name="connsiteX3" fmla="*/ 609600 w 1184275"/>
              <a:gd name="connsiteY3" fmla="*/ 1933575 h 1933575"/>
              <a:gd name="connsiteX4" fmla="*/ 266700 w 1184275"/>
              <a:gd name="connsiteY4" fmla="*/ 1895475 h 1933575"/>
              <a:gd name="connsiteX5" fmla="*/ 22225 w 1184275"/>
              <a:gd name="connsiteY5" fmla="*/ 1816100 h 1933575"/>
              <a:gd name="connsiteX6" fmla="*/ 0 w 1184275"/>
              <a:gd name="connsiteY6" fmla="*/ 0 h 1933575"/>
              <a:gd name="connsiteX7" fmla="*/ 133350 w 1184275"/>
              <a:gd name="connsiteY7" fmla="*/ 66675 h 1933575"/>
              <a:gd name="connsiteX8" fmla="*/ 349250 w 1184275"/>
              <a:gd name="connsiteY8" fmla="*/ 95250 h 1933575"/>
              <a:gd name="connsiteX9" fmla="*/ 644525 w 1184275"/>
              <a:gd name="connsiteY9" fmla="*/ 92075 h 1933575"/>
              <a:gd name="connsiteX10" fmla="*/ 825500 w 1184275"/>
              <a:gd name="connsiteY10" fmla="*/ 92075 h 1933575"/>
              <a:gd name="connsiteX11" fmla="*/ 1089025 w 1184275"/>
              <a:gd name="connsiteY11" fmla="*/ 63500 h 1933575"/>
              <a:gd name="connsiteX12" fmla="*/ 1165225 w 1184275"/>
              <a:gd name="connsiteY12" fmla="*/ 44450 h 1933575"/>
              <a:gd name="connsiteX0" fmla="*/ 1165225 w 1184275"/>
              <a:gd name="connsiteY0" fmla="*/ 19050 h 1933575"/>
              <a:gd name="connsiteX1" fmla="*/ 1184275 w 1184275"/>
              <a:gd name="connsiteY1" fmla="*/ 1828800 h 1933575"/>
              <a:gd name="connsiteX2" fmla="*/ 952500 w 1184275"/>
              <a:gd name="connsiteY2" fmla="*/ 1892300 h 1933575"/>
              <a:gd name="connsiteX3" fmla="*/ 609600 w 1184275"/>
              <a:gd name="connsiteY3" fmla="*/ 1933575 h 1933575"/>
              <a:gd name="connsiteX4" fmla="*/ 266700 w 1184275"/>
              <a:gd name="connsiteY4" fmla="*/ 1895475 h 1933575"/>
              <a:gd name="connsiteX5" fmla="*/ 22225 w 1184275"/>
              <a:gd name="connsiteY5" fmla="*/ 1816100 h 1933575"/>
              <a:gd name="connsiteX6" fmla="*/ 0 w 1184275"/>
              <a:gd name="connsiteY6" fmla="*/ 0 h 1933575"/>
              <a:gd name="connsiteX7" fmla="*/ 133350 w 1184275"/>
              <a:gd name="connsiteY7" fmla="*/ 66675 h 1933575"/>
              <a:gd name="connsiteX8" fmla="*/ 349250 w 1184275"/>
              <a:gd name="connsiteY8" fmla="*/ 95250 h 1933575"/>
              <a:gd name="connsiteX9" fmla="*/ 644525 w 1184275"/>
              <a:gd name="connsiteY9" fmla="*/ 92075 h 1933575"/>
              <a:gd name="connsiteX10" fmla="*/ 825500 w 1184275"/>
              <a:gd name="connsiteY10" fmla="*/ 92075 h 1933575"/>
              <a:gd name="connsiteX11" fmla="*/ 1089025 w 1184275"/>
              <a:gd name="connsiteY11" fmla="*/ 63500 h 1933575"/>
              <a:gd name="connsiteX12" fmla="*/ 1165225 w 1184275"/>
              <a:gd name="connsiteY12" fmla="*/ 19050 h 1933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84275" h="1933575">
                <a:moveTo>
                  <a:pt x="1165225" y="19050"/>
                </a:moveTo>
                <a:lnTo>
                  <a:pt x="1184275" y="1828800"/>
                </a:lnTo>
                <a:lnTo>
                  <a:pt x="952500" y="1892300"/>
                </a:lnTo>
                <a:lnTo>
                  <a:pt x="609600" y="1933575"/>
                </a:lnTo>
                <a:lnTo>
                  <a:pt x="266700" y="1895475"/>
                </a:lnTo>
                <a:lnTo>
                  <a:pt x="22225" y="1816100"/>
                </a:lnTo>
                <a:lnTo>
                  <a:pt x="0" y="0"/>
                </a:lnTo>
                <a:lnTo>
                  <a:pt x="133350" y="66675"/>
                </a:lnTo>
                <a:lnTo>
                  <a:pt x="349250" y="95250"/>
                </a:lnTo>
                <a:lnTo>
                  <a:pt x="644525" y="92075"/>
                </a:lnTo>
                <a:lnTo>
                  <a:pt x="825500" y="92075"/>
                </a:lnTo>
                <a:lnTo>
                  <a:pt x="1089025" y="63500"/>
                </a:lnTo>
                <a:lnTo>
                  <a:pt x="1165225" y="19050"/>
                </a:lnTo>
                <a:close/>
              </a:path>
            </a:pathLst>
          </a:custGeom>
          <a:gradFill>
            <a:gsLst>
              <a:gs pos="49000">
                <a:srgbClr val="7FC7CC">
                  <a:alpha val="62000"/>
                </a:srgbClr>
              </a:gs>
              <a:gs pos="100000">
                <a:srgbClr val="0070C0">
                  <a:alpha val="24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8137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82FEFE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82FEFE"/>
                                      </p:to>
                                    </p:animClr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82FEFE"/>
                                      </p:to>
                                    </p:animClr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5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8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2500"/>
                            </p:stCondLst>
                            <p:childTnLst>
                              <p:par>
                                <p:cTn id="30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" dur="2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32" dur="2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4500"/>
                            </p:stCondLst>
                            <p:childTnLst>
                              <p:par>
                                <p:cTn id="34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500"/>
                            </p:stCondLst>
                            <p:childTnLst>
                              <p:par>
                                <p:cTn id="38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4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6500"/>
                            </p:stCondLst>
                            <p:childTnLst>
                              <p:par>
                                <p:cTn id="4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7000"/>
                            </p:stCondLst>
                            <p:childTnLst>
                              <p:par>
                                <p:cTn id="52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3" dur="8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79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8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6" grpId="0" animBg="1"/>
      <p:bldP spid="61" grpId="0" animBg="1"/>
      <p:bldP spid="62" grpId="0" animBg="1"/>
      <p:bldP spid="63" grpId="0" animBg="1"/>
      <p:bldP spid="63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B9A4443-E1FD-C2BB-5A15-5A3E4F591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CD06BEE5-7707-3C5D-7269-77CA6E9F7D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/>
              <a:t>Innovationen im Äußeren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19E91372-524D-B339-D7A8-5CEC05D606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>
                <a:solidFill>
                  <a:srgbClr val="009999"/>
                </a:solidFill>
              </a:rPr>
              <a:t>Montagefreundlich, kompakt, hoher Vormontagegrad</a:t>
            </a:r>
          </a:p>
        </p:txBody>
      </p:sp>
      <p:graphicFrame>
        <p:nvGraphicFramePr>
          <p:cNvPr id="19" name="Objekt 18">
            <a:extLst>
              <a:ext uri="{FF2B5EF4-FFF2-40B4-BE49-F238E27FC236}">
                <a16:creationId xmlns:a16="http://schemas.microsoft.com/office/drawing/2014/main" id="{EEAF17CF-77E3-0A36-79E0-82D36ABE07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3415387"/>
              </p:ext>
            </p:extLst>
          </p:nvPr>
        </p:nvGraphicFramePr>
        <p:xfrm>
          <a:off x="501129" y="467833"/>
          <a:ext cx="6699479" cy="48363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7562716" imgH="5346519" progId="Acrobat.Document.DC">
                  <p:embed/>
                </p:oleObj>
              </mc:Choice>
              <mc:Fallback>
                <p:oleObj name="Acrobat Document" r:id="rId2" imgW="7562716" imgH="5346519" progId="Acrobat.Document.DC">
                  <p:embed/>
                  <p:pic>
                    <p:nvPicPr>
                      <p:cNvPr id="19" name="Objekt 18">
                        <a:extLst>
                          <a:ext uri="{FF2B5EF4-FFF2-40B4-BE49-F238E27FC236}">
                            <a16:creationId xmlns:a16="http://schemas.microsoft.com/office/drawing/2014/main" id="{EEAF17CF-77E3-0A36-79E0-82D36ABE07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1129" y="467833"/>
                        <a:ext cx="6699479" cy="48363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fik 4" descr="Ein Bild, das Maschine, Elektrische Leitungen, Elektronik, Bautechnik enthält.&#10;&#10;KI-generierte Inhalte können fehlerhaft sein.">
            <a:extLst>
              <a:ext uri="{FF2B5EF4-FFF2-40B4-BE49-F238E27FC236}">
                <a16:creationId xmlns:a16="http://schemas.microsoft.com/office/drawing/2014/main" id="{997E4928-6BDE-4217-824D-D0F7B837FC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3151" y="398561"/>
            <a:ext cx="3245860" cy="5770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877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9D852-8762-29DC-9424-1F6E12C33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fik 21" descr="Ein Bild, das Text, Screenshot, Diagramm, Grafiksoftware enthält.&#10;&#10;KI-generierte Inhalte können fehlerhaft sein.">
            <a:extLst>
              <a:ext uri="{FF2B5EF4-FFF2-40B4-BE49-F238E27FC236}">
                <a16:creationId xmlns:a16="http://schemas.microsoft.com/office/drawing/2014/main" id="{0E2BEFA4-25B0-E027-386D-76824A55E7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9875" y="3463697"/>
            <a:ext cx="3692377" cy="3544682"/>
          </a:xfrm>
          <a:prstGeom prst="rect">
            <a:avLst/>
          </a:prstGeom>
        </p:spPr>
      </p:pic>
      <p:pic>
        <p:nvPicPr>
          <p:cNvPr id="39" name="Bildplatzhalter 17">
            <a:extLst>
              <a:ext uri="{FF2B5EF4-FFF2-40B4-BE49-F238E27FC236}">
                <a16:creationId xmlns:a16="http://schemas.microsoft.com/office/drawing/2014/main" id="{532515B1-4CBF-D23D-4871-CA9AC61F83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35" r="1798" b="-2306"/>
          <a:stretch>
            <a:fillRect/>
          </a:stretch>
        </p:blipFill>
        <p:spPr>
          <a:xfrm>
            <a:off x="7435135" y="922783"/>
            <a:ext cx="4603755" cy="4064000"/>
          </a:xfrm>
          <a:prstGeom prst="rect">
            <a:avLst/>
          </a:prstGeom>
        </p:spPr>
      </p:pic>
      <p:pic>
        <p:nvPicPr>
          <p:cNvPr id="20" name="Grafik 19" descr="Ein Bild, das Text, Schaltung, Farbigkeit, Screenshot enthält.&#10;&#10;KI-generierte Inhalte können fehlerhaft sein.">
            <a:extLst>
              <a:ext uri="{FF2B5EF4-FFF2-40B4-BE49-F238E27FC236}">
                <a16:creationId xmlns:a16="http://schemas.microsoft.com/office/drawing/2014/main" id="{95441729-73CA-802F-A071-A79499EBC1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385359" y="4107270"/>
            <a:ext cx="3207589" cy="2405692"/>
          </a:xfrm>
          <a:prstGeom prst="rect">
            <a:avLst/>
          </a:prstGeom>
        </p:spPr>
      </p:pic>
      <p:pic>
        <p:nvPicPr>
          <p:cNvPr id="38" name="Grafik 37" descr="Ein Bild, das Screenshot, Computer, Elektronik enthält.&#10;&#10;KI-generierte Inhalte können fehlerhaft sein.">
            <a:extLst>
              <a:ext uri="{FF2B5EF4-FFF2-40B4-BE49-F238E27FC236}">
                <a16:creationId xmlns:a16="http://schemas.microsoft.com/office/drawing/2014/main" id="{98D81C2E-3CB5-C46F-CE25-67397A3D0B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4261" y="1846141"/>
            <a:ext cx="2388394" cy="2123017"/>
          </a:xfrm>
          <a:prstGeom prst="rect">
            <a:avLst/>
          </a:prstGeom>
        </p:spPr>
      </p:pic>
      <p:pic>
        <p:nvPicPr>
          <p:cNvPr id="36" name="Grafik 35" descr="Ein Bild, das Papier, stationär, Papierprodukt, Brief enthält.&#10;&#10;KI-generierte Inhalte können fehlerhaft sein.">
            <a:extLst>
              <a:ext uri="{FF2B5EF4-FFF2-40B4-BE49-F238E27FC236}">
                <a16:creationId xmlns:a16="http://schemas.microsoft.com/office/drawing/2014/main" id="{9536DB55-ECC0-DB6E-F41B-AF8D3029D1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3" t="14478" r="-232" b="19130"/>
          <a:stretch>
            <a:fillRect/>
          </a:stretch>
        </p:blipFill>
        <p:spPr>
          <a:xfrm>
            <a:off x="11605" y="2430472"/>
            <a:ext cx="2412894" cy="2274256"/>
          </a:xfrm>
          <a:prstGeom prst="rect">
            <a:avLst/>
          </a:prstGeom>
        </p:spPr>
      </p:pic>
      <p:pic>
        <p:nvPicPr>
          <p:cNvPr id="34" name="Grafik 33" descr="Ein Bild, das Zylinder, Licht, Design enthält.&#10;&#10;KI-generierte Inhalte können fehlerhaft sein.">
            <a:extLst>
              <a:ext uri="{FF2B5EF4-FFF2-40B4-BE49-F238E27FC236}">
                <a16:creationId xmlns:a16="http://schemas.microsoft.com/office/drawing/2014/main" id="{0DA861D0-6465-BD2F-2F6A-23556335216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9743" y="416547"/>
            <a:ext cx="1665050" cy="4536411"/>
          </a:xfrm>
          <a:prstGeom prst="rect">
            <a:avLst/>
          </a:prstGeom>
        </p:spPr>
      </p:pic>
      <p:pic>
        <p:nvPicPr>
          <p:cNvPr id="32" name="Grafik 31" descr="Ein Bild, das Kreis, Design enthält.&#10;&#10;KI-generierte Inhalte können fehlerhaft sein.">
            <a:extLst>
              <a:ext uri="{FF2B5EF4-FFF2-40B4-BE49-F238E27FC236}">
                <a16:creationId xmlns:a16="http://schemas.microsoft.com/office/drawing/2014/main" id="{15CF99CA-F73A-733A-7B1C-5F0283D3C6E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4889" y="146871"/>
            <a:ext cx="2277296" cy="1960491"/>
          </a:xfrm>
          <a:prstGeom prst="rect">
            <a:avLst/>
          </a:prstGeom>
        </p:spPr>
      </p:pic>
      <p:pic>
        <p:nvPicPr>
          <p:cNvPr id="30" name="Grafik 29" descr="Ein Bild, das Person, Kleidung, Helm, Schutzausrüstung enthält.&#10;&#10;KI-generierte Inhalte können fehlerhaft sein.">
            <a:extLst>
              <a:ext uri="{FF2B5EF4-FFF2-40B4-BE49-F238E27FC236}">
                <a16:creationId xmlns:a16="http://schemas.microsoft.com/office/drawing/2014/main" id="{4CFEE4FB-4DEB-A617-D445-E8932AA2B48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282"/>
          <a:stretch>
            <a:fillRect/>
          </a:stretch>
        </p:blipFill>
        <p:spPr>
          <a:xfrm>
            <a:off x="6346058" y="4281214"/>
            <a:ext cx="1812187" cy="2632696"/>
          </a:xfrm>
          <a:prstGeom prst="rect">
            <a:avLst/>
          </a:prstGeom>
        </p:spPr>
      </p:pic>
      <p:pic>
        <p:nvPicPr>
          <p:cNvPr id="28" name="Grafik 27" descr="Ein Bild, das Messschieber, Text, Person, Werkzeug enthält.&#10;&#10;KI-generierte Inhalte können fehlerhaft sein.">
            <a:extLst>
              <a:ext uri="{FF2B5EF4-FFF2-40B4-BE49-F238E27FC236}">
                <a16:creationId xmlns:a16="http://schemas.microsoft.com/office/drawing/2014/main" id="{41239DD5-9F23-16B5-4C8E-C89FD601C73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" t="25306" r="5681" b="12549"/>
          <a:stretch>
            <a:fillRect/>
          </a:stretch>
        </p:blipFill>
        <p:spPr>
          <a:xfrm>
            <a:off x="22103" y="4629083"/>
            <a:ext cx="1684322" cy="1484876"/>
          </a:xfrm>
          <a:prstGeom prst="rect">
            <a:avLst/>
          </a:prstGeom>
        </p:spPr>
      </p:pic>
      <p:pic>
        <p:nvPicPr>
          <p:cNvPr id="24" name="Grafik 23" descr="Ein Bild, das Autoteile, Person, Gelände, draußen enthält.&#10;&#10;KI-generierte Inhalte können fehlerhaft sein.">
            <a:extLst>
              <a:ext uri="{FF2B5EF4-FFF2-40B4-BE49-F238E27FC236}">
                <a16:creationId xmlns:a16="http://schemas.microsoft.com/office/drawing/2014/main" id="{BEC07C41-10AC-2C86-4084-1A884567185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7690"/>
            <a:ext cx="2381693" cy="1339702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4F662A47-8FE6-C74B-86D2-1DEBED3FA2E8}"/>
              </a:ext>
            </a:extLst>
          </p:cNvPr>
          <p:cNvSpPr txBox="1">
            <a:spLocks/>
          </p:cNvSpPr>
          <p:nvPr/>
        </p:nvSpPr>
        <p:spPr>
          <a:xfrm>
            <a:off x="233916" y="26978"/>
            <a:ext cx="5563617" cy="564543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200" dirty="0"/>
              <a:t>Vorteile &amp; +Nutzen </a:t>
            </a:r>
          </a:p>
        </p:txBody>
      </p:sp>
      <p:sp>
        <p:nvSpPr>
          <p:cNvPr id="8" name="Untertitel 2">
            <a:extLst>
              <a:ext uri="{FF2B5EF4-FFF2-40B4-BE49-F238E27FC236}">
                <a16:creationId xmlns:a16="http://schemas.microsoft.com/office/drawing/2014/main" id="{53789BB6-EC2A-C0D7-B1BC-3F55280480C2}"/>
              </a:ext>
            </a:extLst>
          </p:cNvPr>
          <p:cNvSpPr txBox="1">
            <a:spLocks/>
          </p:cNvSpPr>
          <p:nvPr/>
        </p:nvSpPr>
        <p:spPr>
          <a:xfrm>
            <a:off x="8746995" y="115360"/>
            <a:ext cx="5126834" cy="301187"/>
          </a:xfr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000">
                <a:solidFill>
                  <a:srgbClr val="009999"/>
                </a:solidFill>
              </a:rPr>
              <a:t>Solvis-Wärmepumpenspeicher</a:t>
            </a:r>
          </a:p>
        </p:txBody>
      </p:sp>
      <p:pic>
        <p:nvPicPr>
          <p:cNvPr id="16" name="Bildplatzhalter 14">
            <a:extLst>
              <a:ext uri="{FF2B5EF4-FFF2-40B4-BE49-F238E27FC236}">
                <a16:creationId xmlns:a16="http://schemas.microsoft.com/office/drawing/2014/main" id="{42EF0C2A-2AFA-262A-434C-BF23D44BD4E5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458" t="-1239" r="230" b="-1239"/>
          <a:stretch>
            <a:fillRect/>
          </a:stretch>
        </p:blipFill>
        <p:spPr>
          <a:xfrm>
            <a:off x="2244391" y="533617"/>
            <a:ext cx="2323617" cy="5387306"/>
          </a:xfrm>
          <a:prstGeom prst="rect">
            <a:avLst/>
          </a:prstGeom>
          <a:effectLst>
            <a:outerShdw blurRad="114300" dist="38100" dir="2700000" sx="102000" sy="102000" algn="tl" rotWithShape="0">
              <a:schemeClr val="bg1">
                <a:alpha val="88000"/>
              </a:schemeClr>
            </a:outerShdw>
          </a:effectLst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7BDFF85-D179-6637-1853-B0A10AA893B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396339" y="2234846"/>
            <a:ext cx="5825846" cy="4064000"/>
          </a:xfrm>
          <a:solidFill>
            <a:schemeClr val="bg1">
              <a:alpha val="86000"/>
            </a:schemeClr>
          </a:solidFill>
          <a:ln w="31750">
            <a:solidFill>
              <a:srgbClr val="009999"/>
            </a:solidFill>
          </a:ln>
          <a:effectLst>
            <a:outerShdw blurRad="50800" dist="63500" dir="5400000" algn="t" rotWithShape="0">
              <a:schemeClr val="tx2">
                <a:alpha val="54000"/>
              </a:schemeClr>
            </a:outerShdw>
          </a:effectLst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800" dirty="0">
                <a:solidFill>
                  <a:srgbClr val="009999"/>
                </a:solidFill>
              </a:rPr>
              <a:t>Komfort-/Schon-/Effizienzbetrieb durch Innovation im Inneren:</a:t>
            </a:r>
          </a:p>
          <a:p>
            <a:pPr>
              <a:buClr>
                <a:srgbClr val="009999"/>
              </a:buClr>
              <a:buFont typeface="Calibri" panose="020F0502020204030204" pitchFamily="34" charset="0"/>
              <a:buChar char="○"/>
            </a:pPr>
            <a:r>
              <a:rPr lang="de-DE" sz="1400" b="1" dirty="0"/>
              <a:t>~Halbierung der Taktraten </a:t>
            </a:r>
            <a:br>
              <a:rPr lang="de-DE" sz="1400" dirty="0"/>
            </a:br>
            <a:r>
              <a:rPr lang="de-DE" sz="1400" dirty="0"/>
              <a:t>an ~3.000 h/a (= Teillastbetrieb)</a:t>
            </a:r>
          </a:p>
          <a:p>
            <a:pPr>
              <a:buClr>
                <a:srgbClr val="009999"/>
              </a:buClr>
              <a:buFont typeface="Calibri" panose="020F0502020204030204" pitchFamily="34" charset="0"/>
              <a:buChar char="○"/>
            </a:pPr>
            <a:r>
              <a:rPr lang="de-DE" sz="1400" dirty="0"/>
              <a:t>komfortable </a:t>
            </a:r>
            <a:r>
              <a:rPr lang="de-DE" sz="1400" b="1" dirty="0"/>
              <a:t>gleichmäßige Wärmeabgabe </a:t>
            </a:r>
            <a:r>
              <a:rPr lang="de-DE" sz="1400" dirty="0"/>
              <a:t>in die Räume, da </a:t>
            </a:r>
            <a:r>
              <a:rPr lang="de-DE" sz="1400" dirty="0" err="1"/>
              <a:t>Vorlauftempertaur</a:t>
            </a:r>
            <a:r>
              <a:rPr lang="de-DE" sz="1400" dirty="0"/>
              <a:t> konstant bereit gestellt wird</a:t>
            </a:r>
          </a:p>
          <a:p>
            <a:pPr>
              <a:buClr>
                <a:srgbClr val="009999"/>
              </a:buClr>
              <a:buFont typeface="Calibri" panose="020F0502020204030204" pitchFamily="34" charset="0"/>
              <a:buChar char="○"/>
            </a:pPr>
            <a:r>
              <a:rPr lang="de-DE" sz="1400" dirty="0"/>
              <a:t>WP läuft </a:t>
            </a:r>
            <a:r>
              <a:rPr lang="de-DE" sz="1400" b="1" dirty="0"/>
              <a:t>geschützt von Störgrößen </a:t>
            </a:r>
            <a:r>
              <a:rPr lang="de-DE" sz="1400" dirty="0"/>
              <a:t>aus dem Heizkreis,  Hydraulische Entkopplung zwischen Lade- und Heizkreis.</a:t>
            </a:r>
          </a:p>
          <a:p>
            <a:pPr>
              <a:buClr>
                <a:srgbClr val="009999"/>
              </a:buClr>
              <a:buFont typeface="Calibri" panose="020F0502020204030204" pitchFamily="34" charset="0"/>
              <a:buChar char="○"/>
            </a:pPr>
            <a:r>
              <a:rPr lang="de-DE" sz="1400" b="1" dirty="0"/>
              <a:t>Abtauen in kurzer Zeit </a:t>
            </a:r>
            <a:r>
              <a:rPr lang="de-DE" sz="1400" dirty="0"/>
              <a:t>ohne Komfortverlust, da Speicher die Energie bereitstellen kann</a:t>
            </a:r>
          </a:p>
          <a:p>
            <a:pPr>
              <a:buClr>
                <a:srgbClr val="009999"/>
              </a:buClr>
              <a:buFont typeface="Calibri" panose="020F0502020204030204" pitchFamily="34" charset="0"/>
              <a:buChar char="○"/>
            </a:pPr>
            <a:r>
              <a:rPr lang="de-DE" sz="1400" dirty="0"/>
              <a:t>Heizkosten optimieren, da </a:t>
            </a:r>
            <a:r>
              <a:rPr lang="de-DE" sz="1400" b="1" dirty="0"/>
              <a:t>Platz für „volatile“ Energie </a:t>
            </a:r>
            <a:r>
              <a:rPr lang="de-DE" sz="1400" dirty="0"/>
              <a:t>(dynamische Strompreise, PV-Überschuss, Solar, Kamin, etc.) im großen Speicher</a:t>
            </a:r>
          </a:p>
          <a:p>
            <a:pPr>
              <a:buClr>
                <a:srgbClr val="009999"/>
              </a:buClr>
              <a:buFont typeface="Calibri" panose="020F0502020204030204" pitchFamily="34" charset="0"/>
              <a:buChar char="○"/>
            </a:pPr>
            <a:r>
              <a:rPr lang="de-DE" sz="1400" dirty="0"/>
              <a:t>Dabei gleichzeitig Gewährleistung von </a:t>
            </a:r>
            <a:r>
              <a:rPr lang="de-DE" sz="1400" b="1" dirty="0"/>
              <a:t>hygienischer WWB </a:t>
            </a:r>
            <a:r>
              <a:rPr lang="de-DE" sz="1400" dirty="0"/>
              <a:t>im Durchfluss statt mit Trinkwasserspeicher</a:t>
            </a:r>
          </a:p>
          <a:p>
            <a:pPr>
              <a:buClr>
                <a:srgbClr val="009999"/>
              </a:buClr>
              <a:buFont typeface="Calibri" panose="020F0502020204030204" pitchFamily="34" charset="0"/>
              <a:buChar char="○"/>
            </a:pPr>
            <a:r>
              <a:rPr lang="de-DE" sz="1400" b="1" dirty="0"/>
              <a:t>Schonende, effiziente und leise Bereitstellung der Wärme</a:t>
            </a:r>
            <a:r>
              <a:rPr lang="de-DE" sz="1400" dirty="0"/>
              <a:t> für die Warmwasserbereitung</a:t>
            </a:r>
          </a:p>
          <a:p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2838477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16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Bildplatzhalter 11" descr="Ein Bild, das Abfallcontainer, Maschine, Box, Gebäude enthält.&#10;&#10;KI-generierte Inhalte können fehlerhaft sein.">
            <a:extLst>
              <a:ext uri="{FF2B5EF4-FFF2-40B4-BE49-F238E27FC236}">
                <a16:creationId xmlns:a16="http://schemas.microsoft.com/office/drawing/2014/main" id="{3558889E-88F2-51B2-393D-1F95956541FB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27" r="13818" b="1864"/>
          <a:stretch>
            <a:fillRect/>
          </a:stretch>
        </p:blipFill>
        <p:spPr>
          <a:xfrm>
            <a:off x="3266278" y="10"/>
            <a:ext cx="8668512" cy="6857990"/>
          </a:xfrm>
          <a:prstGeom prst="rect">
            <a:avLst/>
          </a:prstGeom>
        </p:spPr>
      </p:pic>
      <p:sp>
        <p:nvSpPr>
          <p:cNvPr id="26" name="Rectangle 18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7ABBD706-7E7B-468F-B44E-F8A2DF11DF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197326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 err="1">
                <a:solidFill>
                  <a:schemeClr val="bg1"/>
                </a:solidFill>
                <a:latin typeface="+mj-lt"/>
              </a:rPr>
              <a:t>Weitere</a:t>
            </a:r>
            <a:r>
              <a:rPr lang="en-US" sz="48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4800" dirty="0" err="1">
                <a:solidFill>
                  <a:schemeClr val="bg1"/>
                </a:solidFill>
                <a:latin typeface="+mj-lt"/>
              </a:rPr>
              <a:t>Zeitschiene</a:t>
            </a:r>
            <a:endParaRPr lang="en-US" sz="4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Untertitel 6">
            <a:extLst>
              <a:ext uri="{FF2B5EF4-FFF2-40B4-BE49-F238E27FC236}">
                <a16:creationId xmlns:a16="http://schemas.microsoft.com/office/drawing/2014/main" id="{5B4FA395-E804-4522-BF30-0FE086E6B4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036" y="3605635"/>
            <a:ext cx="5729964" cy="2285035"/>
          </a:xfrm>
        </p:spPr>
        <p:txBody>
          <a:bodyPr vert="horz" wrap="square" lIns="91440" tIns="108000" rIns="91440" bIns="4572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+mn-lt"/>
              </a:rPr>
              <a:t>Detailkonstruktion, Feldanlagenbetrieb, Produktionsplanung</a:t>
            </a:r>
            <a:br>
              <a:rPr lang="en-US" sz="1800" dirty="0">
                <a:solidFill>
                  <a:schemeClr val="bg1"/>
                </a:solidFill>
                <a:latin typeface="+mn-lt"/>
              </a:rPr>
            </a:br>
            <a:r>
              <a:rPr lang="en-US" sz="1800" dirty="0">
                <a:solidFill>
                  <a:schemeClr val="bg1"/>
                </a:solidFill>
                <a:latin typeface="+mn-lt"/>
              </a:rPr>
              <a:t>=&gt; 02/26: Beschaffungsfreigabe für Leo180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+mn-lt"/>
              </a:rPr>
              <a:t>Serienvorbereitung und –freigabe</a:t>
            </a:r>
            <a:br>
              <a:rPr lang="en-US" sz="1800" dirty="0">
                <a:solidFill>
                  <a:schemeClr val="bg1"/>
                </a:solidFill>
                <a:latin typeface="+mn-lt"/>
              </a:rPr>
            </a:br>
            <a:r>
              <a:rPr lang="en-US" sz="1800" dirty="0">
                <a:solidFill>
                  <a:schemeClr val="bg1"/>
                </a:solidFill>
                <a:latin typeface="+mn-lt"/>
              </a:rPr>
              <a:t>=&gt; </a:t>
            </a:r>
            <a:r>
              <a:rPr lang="en-US" sz="1800" b="1" dirty="0">
                <a:solidFill>
                  <a:schemeClr val="bg1"/>
                </a:solidFill>
                <a:latin typeface="+mn-lt"/>
              </a:rPr>
              <a:t>05/26: Serienstart Leo180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+mn-lt"/>
              </a:rPr>
              <a:t>=&gt; 07/26 Beschaffungsfreigabe für beide Leo650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+mn-lt"/>
              </a:rPr>
              <a:t>=&gt; 09/26 Serienstart Leo650  </a:t>
            </a:r>
          </a:p>
        </p:txBody>
      </p:sp>
      <p:sp>
        <p:nvSpPr>
          <p:cNvPr id="27" name="Rectangle 2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7145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5BA962E-B7E1-9FBB-33D9-E11407C8C7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Headline</a:t>
            </a:r>
          </a:p>
        </p:txBody>
      </p:sp>
      <p:sp>
        <p:nvSpPr>
          <p:cNvPr id="8" name="Untertitel 7">
            <a:extLst>
              <a:ext uri="{FF2B5EF4-FFF2-40B4-BE49-F238E27FC236}">
                <a16:creationId xmlns:a16="http://schemas.microsoft.com/office/drawing/2014/main" id="{705AFC2A-A81A-93EF-3C17-3108BA2BAB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Subheadline</a:t>
            </a:r>
          </a:p>
          <a:p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4F54A587-B732-CE05-6B0B-3BADEE5F6E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7146" y="1680154"/>
            <a:ext cx="5047834" cy="3569763"/>
          </a:xfrm>
        </p:spPr>
        <p:txBody>
          <a:bodyPr>
            <a:normAutofit/>
          </a:bodyPr>
          <a:lstStyle/>
          <a:p>
            <a:r>
              <a:rPr lang="de-DE"/>
              <a:t>Text</a:t>
            </a:r>
          </a:p>
          <a:p>
            <a:endParaRPr lang="de-DE"/>
          </a:p>
          <a:p>
            <a:endParaRPr lang="de-DE"/>
          </a:p>
        </p:txBody>
      </p:sp>
      <p:sp>
        <p:nvSpPr>
          <p:cNvPr id="2" name="Bildplatzhalter 1"/>
          <p:cNvSpPr>
            <a:spLocks noGrp="1"/>
          </p:cNvSpPr>
          <p:nvPr>
            <p:ph type="pic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2760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Headline</a:t>
            </a:r>
          </a:p>
        </p:txBody>
      </p:sp>
      <p:sp>
        <p:nvSpPr>
          <p:cNvPr id="4" name="Untertitel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Subheadline</a:t>
            </a:r>
          </a:p>
          <a:p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2"/>
          </p:nvPr>
        </p:nvSpPr>
        <p:spPr>
          <a:xfrm>
            <a:off x="5996359" y="2146412"/>
            <a:ext cx="5370783" cy="4281282"/>
          </a:xfrm>
        </p:spPr>
        <p:txBody>
          <a:bodyPr/>
          <a:lstStyle/>
          <a:p>
            <a:r>
              <a:rPr lang="de-DE" altLang="de-DE" sz="1600" b="1">
                <a:solidFill>
                  <a:srgbClr val="3B3B4B"/>
                </a:solidFill>
              </a:rPr>
              <a:t>Aufzählungen</a:t>
            </a:r>
          </a:p>
          <a:p>
            <a:r>
              <a:rPr lang="de-DE" altLang="de-DE" sz="1600" b="1">
                <a:solidFill>
                  <a:srgbClr val="3B3B4B"/>
                </a:solidFill>
              </a:rPr>
              <a:t>….</a:t>
            </a:r>
          </a:p>
          <a:p>
            <a:r>
              <a:rPr lang="de-DE" altLang="de-DE" sz="1600" b="1">
                <a:solidFill>
                  <a:srgbClr val="3B3B4B"/>
                </a:solidFill>
              </a:rPr>
              <a:t>….</a:t>
            </a:r>
          </a:p>
          <a:p>
            <a:endParaRPr lang="de-DE"/>
          </a:p>
        </p:txBody>
      </p:sp>
      <p:sp>
        <p:nvSpPr>
          <p:cNvPr id="2" name="Bildplatzhalter 1"/>
          <p:cNvSpPr>
            <a:spLocks noGrp="1"/>
          </p:cNvSpPr>
          <p:nvPr>
            <p:ph type="pic" idx="14"/>
          </p:nvPr>
        </p:nvSpPr>
        <p:spPr>
          <a:xfrm>
            <a:off x="489997" y="976200"/>
            <a:ext cx="5452111" cy="5024233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0771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3A9B390D-E38F-4C3D-AD74-72352F21C0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03950" y="1872986"/>
            <a:ext cx="5547799" cy="3597182"/>
          </a:xfrm>
        </p:spPr>
        <p:txBody>
          <a:bodyPr anchor="ctr">
            <a:normAutofit/>
          </a:bodyPr>
          <a:lstStyle/>
          <a:p>
            <a:r>
              <a:rPr lang="de-DE" sz="2800" b="1"/>
              <a:t>Text / Kontakt</a:t>
            </a:r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E0137FCB-5370-40E9-AA51-0B92B85A40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/>
              <a:t>Headline </a:t>
            </a:r>
          </a:p>
        </p:txBody>
      </p:sp>
      <p:sp>
        <p:nvSpPr>
          <p:cNvPr id="17" name="Untertitel 16">
            <a:extLst>
              <a:ext uri="{FF2B5EF4-FFF2-40B4-BE49-F238E27FC236}">
                <a16:creationId xmlns:a16="http://schemas.microsoft.com/office/drawing/2014/main" id="{B41A40EF-5464-4370-890C-5EDEEFBD1D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/>
              <a:t>Subheadline</a:t>
            </a: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5C59225F-BDB7-485E-D250-42A891341DA8}"/>
              </a:ext>
            </a:extLst>
          </p:cNvPr>
          <p:cNvGrpSpPr/>
          <p:nvPr/>
        </p:nvGrpSpPr>
        <p:grpSpPr>
          <a:xfrm>
            <a:off x="6178683" y="5485886"/>
            <a:ext cx="749526" cy="749526"/>
            <a:chOff x="6104860" y="5485886"/>
            <a:chExt cx="749526" cy="749526"/>
          </a:xfrm>
        </p:grpSpPr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27A6169F-6383-8836-DF7A-83BC1E3F307E}"/>
                </a:ext>
              </a:extLst>
            </p:cNvPr>
            <p:cNvSpPr/>
            <p:nvPr/>
          </p:nvSpPr>
          <p:spPr>
            <a:xfrm rot="19072192">
              <a:off x="6104860" y="5485886"/>
              <a:ext cx="749526" cy="74952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495300" dist="114300" dir="3420000" algn="br" rotWithShape="0">
                <a:prstClr val="black">
                  <a:alpha val="2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" name="Ellipse 25">
              <a:hlinkClick r:id="rId2"/>
              <a:extLst>
                <a:ext uri="{FF2B5EF4-FFF2-40B4-BE49-F238E27FC236}">
                  <a16:creationId xmlns:a16="http://schemas.microsoft.com/office/drawing/2014/main" id="{516B33D5-81DC-451B-1AD2-48B2E7543DF6}"/>
                </a:ext>
              </a:extLst>
            </p:cNvPr>
            <p:cNvSpPr/>
            <p:nvPr userDrawn="1"/>
          </p:nvSpPr>
          <p:spPr>
            <a:xfrm rot="19072192">
              <a:off x="6104860" y="5485886"/>
              <a:ext cx="749526" cy="74952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571500" dist="431800" dir="3120000">
                <a:prstClr val="black">
                  <a:alpha val="1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" name="Ellipse 27">
              <a:hlinkClick r:id="rId2"/>
              <a:extLst>
                <a:ext uri="{FF2B5EF4-FFF2-40B4-BE49-F238E27FC236}">
                  <a16:creationId xmlns:a16="http://schemas.microsoft.com/office/drawing/2014/main" id="{79CADAC8-1D0E-A438-22D0-C63B5050D66F}"/>
                </a:ext>
              </a:extLst>
            </p:cNvPr>
            <p:cNvSpPr/>
            <p:nvPr/>
          </p:nvSpPr>
          <p:spPr>
            <a:xfrm rot="19072192">
              <a:off x="6129585" y="5510611"/>
              <a:ext cx="700076" cy="7000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292100" dist="279400" dir="18900000">
                <a:prstClr val="black">
                  <a:alpha val="1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" name="Grafik 25">
              <a:hlinkClick r:id="rId2"/>
              <a:extLst>
                <a:ext uri="{FF2B5EF4-FFF2-40B4-BE49-F238E27FC236}">
                  <a16:creationId xmlns:a16="http://schemas.microsoft.com/office/drawing/2014/main" id="{59DF0E9C-74D8-AAC2-E705-6F48B5E82D04}"/>
                </a:ext>
              </a:extLst>
            </p:cNvPr>
            <p:cNvSpPr/>
            <p:nvPr/>
          </p:nvSpPr>
          <p:spPr>
            <a:xfrm>
              <a:off x="6131864" y="5508442"/>
              <a:ext cx="690288" cy="678160"/>
            </a:xfrm>
            <a:custGeom>
              <a:avLst/>
              <a:gdLst>
                <a:gd name="connsiteX0" fmla="*/ 138253 w 6939272"/>
                <a:gd name="connsiteY0" fmla="*/ 4535871 h 6854409"/>
                <a:gd name="connsiteX1" fmla="*/ 2538818 w 6939272"/>
                <a:gd name="connsiteY1" fmla="*/ 139329 h 6854409"/>
                <a:gd name="connsiteX2" fmla="*/ 6446023 w 6939272"/>
                <a:gd name="connsiteY2" fmla="*/ 1626223 h 6854409"/>
                <a:gd name="connsiteX3" fmla="*/ 6939269 w 6939272"/>
                <a:gd name="connsiteY3" fmla="*/ 2810901 h 6854409"/>
                <a:gd name="connsiteX4" fmla="*/ 6585900 w 6939272"/>
                <a:gd name="connsiteY4" fmla="*/ 2810239 h 6854409"/>
                <a:gd name="connsiteX5" fmla="*/ 6162493 w 6939272"/>
                <a:gd name="connsiteY5" fmla="*/ 1709513 h 6854409"/>
                <a:gd name="connsiteX6" fmla="*/ 2706326 w 6939272"/>
                <a:gd name="connsiteY6" fmla="*/ 367399 h 6854409"/>
                <a:gd name="connsiteX7" fmla="*/ 628319 w 6939272"/>
                <a:gd name="connsiteY7" fmla="*/ 4218547 h 6854409"/>
                <a:gd name="connsiteX8" fmla="*/ 2453011 w 6939272"/>
                <a:gd name="connsiteY8" fmla="*/ 6247522 h 6854409"/>
                <a:gd name="connsiteX9" fmla="*/ 2216194 w 6939272"/>
                <a:gd name="connsiteY9" fmla="*/ 6854405 h 6854409"/>
                <a:gd name="connsiteX10" fmla="*/ 138253 w 6939272"/>
                <a:gd name="connsiteY10" fmla="*/ 4535871 h 6854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39272" h="6854409">
                  <a:moveTo>
                    <a:pt x="138253" y="4535871"/>
                  </a:moveTo>
                  <a:cubicBezTo>
                    <a:pt x="-399520" y="2648761"/>
                    <a:pt x="679737" y="685319"/>
                    <a:pt x="2538818" y="139329"/>
                  </a:cubicBezTo>
                  <a:cubicBezTo>
                    <a:pt x="4051421" y="-304619"/>
                    <a:pt x="5626575" y="344738"/>
                    <a:pt x="6446023" y="1626223"/>
                  </a:cubicBezTo>
                  <a:cubicBezTo>
                    <a:pt x="6679062" y="1988902"/>
                    <a:pt x="6846040" y="2389986"/>
                    <a:pt x="6939269" y="2810901"/>
                  </a:cubicBezTo>
                  <a:lnTo>
                    <a:pt x="6585900" y="2810239"/>
                  </a:lnTo>
                  <a:cubicBezTo>
                    <a:pt x="6505791" y="2415655"/>
                    <a:pt x="6377178" y="2043070"/>
                    <a:pt x="6162493" y="1709513"/>
                  </a:cubicBezTo>
                  <a:cubicBezTo>
                    <a:pt x="5439719" y="552532"/>
                    <a:pt x="4045458" y="-25925"/>
                    <a:pt x="2706326" y="367399"/>
                  </a:cubicBezTo>
                  <a:cubicBezTo>
                    <a:pt x="1083531" y="843947"/>
                    <a:pt x="158794" y="2571501"/>
                    <a:pt x="628319" y="4218547"/>
                  </a:cubicBezTo>
                  <a:cubicBezTo>
                    <a:pt x="901843" y="5178071"/>
                    <a:pt x="1589101" y="5912109"/>
                    <a:pt x="2453011" y="6247522"/>
                  </a:cubicBezTo>
                  <a:lnTo>
                    <a:pt x="2216194" y="6854405"/>
                  </a:lnTo>
                  <a:cubicBezTo>
                    <a:pt x="1203205" y="6443150"/>
                    <a:pt x="436512" y="5587682"/>
                    <a:pt x="138253" y="4535871"/>
                  </a:cubicBezTo>
                </a:path>
              </a:pathLst>
            </a:custGeom>
            <a:solidFill>
              <a:schemeClr val="accent3"/>
            </a:solidFill>
            <a:ln w="66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2" name="Grafik 3">
              <a:hlinkClick r:id="rId2"/>
              <a:extLst>
                <a:ext uri="{FF2B5EF4-FFF2-40B4-BE49-F238E27FC236}">
                  <a16:creationId xmlns:a16="http://schemas.microsoft.com/office/drawing/2014/main" id="{1B0E6ABC-70C5-1C16-0F7F-093F009A24EA}"/>
                </a:ext>
              </a:extLst>
            </p:cNvPr>
            <p:cNvSpPr/>
            <p:nvPr/>
          </p:nvSpPr>
          <p:spPr>
            <a:xfrm>
              <a:off x="6401688" y="5723724"/>
              <a:ext cx="179214" cy="337166"/>
            </a:xfrm>
            <a:custGeom>
              <a:avLst/>
              <a:gdLst>
                <a:gd name="connsiteX0" fmla="*/ 779903 w 834536"/>
                <a:gd name="connsiteY0" fmla="*/ 876451 h 1570067"/>
                <a:gd name="connsiteX1" fmla="*/ 823118 w 834536"/>
                <a:gd name="connsiteY1" fmla="*/ 594466 h 1570067"/>
                <a:gd name="connsiteX2" fmla="*/ 552551 w 834536"/>
                <a:gd name="connsiteY2" fmla="*/ 594466 h 1570067"/>
                <a:gd name="connsiteX3" fmla="*/ 552551 w 834536"/>
                <a:gd name="connsiteY3" fmla="*/ 411487 h 1570067"/>
                <a:gd name="connsiteX4" fmla="*/ 711538 w 834536"/>
                <a:gd name="connsiteY4" fmla="*/ 259149 h 1570067"/>
                <a:gd name="connsiteX5" fmla="*/ 834536 w 834536"/>
                <a:gd name="connsiteY5" fmla="*/ 259149 h 1570067"/>
                <a:gd name="connsiteX6" fmla="*/ 834536 w 834536"/>
                <a:gd name="connsiteY6" fmla="*/ 19078 h 1570067"/>
                <a:gd name="connsiteX7" fmla="*/ 616146 w 834536"/>
                <a:gd name="connsiteY7" fmla="*/ 0 h 1570067"/>
                <a:gd name="connsiteX8" fmla="*/ 247586 w 834536"/>
                <a:gd name="connsiteY8" fmla="*/ 379545 h 1570067"/>
                <a:gd name="connsiteX9" fmla="*/ 247586 w 834536"/>
                <a:gd name="connsiteY9" fmla="*/ 594466 h 1570067"/>
                <a:gd name="connsiteX10" fmla="*/ 0 w 834536"/>
                <a:gd name="connsiteY10" fmla="*/ 594466 h 1570067"/>
                <a:gd name="connsiteX11" fmla="*/ 0 w 834536"/>
                <a:gd name="connsiteY11" fmla="*/ 876451 h 1570067"/>
                <a:gd name="connsiteX12" fmla="*/ 247730 w 834536"/>
                <a:gd name="connsiteY12" fmla="*/ 876451 h 1570067"/>
                <a:gd name="connsiteX13" fmla="*/ 247730 w 834536"/>
                <a:gd name="connsiteY13" fmla="*/ 1558216 h 1570067"/>
                <a:gd name="connsiteX14" fmla="*/ 400213 w 834536"/>
                <a:gd name="connsiteY14" fmla="*/ 1570067 h 1570067"/>
                <a:gd name="connsiteX15" fmla="*/ 552696 w 834536"/>
                <a:gd name="connsiteY15" fmla="*/ 1558216 h 1570067"/>
                <a:gd name="connsiteX16" fmla="*/ 552696 w 834536"/>
                <a:gd name="connsiteY16" fmla="*/ 876451 h 1570067"/>
                <a:gd name="connsiteX17" fmla="*/ 780047 w 834536"/>
                <a:gd name="connsiteY17" fmla="*/ 876451 h 157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34536" h="1570067">
                  <a:moveTo>
                    <a:pt x="779903" y="876451"/>
                  </a:moveTo>
                  <a:lnTo>
                    <a:pt x="823118" y="594466"/>
                  </a:lnTo>
                  <a:lnTo>
                    <a:pt x="552551" y="594466"/>
                  </a:lnTo>
                  <a:lnTo>
                    <a:pt x="552551" y="411487"/>
                  </a:lnTo>
                  <a:cubicBezTo>
                    <a:pt x="552551" y="334306"/>
                    <a:pt x="590275" y="259149"/>
                    <a:pt x="711538" y="259149"/>
                  </a:cubicBezTo>
                  <a:lnTo>
                    <a:pt x="834536" y="259149"/>
                  </a:lnTo>
                  <a:lnTo>
                    <a:pt x="834536" y="19078"/>
                  </a:lnTo>
                  <a:cubicBezTo>
                    <a:pt x="834536" y="19078"/>
                    <a:pt x="722956" y="0"/>
                    <a:pt x="616146" y="0"/>
                  </a:cubicBezTo>
                  <a:cubicBezTo>
                    <a:pt x="393276" y="0"/>
                    <a:pt x="247586" y="134994"/>
                    <a:pt x="247586" y="379545"/>
                  </a:cubicBezTo>
                  <a:lnTo>
                    <a:pt x="247586" y="594466"/>
                  </a:lnTo>
                  <a:lnTo>
                    <a:pt x="0" y="594466"/>
                  </a:lnTo>
                  <a:lnTo>
                    <a:pt x="0" y="876451"/>
                  </a:lnTo>
                  <a:lnTo>
                    <a:pt x="247730" y="876451"/>
                  </a:lnTo>
                  <a:lnTo>
                    <a:pt x="247730" y="1558216"/>
                  </a:lnTo>
                  <a:cubicBezTo>
                    <a:pt x="297450" y="1566020"/>
                    <a:pt x="348326" y="1570067"/>
                    <a:pt x="400213" y="1570067"/>
                  </a:cubicBezTo>
                  <a:cubicBezTo>
                    <a:pt x="452101" y="1570067"/>
                    <a:pt x="502976" y="1566020"/>
                    <a:pt x="552696" y="1558216"/>
                  </a:cubicBezTo>
                  <a:lnTo>
                    <a:pt x="552696" y="876451"/>
                  </a:lnTo>
                  <a:lnTo>
                    <a:pt x="780047" y="876451"/>
                  </a:lnTo>
                  <a:close/>
                </a:path>
              </a:pathLst>
            </a:custGeom>
            <a:solidFill>
              <a:schemeClr val="tx1"/>
            </a:solidFill>
            <a:ln w="14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640F828-DFDC-0732-96E3-1EDA06E4B3D3}"/>
              </a:ext>
            </a:extLst>
          </p:cNvPr>
          <p:cNvGrpSpPr/>
          <p:nvPr/>
        </p:nvGrpSpPr>
        <p:grpSpPr>
          <a:xfrm>
            <a:off x="7658328" y="5485886"/>
            <a:ext cx="749526" cy="749526"/>
            <a:chOff x="7035957" y="5150019"/>
            <a:chExt cx="749526" cy="749526"/>
          </a:xfrm>
        </p:grpSpPr>
        <p:grpSp>
          <p:nvGrpSpPr>
            <p:cNvPr id="36" name="Gruppieren 35">
              <a:extLst>
                <a:ext uri="{FF2B5EF4-FFF2-40B4-BE49-F238E27FC236}">
                  <a16:creationId xmlns:a16="http://schemas.microsoft.com/office/drawing/2014/main" id="{9749F7AD-2041-6965-AB48-7663ADFB8485}"/>
                </a:ext>
              </a:extLst>
            </p:cNvPr>
            <p:cNvGrpSpPr/>
            <p:nvPr/>
          </p:nvGrpSpPr>
          <p:grpSpPr>
            <a:xfrm>
              <a:off x="7035957" y="5150019"/>
              <a:ext cx="749526" cy="749526"/>
              <a:chOff x="3747531" y="4743779"/>
              <a:chExt cx="1864505" cy="1864506"/>
            </a:xfrm>
          </p:grpSpPr>
          <p:sp>
            <p:nvSpPr>
              <p:cNvPr id="41" name="Ellipse 40">
                <a:extLst>
                  <a:ext uri="{FF2B5EF4-FFF2-40B4-BE49-F238E27FC236}">
                    <a16:creationId xmlns:a16="http://schemas.microsoft.com/office/drawing/2014/main" id="{D8996D42-F033-AEAB-9B20-E1815627DE24}"/>
                  </a:ext>
                </a:extLst>
              </p:cNvPr>
              <p:cNvSpPr/>
              <p:nvPr/>
            </p:nvSpPr>
            <p:spPr>
              <a:xfrm rot="19072192">
                <a:off x="3747531" y="4743779"/>
                <a:ext cx="1864505" cy="186450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495300" dist="127000" dir="3420000" algn="br" rotWithShape="0">
                  <a:prstClr val="black">
                    <a:alpha val="2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2" name="Ellipse 41">
                <a:extLst>
                  <a:ext uri="{FF2B5EF4-FFF2-40B4-BE49-F238E27FC236}">
                    <a16:creationId xmlns:a16="http://schemas.microsoft.com/office/drawing/2014/main" id="{1C701E09-925E-E1D5-33F4-6B3974CB6005}"/>
                  </a:ext>
                </a:extLst>
              </p:cNvPr>
              <p:cNvSpPr/>
              <p:nvPr userDrawn="1"/>
            </p:nvSpPr>
            <p:spPr>
              <a:xfrm rot="19072192">
                <a:off x="3747531" y="4743780"/>
                <a:ext cx="1864505" cy="186450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innerShdw blurRad="571500" dist="431800" dir="3120000">
                  <a:prstClr val="black">
                    <a:alpha val="15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3" name="Ellipse 42">
                <a:extLst>
                  <a:ext uri="{FF2B5EF4-FFF2-40B4-BE49-F238E27FC236}">
                    <a16:creationId xmlns:a16="http://schemas.microsoft.com/office/drawing/2014/main" id="{E845E9F1-2268-CC5E-83E0-E318583A8861}"/>
                  </a:ext>
                </a:extLst>
              </p:cNvPr>
              <p:cNvSpPr/>
              <p:nvPr/>
            </p:nvSpPr>
            <p:spPr>
              <a:xfrm rot="19072192">
                <a:off x="3809036" y="4805284"/>
                <a:ext cx="1741493" cy="174149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innerShdw blurRad="279400" dist="292100" dir="18900000">
                  <a:prstClr val="black">
                    <a:alpha val="15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4" name="Grafik 25">
                <a:extLst>
                  <a:ext uri="{FF2B5EF4-FFF2-40B4-BE49-F238E27FC236}">
                    <a16:creationId xmlns:a16="http://schemas.microsoft.com/office/drawing/2014/main" id="{A4D18822-D863-543F-C181-4F9DC2D2F1EF}"/>
                  </a:ext>
                </a:extLst>
              </p:cNvPr>
              <p:cNvSpPr/>
              <p:nvPr/>
            </p:nvSpPr>
            <p:spPr>
              <a:xfrm>
                <a:off x="3814705" y="4799889"/>
                <a:ext cx="1717145" cy="1686977"/>
              </a:xfrm>
              <a:custGeom>
                <a:avLst/>
                <a:gdLst>
                  <a:gd name="connsiteX0" fmla="*/ 138253 w 6939272"/>
                  <a:gd name="connsiteY0" fmla="*/ 4535871 h 6854409"/>
                  <a:gd name="connsiteX1" fmla="*/ 2538818 w 6939272"/>
                  <a:gd name="connsiteY1" fmla="*/ 139329 h 6854409"/>
                  <a:gd name="connsiteX2" fmla="*/ 6446023 w 6939272"/>
                  <a:gd name="connsiteY2" fmla="*/ 1626223 h 6854409"/>
                  <a:gd name="connsiteX3" fmla="*/ 6939269 w 6939272"/>
                  <a:gd name="connsiteY3" fmla="*/ 2810901 h 6854409"/>
                  <a:gd name="connsiteX4" fmla="*/ 6585900 w 6939272"/>
                  <a:gd name="connsiteY4" fmla="*/ 2810239 h 6854409"/>
                  <a:gd name="connsiteX5" fmla="*/ 6162493 w 6939272"/>
                  <a:gd name="connsiteY5" fmla="*/ 1709513 h 6854409"/>
                  <a:gd name="connsiteX6" fmla="*/ 2706326 w 6939272"/>
                  <a:gd name="connsiteY6" fmla="*/ 367399 h 6854409"/>
                  <a:gd name="connsiteX7" fmla="*/ 628319 w 6939272"/>
                  <a:gd name="connsiteY7" fmla="*/ 4218547 h 6854409"/>
                  <a:gd name="connsiteX8" fmla="*/ 2453011 w 6939272"/>
                  <a:gd name="connsiteY8" fmla="*/ 6247522 h 6854409"/>
                  <a:gd name="connsiteX9" fmla="*/ 2216194 w 6939272"/>
                  <a:gd name="connsiteY9" fmla="*/ 6854405 h 6854409"/>
                  <a:gd name="connsiteX10" fmla="*/ 138253 w 6939272"/>
                  <a:gd name="connsiteY10" fmla="*/ 4535871 h 68544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939272" h="6854409">
                    <a:moveTo>
                      <a:pt x="138253" y="4535871"/>
                    </a:moveTo>
                    <a:cubicBezTo>
                      <a:pt x="-399520" y="2648761"/>
                      <a:pt x="679737" y="685319"/>
                      <a:pt x="2538818" y="139329"/>
                    </a:cubicBezTo>
                    <a:cubicBezTo>
                      <a:pt x="4051421" y="-304619"/>
                      <a:pt x="5626575" y="344738"/>
                      <a:pt x="6446023" y="1626223"/>
                    </a:cubicBezTo>
                    <a:cubicBezTo>
                      <a:pt x="6679062" y="1988902"/>
                      <a:pt x="6846040" y="2389986"/>
                      <a:pt x="6939269" y="2810901"/>
                    </a:cubicBezTo>
                    <a:lnTo>
                      <a:pt x="6585900" y="2810239"/>
                    </a:lnTo>
                    <a:cubicBezTo>
                      <a:pt x="6505791" y="2415655"/>
                      <a:pt x="6377178" y="2043070"/>
                      <a:pt x="6162493" y="1709513"/>
                    </a:cubicBezTo>
                    <a:cubicBezTo>
                      <a:pt x="5439719" y="552532"/>
                      <a:pt x="4045458" y="-25925"/>
                      <a:pt x="2706326" y="367399"/>
                    </a:cubicBezTo>
                    <a:cubicBezTo>
                      <a:pt x="1083531" y="843947"/>
                      <a:pt x="158794" y="2571501"/>
                      <a:pt x="628319" y="4218547"/>
                    </a:cubicBezTo>
                    <a:cubicBezTo>
                      <a:pt x="901843" y="5178071"/>
                      <a:pt x="1589101" y="5912109"/>
                      <a:pt x="2453011" y="6247522"/>
                    </a:cubicBezTo>
                    <a:lnTo>
                      <a:pt x="2216194" y="6854405"/>
                    </a:lnTo>
                    <a:cubicBezTo>
                      <a:pt x="1203205" y="6443150"/>
                      <a:pt x="436512" y="5587682"/>
                      <a:pt x="138253" y="4535871"/>
                    </a:cubicBezTo>
                  </a:path>
                </a:pathLst>
              </a:custGeom>
              <a:solidFill>
                <a:schemeClr val="accent3"/>
              </a:solidFill>
              <a:ln w="66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  <p:grpSp>
          <p:nvGrpSpPr>
            <p:cNvPr id="37" name="Gruppieren 36">
              <a:extLst>
                <a:ext uri="{FF2B5EF4-FFF2-40B4-BE49-F238E27FC236}">
                  <a16:creationId xmlns:a16="http://schemas.microsoft.com/office/drawing/2014/main" id="{25350A17-6460-660C-8D27-C61280C6CC39}"/>
                </a:ext>
              </a:extLst>
            </p:cNvPr>
            <p:cNvGrpSpPr/>
            <p:nvPr/>
          </p:nvGrpSpPr>
          <p:grpSpPr>
            <a:xfrm>
              <a:off x="7240784" y="5355291"/>
              <a:ext cx="358630" cy="358630"/>
              <a:chOff x="3844098" y="3835643"/>
              <a:chExt cx="809815" cy="809815"/>
            </a:xfrm>
          </p:grpSpPr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29193A97-719A-2DED-90F0-6BE9C3D38C30}"/>
                  </a:ext>
                </a:extLst>
              </p:cNvPr>
              <p:cNvSpPr/>
              <p:nvPr/>
            </p:nvSpPr>
            <p:spPr>
              <a:xfrm>
                <a:off x="3844098" y="3835643"/>
                <a:ext cx="809815" cy="809815"/>
              </a:xfrm>
              <a:custGeom>
                <a:avLst/>
                <a:gdLst>
                  <a:gd name="connsiteX0" fmla="*/ 404908 w 809815"/>
                  <a:gd name="connsiteY0" fmla="*/ 72962 h 809815"/>
                  <a:gd name="connsiteX1" fmla="*/ 568452 w 809815"/>
                  <a:gd name="connsiteY1" fmla="*/ 75343 h 809815"/>
                  <a:gd name="connsiteX2" fmla="*/ 643604 w 809815"/>
                  <a:gd name="connsiteY2" fmla="*/ 89249 h 809815"/>
                  <a:gd name="connsiteX3" fmla="*/ 690182 w 809815"/>
                  <a:gd name="connsiteY3" fmla="*/ 119539 h 809815"/>
                  <a:gd name="connsiteX4" fmla="*/ 720471 w 809815"/>
                  <a:gd name="connsiteY4" fmla="*/ 166116 h 809815"/>
                  <a:gd name="connsiteX5" fmla="*/ 734377 w 809815"/>
                  <a:gd name="connsiteY5" fmla="*/ 241268 h 809815"/>
                  <a:gd name="connsiteX6" fmla="*/ 736759 w 809815"/>
                  <a:gd name="connsiteY6" fmla="*/ 404813 h 809815"/>
                  <a:gd name="connsiteX7" fmla="*/ 734377 w 809815"/>
                  <a:gd name="connsiteY7" fmla="*/ 568357 h 809815"/>
                  <a:gd name="connsiteX8" fmla="*/ 720471 w 809815"/>
                  <a:gd name="connsiteY8" fmla="*/ 643509 h 809815"/>
                  <a:gd name="connsiteX9" fmla="*/ 690182 w 809815"/>
                  <a:gd name="connsiteY9" fmla="*/ 690086 h 809815"/>
                  <a:gd name="connsiteX10" fmla="*/ 643604 w 809815"/>
                  <a:gd name="connsiteY10" fmla="*/ 720376 h 809815"/>
                  <a:gd name="connsiteX11" fmla="*/ 568452 w 809815"/>
                  <a:gd name="connsiteY11" fmla="*/ 734282 h 809815"/>
                  <a:gd name="connsiteX12" fmla="*/ 404908 w 809815"/>
                  <a:gd name="connsiteY12" fmla="*/ 736663 h 809815"/>
                  <a:gd name="connsiteX13" fmla="*/ 241364 w 809815"/>
                  <a:gd name="connsiteY13" fmla="*/ 734282 h 809815"/>
                  <a:gd name="connsiteX14" fmla="*/ 166211 w 809815"/>
                  <a:gd name="connsiteY14" fmla="*/ 720376 h 809815"/>
                  <a:gd name="connsiteX15" fmla="*/ 119634 w 809815"/>
                  <a:gd name="connsiteY15" fmla="*/ 690086 h 809815"/>
                  <a:gd name="connsiteX16" fmla="*/ 89345 w 809815"/>
                  <a:gd name="connsiteY16" fmla="*/ 643509 h 809815"/>
                  <a:gd name="connsiteX17" fmla="*/ 75438 w 809815"/>
                  <a:gd name="connsiteY17" fmla="*/ 568357 h 809815"/>
                  <a:gd name="connsiteX18" fmla="*/ 73057 w 809815"/>
                  <a:gd name="connsiteY18" fmla="*/ 404813 h 809815"/>
                  <a:gd name="connsiteX19" fmla="*/ 75438 w 809815"/>
                  <a:gd name="connsiteY19" fmla="*/ 241268 h 809815"/>
                  <a:gd name="connsiteX20" fmla="*/ 89345 w 809815"/>
                  <a:gd name="connsiteY20" fmla="*/ 166116 h 809815"/>
                  <a:gd name="connsiteX21" fmla="*/ 119634 w 809815"/>
                  <a:gd name="connsiteY21" fmla="*/ 119539 h 809815"/>
                  <a:gd name="connsiteX22" fmla="*/ 166211 w 809815"/>
                  <a:gd name="connsiteY22" fmla="*/ 89249 h 809815"/>
                  <a:gd name="connsiteX23" fmla="*/ 241364 w 809815"/>
                  <a:gd name="connsiteY23" fmla="*/ 75343 h 809815"/>
                  <a:gd name="connsiteX24" fmla="*/ 404908 w 809815"/>
                  <a:gd name="connsiteY24" fmla="*/ 72962 h 809815"/>
                  <a:gd name="connsiteX25" fmla="*/ 404908 w 809815"/>
                  <a:gd name="connsiteY25" fmla="*/ 0 h 809815"/>
                  <a:gd name="connsiteX26" fmla="*/ 238030 w 809815"/>
                  <a:gd name="connsiteY26" fmla="*/ 2477 h 809815"/>
                  <a:gd name="connsiteX27" fmla="*/ 139732 w 809815"/>
                  <a:gd name="connsiteY27" fmla="*/ 21336 h 809815"/>
                  <a:gd name="connsiteX28" fmla="*/ 68009 w 809815"/>
                  <a:gd name="connsiteY28" fmla="*/ 68009 h 809815"/>
                  <a:gd name="connsiteX29" fmla="*/ 21336 w 809815"/>
                  <a:gd name="connsiteY29" fmla="*/ 139732 h 809815"/>
                  <a:gd name="connsiteX30" fmla="*/ 2477 w 809815"/>
                  <a:gd name="connsiteY30" fmla="*/ 238030 h 809815"/>
                  <a:gd name="connsiteX31" fmla="*/ 0 w 809815"/>
                  <a:gd name="connsiteY31" fmla="*/ 404908 h 809815"/>
                  <a:gd name="connsiteX32" fmla="*/ 2477 w 809815"/>
                  <a:gd name="connsiteY32" fmla="*/ 571786 h 809815"/>
                  <a:gd name="connsiteX33" fmla="*/ 21336 w 809815"/>
                  <a:gd name="connsiteY33" fmla="*/ 670084 h 809815"/>
                  <a:gd name="connsiteX34" fmla="*/ 68009 w 809815"/>
                  <a:gd name="connsiteY34" fmla="*/ 741807 h 809815"/>
                  <a:gd name="connsiteX35" fmla="*/ 139732 w 809815"/>
                  <a:gd name="connsiteY35" fmla="*/ 788480 h 809815"/>
                  <a:gd name="connsiteX36" fmla="*/ 238030 w 809815"/>
                  <a:gd name="connsiteY36" fmla="*/ 807339 h 809815"/>
                  <a:gd name="connsiteX37" fmla="*/ 404908 w 809815"/>
                  <a:gd name="connsiteY37" fmla="*/ 809815 h 809815"/>
                  <a:gd name="connsiteX38" fmla="*/ 571786 w 809815"/>
                  <a:gd name="connsiteY38" fmla="*/ 807339 h 809815"/>
                  <a:gd name="connsiteX39" fmla="*/ 670084 w 809815"/>
                  <a:gd name="connsiteY39" fmla="*/ 788480 h 809815"/>
                  <a:gd name="connsiteX40" fmla="*/ 741807 w 809815"/>
                  <a:gd name="connsiteY40" fmla="*/ 741807 h 809815"/>
                  <a:gd name="connsiteX41" fmla="*/ 788479 w 809815"/>
                  <a:gd name="connsiteY41" fmla="*/ 670084 h 809815"/>
                  <a:gd name="connsiteX42" fmla="*/ 807339 w 809815"/>
                  <a:gd name="connsiteY42" fmla="*/ 571786 h 809815"/>
                  <a:gd name="connsiteX43" fmla="*/ 809816 w 809815"/>
                  <a:gd name="connsiteY43" fmla="*/ 404908 h 809815"/>
                  <a:gd name="connsiteX44" fmla="*/ 807339 w 809815"/>
                  <a:gd name="connsiteY44" fmla="*/ 238030 h 809815"/>
                  <a:gd name="connsiteX45" fmla="*/ 788479 w 809815"/>
                  <a:gd name="connsiteY45" fmla="*/ 139732 h 809815"/>
                  <a:gd name="connsiteX46" fmla="*/ 741807 w 809815"/>
                  <a:gd name="connsiteY46" fmla="*/ 68009 h 809815"/>
                  <a:gd name="connsiteX47" fmla="*/ 670084 w 809815"/>
                  <a:gd name="connsiteY47" fmla="*/ 21336 h 809815"/>
                  <a:gd name="connsiteX48" fmla="*/ 571786 w 809815"/>
                  <a:gd name="connsiteY48" fmla="*/ 2477 h 809815"/>
                  <a:gd name="connsiteX49" fmla="*/ 404908 w 809815"/>
                  <a:gd name="connsiteY49" fmla="*/ 0 h 809815"/>
                  <a:gd name="connsiteX50" fmla="*/ 404908 w 809815"/>
                  <a:gd name="connsiteY50" fmla="*/ 0 h 809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809815" h="809815">
                    <a:moveTo>
                      <a:pt x="404908" y="72962"/>
                    </a:moveTo>
                    <a:cubicBezTo>
                      <a:pt x="513017" y="72962"/>
                      <a:pt x="525780" y="73343"/>
                      <a:pt x="568452" y="75343"/>
                    </a:cubicBezTo>
                    <a:cubicBezTo>
                      <a:pt x="607886" y="77153"/>
                      <a:pt x="629317" y="83725"/>
                      <a:pt x="643604" y="89249"/>
                    </a:cubicBezTo>
                    <a:cubicBezTo>
                      <a:pt x="662464" y="96584"/>
                      <a:pt x="675989" y="105347"/>
                      <a:pt x="690182" y="119539"/>
                    </a:cubicBezTo>
                    <a:cubicBezTo>
                      <a:pt x="704374" y="133731"/>
                      <a:pt x="713137" y="147161"/>
                      <a:pt x="720471" y="166116"/>
                    </a:cubicBezTo>
                    <a:cubicBezTo>
                      <a:pt x="725996" y="180404"/>
                      <a:pt x="732568" y="201835"/>
                      <a:pt x="734377" y="241268"/>
                    </a:cubicBezTo>
                    <a:cubicBezTo>
                      <a:pt x="736283" y="283940"/>
                      <a:pt x="736759" y="296799"/>
                      <a:pt x="736759" y="404813"/>
                    </a:cubicBezTo>
                    <a:cubicBezTo>
                      <a:pt x="736759" y="512826"/>
                      <a:pt x="736378" y="525685"/>
                      <a:pt x="734377" y="568357"/>
                    </a:cubicBezTo>
                    <a:cubicBezTo>
                      <a:pt x="732568" y="607790"/>
                      <a:pt x="725996" y="629222"/>
                      <a:pt x="720471" y="643509"/>
                    </a:cubicBezTo>
                    <a:cubicBezTo>
                      <a:pt x="713137" y="662369"/>
                      <a:pt x="704374" y="675894"/>
                      <a:pt x="690182" y="690086"/>
                    </a:cubicBezTo>
                    <a:cubicBezTo>
                      <a:pt x="675989" y="704279"/>
                      <a:pt x="662559" y="713042"/>
                      <a:pt x="643604" y="720376"/>
                    </a:cubicBezTo>
                    <a:cubicBezTo>
                      <a:pt x="629317" y="725900"/>
                      <a:pt x="607886" y="732473"/>
                      <a:pt x="568452" y="734282"/>
                    </a:cubicBezTo>
                    <a:cubicBezTo>
                      <a:pt x="525780" y="736187"/>
                      <a:pt x="513017" y="736663"/>
                      <a:pt x="404908" y="736663"/>
                    </a:cubicBezTo>
                    <a:cubicBezTo>
                      <a:pt x="296799" y="736663"/>
                      <a:pt x="284036" y="736283"/>
                      <a:pt x="241364" y="734282"/>
                    </a:cubicBezTo>
                    <a:cubicBezTo>
                      <a:pt x="201930" y="732473"/>
                      <a:pt x="180499" y="725900"/>
                      <a:pt x="166211" y="720376"/>
                    </a:cubicBezTo>
                    <a:cubicBezTo>
                      <a:pt x="147352" y="713042"/>
                      <a:pt x="133826" y="704279"/>
                      <a:pt x="119634" y="690086"/>
                    </a:cubicBezTo>
                    <a:cubicBezTo>
                      <a:pt x="105442" y="675894"/>
                      <a:pt x="96679" y="662464"/>
                      <a:pt x="89345" y="643509"/>
                    </a:cubicBezTo>
                    <a:cubicBezTo>
                      <a:pt x="83820" y="629222"/>
                      <a:pt x="77248" y="607790"/>
                      <a:pt x="75438" y="568357"/>
                    </a:cubicBezTo>
                    <a:cubicBezTo>
                      <a:pt x="73533" y="525685"/>
                      <a:pt x="73057" y="512826"/>
                      <a:pt x="73057" y="404813"/>
                    </a:cubicBezTo>
                    <a:cubicBezTo>
                      <a:pt x="73057" y="296799"/>
                      <a:pt x="73438" y="283940"/>
                      <a:pt x="75438" y="241268"/>
                    </a:cubicBezTo>
                    <a:cubicBezTo>
                      <a:pt x="77248" y="201835"/>
                      <a:pt x="83820" y="180404"/>
                      <a:pt x="89345" y="166116"/>
                    </a:cubicBezTo>
                    <a:cubicBezTo>
                      <a:pt x="96679" y="147257"/>
                      <a:pt x="105442" y="133731"/>
                      <a:pt x="119634" y="119539"/>
                    </a:cubicBezTo>
                    <a:cubicBezTo>
                      <a:pt x="133826" y="105347"/>
                      <a:pt x="147257" y="96584"/>
                      <a:pt x="166211" y="89249"/>
                    </a:cubicBezTo>
                    <a:cubicBezTo>
                      <a:pt x="180499" y="83725"/>
                      <a:pt x="201930" y="77153"/>
                      <a:pt x="241364" y="75343"/>
                    </a:cubicBezTo>
                    <a:cubicBezTo>
                      <a:pt x="284036" y="73438"/>
                      <a:pt x="296894" y="72962"/>
                      <a:pt x="404908" y="72962"/>
                    </a:cubicBezTo>
                    <a:moveTo>
                      <a:pt x="404908" y="0"/>
                    </a:moveTo>
                    <a:cubicBezTo>
                      <a:pt x="294989" y="0"/>
                      <a:pt x="281178" y="476"/>
                      <a:pt x="238030" y="2477"/>
                    </a:cubicBezTo>
                    <a:cubicBezTo>
                      <a:pt x="194977" y="4477"/>
                      <a:pt x="165545" y="11239"/>
                      <a:pt x="139732" y="21336"/>
                    </a:cubicBezTo>
                    <a:cubicBezTo>
                      <a:pt x="113157" y="31718"/>
                      <a:pt x="90583" y="45530"/>
                      <a:pt x="68009" y="68009"/>
                    </a:cubicBezTo>
                    <a:cubicBezTo>
                      <a:pt x="45530" y="90488"/>
                      <a:pt x="31623" y="113062"/>
                      <a:pt x="21336" y="139732"/>
                    </a:cubicBezTo>
                    <a:cubicBezTo>
                      <a:pt x="11335" y="165449"/>
                      <a:pt x="4477" y="194881"/>
                      <a:pt x="2477" y="238030"/>
                    </a:cubicBezTo>
                    <a:cubicBezTo>
                      <a:pt x="476" y="281178"/>
                      <a:pt x="0" y="294989"/>
                      <a:pt x="0" y="404908"/>
                    </a:cubicBezTo>
                    <a:cubicBezTo>
                      <a:pt x="0" y="514826"/>
                      <a:pt x="476" y="528638"/>
                      <a:pt x="2477" y="571786"/>
                    </a:cubicBezTo>
                    <a:cubicBezTo>
                      <a:pt x="4477" y="614839"/>
                      <a:pt x="11240" y="644271"/>
                      <a:pt x="21336" y="670084"/>
                    </a:cubicBezTo>
                    <a:cubicBezTo>
                      <a:pt x="31718" y="696659"/>
                      <a:pt x="45530" y="719233"/>
                      <a:pt x="68009" y="741807"/>
                    </a:cubicBezTo>
                    <a:cubicBezTo>
                      <a:pt x="90488" y="764286"/>
                      <a:pt x="113062" y="778193"/>
                      <a:pt x="139732" y="788480"/>
                    </a:cubicBezTo>
                    <a:cubicBezTo>
                      <a:pt x="165449" y="798481"/>
                      <a:pt x="194882" y="805339"/>
                      <a:pt x="238030" y="807339"/>
                    </a:cubicBezTo>
                    <a:cubicBezTo>
                      <a:pt x="281178" y="809339"/>
                      <a:pt x="294989" y="809815"/>
                      <a:pt x="404908" y="809815"/>
                    </a:cubicBezTo>
                    <a:cubicBezTo>
                      <a:pt x="514826" y="809815"/>
                      <a:pt x="528638" y="809339"/>
                      <a:pt x="571786" y="807339"/>
                    </a:cubicBezTo>
                    <a:cubicBezTo>
                      <a:pt x="614839" y="805339"/>
                      <a:pt x="644271" y="798576"/>
                      <a:pt x="670084" y="788480"/>
                    </a:cubicBezTo>
                    <a:cubicBezTo>
                      <a:pt x="696659" y="778097"/>
                      <a:pt x="719233" y="764286"/>
                      <a:pt x="741807" y="741807"/>
                    </a:cubicBezTo>
                    <a:cubicBezTo>
                      <a:pt x="764286" y="719328"/>
                      <a:pt x="778193" y="696754"/>
                      <a:pt x="788479" y="670084"/>
                    </a:cubicBezTo>
                    <a:cubicBezTo>
                      <a:pt x="798481" y="644366"/>
                      <a:pt x="805339" y="614934"/>
                      <a:pt x="807339" y="571786"/>
                    </a:cubicBezTo>
                    <a:cubicBezTo>
                      <a:pt x="809339" y="528638"/>
                      <a:pt x="809816" y="514826"/>
                      <a:pt x="809816" y="404908"/>
                    </a:cubicBezTo>
                    <a:cubicBezTo>
                      <a:pt x="809816" y="294989"/>
                      <a:pt x="809339" y="281178"/>
                      <a:pt x="807339" y="238030"/>
                    </a:cubicBezTo>
                    <a:cubicBezTo>
                      <a:pt x="805339" y="194977"/>
                      <a:pt x="798576" y="165544"/>
                      <a:pt x="788479" y="139732"/>
                    </a:cubicBezTo>
                    <a:cubicBezTo>
                      <a:pt x="778097" y="113157"/>
                      <a:pt x="764286" y="90583"/>
                      <a:pt x="741807" y="68009"/>
                    </a:cubicBezTo>
                    <a:cubicBezTo>
                      <a:pt x="719328" y="45530"/>
                      <a:pt x="696754" y="31623"/>
                      <a:pt x="670084" y="21336"/>
                    </a:cubicBezTo>
                    <a:cubicBezTo>
                      <a:pt x="644366" y="11335"/>
                      <a:pt x="614934" y="4477"/>
                      <a:pt x="571786" y="2477"/>
                    </a:cubicBezTo>
                    <a:cubicBezTo>
                      <a:pt x="528638" y="476"/>
                      <a:pt x="514826" y="0"/>
                      <a:pt x="404908" y="0"/>
                    </a:cubicBezTo>
                    <a:lnTo>
                      <a:pt x="404908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9" name="Freihandform: Form 38">
                <a:extLst>
                  <a:ext uri="{FF2B5EF4-FFF2-40B4-BE49-F238E27FC236}">
                    <a16:creationId xmlns:a16="http://schemas.microsoft.com/office/drawing/2014/main" id="{2DD062A1-60C8-B5F2-61A1-20D1ADF895B0}"/>
                  </a:ext>
                </a:extLst>
              </p:cNvPr>
              <p:cNvSpPr/>
              <p:nvPr/>
            </p:nvSpPr>
            <p:spPr>
              <a:xfrm>
                <a:off x="4041171" y="4032620"/>
                <a:ext cx="415670" cy="415670"/>
              </a:xfrm>
              <a:custGeom>
                <a:avLst/>
                <a:gdLst>
                  <a:gd name="connsiteX0" fmla="*/ 207836 w 415670"/>
                  <a:gd name="connsiteY0" fmla="*/ 0 h 415670"/>
                  <a:gd name="connsiteX1" fmla="*/ 0 w 415670"/>
                  <a:gd name="connsiteY1" fmla="*/ 207836 h 415670"/>
                  <a:gd name="connsiteX2" fmla="*/ 207836 w 415670"/>
                  <a:gd name="connsiteY2" fmla="*/ 415671 h 415670"/>
                  <a:gd name="connsiteX3" fmla="*/ 415671 w 415670"/>
                  <a:gd name="connsiteY3" fmla="*/ 207836 h 415670"/>
                  <a:gd name="connsiteX4" fmla="*/ 207836 w 415670"/>
                  <a:gd name="connsiteY4" fmla="*/ 0 h 415670"/>
                  <a:gd name="connsiteX5" fmla="*/ 207836 w 415670"/>
                  <a:gd name="connsiteY5" fmla="*/ 342805 h 415670"/>
                  <a:gd name="connsiteX6" fmla="*/ 72866 w 415670"/>
                  <a:gd name="connsiteY6" fmla="*/ 207836 h 415670"/>
                  <a:gd name="connsiteX7" fmla="*/ 207836 w 415670"/>
                  <a:gd name="connsiteY7" fmla="*/ 72866 h 415670"/>
                  <a:gd name="connsiteX8" fmla="*/ 342805 w 415670"/>
                  <a:gd name="connsiteY8" fmla="*/ 207836 h 415670"/>
                  <a:gd name="connsiteX9" fmla="*/ 207836 w 415670"/>
                  <a:gd name="connsiteY9" fmla="*/ 342805 h 415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670" h="415670">
                    <a:moveTo>
                      <a:pt x="207836" y="0"/>
                    </a:moveTo>
                    <a:cubicBezTo>
                      <a:pt x="93059" y="0"/>
                      <a:pt x="0" y="93059"/>
                      <a:pt x="0" y="207836"/>
                    </a:cubicBezTo>
                    <a:cubicBezTo>
                      <a:pt x="0" y="322612"/>
                      <a:pt x="93059" y="415671"/>
                      <a:pt x="207836" y="415671"/>
                    </a:cubicBezTo>
                    <a:cubicBezTo>
                      <a:pt x="322612" y="415671"/>
                      <a:pt x="415671" y="322612"/>
                      <a:pt x="415671" y="207836"/>
                    </a:cubicBezTo>
                    <a:cubicBezTo>
                      <a:pt x="415671" y="93059"/>
                      <a:pt x="322612" y="0"/>
                      <a:pt x="207836" y="0"/>
                    </a:cubicBezTo>
                    <a:close/>
                    <a:moveTo>
                      <a:pt x="207836" y="342805"/>
                    </a:moveTo>
                    <a:cubicBezTo>
                      <a:pt x="133350" y="342805"/>
                      <a:pt x="72866" y="282416"/>
                      <a:pt x="72866" y="207836"/>
                    </a:cubicBezTo>
                    <a:cubicBezTo>
                      <a:pt x="72866" y="133255"/>
                      <a:pt x="133255" y="72866"/>
                      <a:pt x="207836" y="72866"/>
                    </a:cubicBezTo>
                    <a:cubicBezTo>
                      <a:pt x="282416" y="72866"/>
                      <a:pt x="342805" y="133255"/>
                      <a:pt x="342805" y="207836"/>
                    </a:cubicBezTo>
                    <a:cubicBezTo>
                      <a:pt x="342805" y="282416"/>
                      <a:pt x="282416" y="342805"/>
                      <a:pt x="207836" y="342805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0" name="Freihandform: Form 39">
                <a:extLst>
                  <a:ext uri="{FF2B5EF4-FFF2-40B4-BE49-F238E27FC236}">
                    <a16:creationId xmlns:a16="http://schemas.microsoft.com/office/drawing/2014/main" id="{AAF91872-2CB4-B6EE-0BC9-97D8BD1C4108}"/>
                  </a:ext>
                </a:extLst>
              </p:cNvPr>
              <p:cNvSpPr/>
              <p:nvPr/>
            </p:nvSpPr>
            <p:spPr>
              <a:xfrm>
                <a:off x="4416551" y="3975755"/>
                <a:ext cx="97154" cy="97154"/>
              </a:xfrm>
              <a:custGeom>
                <a:avLst/>
                <a:gdLst>
                  <a:gd name="connsiteX0" fmla="*/ 97155 w 97154"/>
                  <a:gd name="connsiteY0" fmla="*/ 48577 h 97154"/>
                  <a:gd name="connsiteX1" fmla="*/ 48578 w 97154"/>
                  <a:gd name="connsiteY1" fmla="*/ 97155 h 97154"/>
                  <a:gd name="connsiteX2" fmla="*/ 0 w 97154"/>
                  <a:gd name="connsiteY2" fmla="*/ 48577 h 97154"/>
                  <a:gd name="connsiteX3" fmla="*/ 48578 w 97154"/>
                  <a:gd name="connsiteY3" fmla="*/ 0 h 97154"/>
                  <a:gd name="connsiteX4" fmla="*/ 97155 w 97154"/>
                  <a:gd name="connsiteY4" fmla="*/ 48577 h 97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154" h="97154">
                    <a:moveTo>
                      <a:pt x="97155" y="48577"/>
                    </a:moveTo>
                    <a:cubicBezTo>
                      <a:pt x="97155" y="75406"/>
                      <a:pt x="75406" y="97155"/>
                      <a:pt x="48578" y="97155"/>
                    </a:cubicBezTo>
                    <a:cubicBezTo>
                      <a:pt x="21749" y="97155"/>
                      <a:pt x="0" y="75406"/>
                      <a:pt x="0" y="48577"/>
                    </a:cubicBezTo>
                    <a:cubicBezTo>
                      <a:pt x="0" y="21749"/>
                      <a:pt x="21749" y="0"/>
                      <a:pt x="48578" y="0"/>
                    </a:cubicBezTo>
                    <a:cubicBezTo>
                      <a:pt x="75406" y="0"/>
                      <a:pt x="97155" y="21749"/>
                      <a:pt x="97155" y="48577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</p:grpSp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0603457F-5C56-C859-399D-E30045325249}"/>
              </a:ext>
            </a:extLst>
          </p:cNvPr>
          <p:cNvGrpSpPr/>
          <p:nvPr/>
        </p:nvGrpSpPr>
        <p:grpSpPr>
          <a:xfrm>
            <a:off x="9137973" y="5485886"/>
            <a:ext cx="749526" cy="749526"/>
            <a:chOff x="3397890" y="5774988"/>
            <a:chExt cx="749526" cy="749526"/>
          </a:xfrm>
        </p:grpSpPr>
        <p:grpSp>
          <p:nvGrpSpPr>
            <p:cNvPr id="46" name="Gruppieren 45">
              <a:extLst>
                <a:ext uri="{FF2B5EF4-FFF2-40B4-BE49-F238E27FC236}">
                  <a16:creationId xmlns:a16="http://schemas.microsoft.com/office/drawing/2014/main" id="{3A8CEA68-4347-1ED7-14C6-EA42306C9177}"/>
                </a:ext>
              </a:extLst>
            </p:cNvPr>
            <p:cNvGrpSpPr/>
            <p:nvPr/>
          </p:nvGrpSpPr>
          <p:grpSpPr>
            <a:xfrm>
              <a:off x="3397890" y="5774988"/>
              <a:ext cx="749526" cy="749526"/>
              <a:chOff x="3747531" y="4743779"/>
              <a:chExt cx="1864505" cy="1864506"/>
            </a:xfrm>
          </p:grpSpPr>
          <p:sp>
            <p:nvSpPr>
              <p:cNvPr id="48" name="Ellipse 47">
                <a:extLst>
                  <a:ext uri="{FF2B5EF4-FFF2-40B4-BE49-F238E27FC236}">
                    <a16:creationId xmlns:a16="http://schemas.microsoft.com/office/drawing/2014/main" id="{0996369D-D2C5-F506-39E6-E67BD20490EA}"/>
                  </a:ext>
                </a:extLst>
              </p:cNvPr>
              <p:cNvSpPr/>
              <p:nvPr/>
            </p:nvSpPr>
            <p:spPr>
              <a:xfrm rot="19072192">
                <a:off x="3747531" y="4743779"/>
                <a:ext cx="1864505" cy="186450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495300" dist="127000" dir="3420000" algn="br" rotWithShape="0">
                  <a:prstClr val="black">
                    <a:alpha val="2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9" name="Ellipse 48">
                <a:extLst>
                  <a:ext uri="{FF2B5EF4-FFF2-40B4-BE49-F238E27FC236}">
                    <a16:creationId xmlns:a16="http://schemas.microsoft.com/office/drawing/2014/main" id="{59ACC3B9-1E31-6C84-7348-BF609661D5C8}"/>
                  </a:ext>
                </a:extLst>
              </p:cNvPr>
              <p:cNvSpPr/>
              <p:nvPr userDrawn="1"/>
            </p:nvSpPr>
            <p:spPr>
              <a:xfrm rot="19072192">
                <a:off x="3747531" y="4743780"/>
                <a:ext cx="1864505" cy="186450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innerShdw blurRad="571500" dist="431800" dir="3120000">
                  <a:prstClr val="black">
                    <a:alpha val="15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0" name="Ellipse 49">
                <a:extLst>
                  <a:ext uri="{FF2B5EF4-FFF2-40B4-BE49-F238E27FC236}">
                    <a16:creationId xmlns:a16="http://schemas.microsoft.com/office/drawing/2014/main" id="{6E899E9D-FEA0-BDD3-40E8-BA95EDD58A9C}"/>
                  </a:ext>
                </a:extLst>
              </p:cNvPr>
              <p:cNvSpPr/>
              <p:nvPr/>
            </p:nvSpPr>
            <p:spPr>
              <a:xfrm rot="19072192">
                <a:off x="3809036" y="4805284"/>
                <a:ext cx="1741493" cy="174149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innerShdw blurRad="279400" dist="292100" dir="18900000">
                  <a:prstClr val="black">
                    <a:alpha val="15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" name="Grafik 25">
                <a:extLst>
                  <a:ext uri="{FF2B5EF4-FFF2-40B4-BE49-F238E27FC236}">
                    <a16:creationId xmlns:a16="http://schemas.microsoft.com/office/drawing/2014/main" id="{38E2D632-E789-1D61-8546-58E70252AFB0}"/>
                  </a:ext>
                </a:extLst>
              </p:cNvPr>
              <p:cNvSpPr/>
              <p:nvPr/>
            </p:nvSpPr>
            <p:spPr>
              <a:xfrm>
                <a:off x="3814705" y="4799889"/>
                <a:ext cx="1717145" cy="1686977"/>
              </a:xfrm>
              <a:custGeom>
                <a:avLst/>
                <a:gdLst>
                  <a:gd name="connsiteX0" fmla="*/ 138253 w 6939272"/>
                  <a:gd name="connsiteY0" fmla="*/ 4535871 h 6854409"/>
                  <a:gd name="connsiteX1" fmla="*/ 2538818 w 6939272"/>
                  <a:gd name="connsiteY1" fmla="*/ 139329 h 6854409"/>
                  <a:gd name="connsiteX2" fmla="*/ 6446023 w 6939272"/>
                  <a:gd name="connsiteY2" fmla="*/ 1626223 h 6854409"/>
                  <a:gd name="connsiteX3" fmla="*/ 6939269 w 6939272"/>
                  <a:gd name="connsiteY3" fmla="*/ 2810901 h 6854409"/>
                  <a:gd name="connsiteX4" fmla="*/ 6585900 w 6939272"/>
                  <a:gd name="connsiteY4" fmla="*/ 2810239 h 6854409"/>
                  <a:gd name="connsiteX5" fmla="*/ 6162493 w 6939272"/>
                  <a:gd name="connsiteY5" fmla="*/ 1709513 h 6854409"/>
                  <a:gd name="connsiteX6" fmla="*/ 2706326 w 6939272"/>
                  <a:gd name="connsiteY6" fmla="*/ 367399 h 6854409"/>
                  <a:gd name="connsiteX7" fmla="*/ 628319 w 6939272"/>
                  <a:gd name="connsiteY7" fmla="*/ 4218547 h 6854409"/>
                  <a:gd name="connsiteX8" fmla="*/ 2453011 w 6939272"/>
                  <a:gd name="connsiteY8" fmla="*/ 6247522 h 6854409"/>
                  <a:gd name="connsiteX9" fmla="*/ 2216194 w 6939272"/>
                  <a:gd name="connsiteY9" fmla="*/ 6854405 h 6854409"/>
                  <a:gd name="connsiteX10" fmla="*/ 138253 w 6939272"/>
                  <a:gd name="connsiteY10" fmla="*/ 4535871 h 68544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939272" h="6854409">
                    <a:moveTo>
                      <a:pt x="138253" y="4535871"/>
                    </a:moveTo>
                    <a:cubicBezTo>
                      <a:pt x="-399520" y="2648761"/>
                      <a:pt x="679737" y="685319"/>
                      <a:pt x="2538818" y="139329"/>
                    </a:cubicBezTo>
                    <a:cubicBezTo>
                      <a:pt x="4051421" y="-304619"/>
                      <a:pt x="5626575" y="344738"/>
                      <a:pt x="6446023" y="1626223"/>
                    </a:cubicBezTo>
                    <a:cubicBezTo>
                      <a:pt x="6679062" y="1988902"/>
                      <a:pt x="6846040" y="2389986"/>
                      <a:pt x="6939269" y="2810901"/>
                    </a:cubicBezTo>
                    <a:lnTo>
                      <a:pt x="6585900" y="2810239"/>
                    </a:lnTo>
                    <a:cubicBezTo>
                      <a:pt x="6505791" y="2415655"/>
                      <a:pt x="6377178" y="2043070"/>
                      <a:pt x="6162493" y="1709513"/>
                    </a:cubicBezTo>
                    <a:cubicBezTo>
                      <a:pt x="5439719" y="552532"/>
                      <a:pt x="4045458" y="-25925"/>
                      <a:pt x="2706326" y="367399"/>
                    </a:cubicBezTo>
                    <a:cubicBezTo>
                      <a:pt x="1083531" y="843947"/>
                      <a:pt x="158794" y="2571501"/>
                      <a:pt x="628319" y="4218547"/>
                    </a:cubicBezTo>
                    <a:cubicBezTo>
                      <a:pt x="901843" y="5178071"/>
                      <a:pt x="1589101" y="5912109"/>
                      <a:pt x="2453011" y="6247522"/>
                    </a:cubicBezTo>
                    <a:lnTo>
                      <a:pt x="2216194" y="6854405"/>
                    </a:lnTo>
                    <a:cubicBezTo>
                      <a:pt x="1203205" y="6443150"/>
                      <a:pt x="436512" y="5587682"/>
                      <a:pt x="138253" y="4535871"/>
                    </a:cubicBezTo>
                  </a:path>
                </a:pathLst>
              </a:custGeom>
              <a:solidFill>
                <a:schemeClr val="accent3"/>
              </a:solidFill>
              <a:ln w="66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  <p:sp>
          <p:nvSpPr>
            <p:cNvPr id="47" name="Grafik 26">
              <a:extLst>
                <a:ext uri="{FF2B5EF4-FFF2-40B4-BE49-F238E27FC236}">
                  <a16:creationId xmlns:a16="http://schemas.microsoft.com/office/drawing/2014/main" id="{8A91DCB0-C1B2-5B6D-2A54-3DFF1BD56320}"/>
                </a:ext>
              </a:extLst>
            </p:cNvPr>
            <p:cNvSpPr/>
            <p:nvPr/>
          </p:nvSpPr>
          <p:spPr>
            <a:xfrm>
              <a:off x="3614430" y="6043782"/>
              <a:ext cx="335348" cy="234744"/>
            </a:xfrm>
            <a:custGeom>
              <a:avLst/>
              <a:gdLst>
                <a:gd name="connsiteX0" fmla="*/ 839343 w 857250"/>
                <a:gd name="connsiteY0" fmla="*/ 93726 h 600075"/>
                <a:gd name="connsiteX1" fmla="*/ 763524 w 857250"/>
                <a:gd name="connsiteY1" fmla="*/ 17907 h 600075"/>
                <a:gd name="connsiteX2" fmla="*/ 428625 w 857250"/>
                <a:gd name="connsiteY2" fmla="*/ 0 h 600075"/>
                <a:gd name="connsiteX3" fmla="*/ 93726 w 857250"/>
                <a:gd name="connsiteY3" fmla="*/ 17907 h 600075"/>
                <a:gd name="connsiteX4" fmla="*/ 17907 w 857250"/>
                <a:gd name="connsiteY4" fmla="*/ 93726 h 600075"/>
                <a:gd name="connsiteX5" fmla="*/ 0 w 857250"/>
                <a:gd name="connsiteY5" fmla="*/ 300038 h 600075"/>
                <a:gd name="connsiteX6" fmla="*/ 17907 w 857250"/>
                <a:gd name="connsiteY6" fmla="*/ 506349 h 600075"/>
                <a:gd name="connsiteX7" fmla="*/ 93726 w 857250"/>
                <a:gd name="connsiteY7" fmla="*/ 582168 h 600075"/>
                <a:gd name="connsiteX8" fmla="*/ 428625 w 857250"/>
                <a:gd name="connsiteY8" fmla="*/ 600075 h 600075"/>
                <a:gd name="connsiteX9" fmla="*/ 763524 w 857250"/>
                <a:gd name="connsiteY9" fmla="*/ 582168 h 600075"/>
                <a:gd name="connsiteX10" fmla="*/ 839343 w 857250"/>
                <a:gd name="connsiteY10" fmla="*/ 506349 h 600075"/>
                <a:gd name="connsiteX11" fmla="*/ 857250 w 857250"/>
                <a:gd name="connsiteY11" fmla="*/ 300038 h 600075"/>
                <a:gd name="connsiteX12" fmla="*/ 839343 w 857250"/>
                <a:gd name="connsiteY12" fmla="*/ 93726 h 600075"/>
                <a:gd name="connsiteX13" fmla="*/ 342900 w 857250"/>
                <a:gd name="connsiteY13" fmla="*/ 428625 h 600075"/>
                <a:gd name="connsiteX14" fmla="*/ 342900 w 857250"/>
                <a:gd name="connsiteY14" fmla="*/ 171450 h 600075"/>
                <a:gd name="connsiteX15" fmla="*/ 565595 w 857250"/>
                <a:gd name="connsiteY15" fmla="*/ 300038 h 600075"/>
                <a:gd name="connsiteX16" fmla="*/ 342900 w 857250"/>
                <a:gd name="connsiteY16" fmla="*/ 428625 h 60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57250" h="600075">
                  <a:moveTo>
                    <a:pt x="839343" y="93726"/>
                  </a:moveTo>
                  <a:cubicBezTo>
                    <a:pt x="829532" y="56864"/>
                    <a:pt x="800481" y="27813"/>
                    <a:pt x="763524" y="17907"/>
                  </a:cubicBezTo>
                  <a:cubicBezTo>
                    <a:pt x="696659" y="0"/>
                    <a:pt x="428625" y="0"/>
                    <a:pt x="428625" y="0"/>
                  </a:cubicBezTo>
                  <a:cubicBezTo>
                    <a:pt x="428625" y="0"/>
                    <a:pt x="160592" y="0"/>
                    <a:pt x="93726" y="17907"/>
                  </a:cubicBezTo>
                  <a:cubicBezTo>
                    <a:pt x="56864" y="27813"/>
                    <a:pt x="27813" y="56864"/>
                    <a:pt x="17907" y="93726"/>
                  </a:cubicBezTo>
                  <a:cubicBezTo>
                    <a:pt x="0" y="160592"/>
                    <a:pt x="0" y="300038"/>
                    <a:pt x="0" y="300038"/>
                  </a:cubicBezTo>
                  <a:cubicBezTo>
                    <a:pt x="0" y="300038"/>
                    <a:pt x="0" y="439484"/>
                    <a:pt x="17907" y="506349"/>
                  </a:cubicBezTo>
                  <a:cubicBezTo>
                    <a:pt x="27718" y="543211"/>
                    <a:pt x="56769" y="572262"/>
                    <a:pt x="93726" y="582168"/>
                  </a:cubicBezTo>
                  <a:cubicBezTo>
                    <a:pt x="160592" y="600075"/>
                    <a:pt x="428625" y="600075"/>
                    <a:pt x="428625" y="600075"/>
                  </a:cubicBezTo>
                  <a:cubicBezTo>
                    <a:pt x="428625" y="600075"/>
                    <a:pt x="696659" y="600075"/>
                    <a:pt x="763524" y="582168"/>
                  </a:cubicBezTo>
                  <a:cubicBezTo>
                    <a:pt x="800386" y="572262"/>
                    <a:pt x="829437" y="543306"/>
                    <a:pt x="839343" y="506349"/>
                  </a:cubicBezTo>
                  <a:cubicBezTo>
                    <a:pt x="857250" y="439484"/>
                    <a:pt x="857250" y="300038"/>
                    <a:pt x="857250" y="300038"/>
                  </a:cubicBezTo>
                  <a:cubicBezTo>
                    <a:pt x="857250" y="300038"/>
                    <a:pt x="857250" y="160592"/>
                    <a:pt x="839343" y="93726"/>
                  </a:cubicBezTo>
                  <a:close/>
                  <a:moveTo>
                    <a:pt x="342900" y="428625"/>
                  </a:moveTo>
                  <a:lnTo>
                    <a:pt x="342900" y="171450"/>
                  </a:lnTo>
                  <a:lnTo>
                    <a:pt x="565595" y="300038"/>
                  </a:lnTo>
                  <a:lnTo>
                    <a:pt x="342900" y="428625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52" name="Gruppieren 51">
            <a:extLst>
              <a:ext uri="{FF2B5EF4-FFF2-40B4-BE49-F238E27FC236}">
                <a16:creationId xmlns:a16="http://schemas.microsoft.com/office/drawing/2014/main" id="{1D8BF542-14C5-82E0-51DC-8AFE573DBAF1}"/>
              </a:ext>
            </a:extLst>
          </p:cNvPr>
          <p:cNvGrpSpPr/>
          <p:nvPr/>
        </p:nvGrpSpPr>
        <p:grpSpPr>
          <a:xfrm>
            <a:off x="10617617" y="5485886"/>
            <a:ext cx="749526" cy="749526"/>
            <a:chOff x="4365453" y="5774988"/>
            <a:chExt cx="749526" cy="749526"/>
          </a:xfrm>
        </p:grpSpPr>
        <p:grpSp>
          <p:nvGrpSpPr>
            <p:cNvPr id="53" name="Gruppieren 52">
              <a:extLst>
                <a:ext uri="{FF2B5EF4-FFF2-40B4-BE49-F238E27FC236}">
                  <a16:creationId xmlns:a16="http://schemas.microsoft.com/office/drawing/2014/main" id="{8101DDEC-34EE-A445-2E44-A338D1800D22}"/>
                </a:ext>
              </a:extLst>
            </p:cNvPr>
            <p:cNvGrpSpPr/>
            <p:nvPr/>
          </p:nvGrpSpPr>
          <p:grpSpPr>
            <a:xfrm>
              <a:off x="4365453" y="5774988"/>
              <a:ext cx="749526" cy="749526"/>
              <a:chOff x="3747531" y="4743779"/>
              <a:chExt cx="1864505" cy="1864506"/>
            </a:xfrm>
          </p:grpSpPr>
          <p:sp>
            <p:nvSpPr>
              <p:cNvPr id="58" name="Ellipse 57">
                <a:extLst>
                  <a:ext uri="{FF2B5EF4-FFF2-40B4-BE49-F238E27FC236}">
                    <a16:creationId xmlns:a16="http://schemas.microsoft.com/office/drawing/2014/main" id="{6035751D-9D0E-4654-3250-F032F25F597A}"/>
                  </a:ext>
                </a:extLst>
              </p:cNvPr>
              <p:cNvSpPr/>
              <p:nvPr/>
            </p:nvSpPr>
            <p:spPr>
              <a:xfrm rot="19072192">
                <a:off x="3747531" y="4743779"/>
                <a:ext cx="1864505" cy="186450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495300" dist="127000" dir="3420000" algn="br" rotWithShape="0">
                  <a:prstClr val="black">
                    <a:alpha val="2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9" name="Ellipse 58">
                <a:extLst>
                  <a:ext uri="{FF2B5EF4-FFF2-40B4-BE49-F238E27FC236}">
                    <a16:creationId xmlns:a16="http://schemas.microsoft.com/office/drawing/2014/main" id="{34C5E405-1337-38BD-63FC-E2E785CDDCB0}"/>
                  </a:ext>
                </a:extLst>
              </p:cNvPr>
              <p:cNvSpPr/>
              <p:nvPr userDrawn="1"/>
            </p:nvSpPr>
            <p:spPr>
              <a:xfrm rot="19072192">
                <a:off x="3747531" y="4743780"/>
                <a:ext cx="1864505" cy="186450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innerShdw blurRad="571500" dist="431800" dir="3120000">
                  <a:prstClr val="black">
                    <a:alpha val="15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0" name="Ellipse 59">
                <a:extLst>
                  <a:ext uri="{FF2B5EF4-FFF2-40B4-BE49-F238E27FC236}">
                    <a16:creationId xmlns:a16="http://schemas.microsoft.com/office/drawing/2014/main" id="{D9508F4F-1038-DC70-0B82-3EAC0C5F28E0}"/>
                  </a:ext>
                </a:extLst>
              </p:cNvPr>
              <p:cNvSpPr/>
              <p:nvPr/>
            </p:nvSpPr>
            <p:spPr>
              <a:xfrm rot="19072192">
                <a:off x="3809036" y="4805284"/>
                <a:ext cx="1741493" cy="174149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innerShdw blurRad="279400" dist="292100" dir="18900000">
                  <a:prstClr val="black">
                    <a:alpha val="15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1" name="Grafik 25">
                <a:extLst>
                  <a:ext uri="{FF2B5EF4-FFF2-40B4-BE49-F238E27FC236}">
                    <a16:creationId xmlns:a16="http://schemas.microsoft.com/office/drawing/2014/main" id="{91D2305E-9FBA-114A-1DD4-AEC87A6F52D3}"/>
                  </a:ext>
                </a:extLst>
              </p:cNvPr>
              <p:cNvSpPr/>
              <p:nvPr/>
            </p:nvSpPr>
            <p:spPr>
              <a:xfrm>
                <a:off x="3814705" y="4799889"/>
                <a:ext cx="1717145" cy="1686977"/>
              </a:xfrm>
              <a:custGeom>
                <a:avLst/>
                <a:gdLst>
                  <a:gd name="connsiteX0" fmla="*/ 138253 w 6939272"/>
                  <a:gd name="connsiteY0" fmla="*/ 4535871 h 6854409"/>
                  <a:gd name="connsiteX1" fmla="*/ 2538818 w 6939272"/>
                  <a:gd name="connsiteY1" fmla="*/ 139329 h 6854409"/>
                  <a:gd name="connsiteX2" fmla="*/ 6446023 w 6939272"/>
                  <a:gd name="connsiteY2" fmla="*/ 1626223 h 6854409"/>
                  <a:gd name="connsiteX3" fmla="*/ 6939269 w 6939272"/>
                  <a:gd name="connsiteY3" fmla="*/ 2810901 h 6854409"/>
                  <a:gd name="connsiteX4" fmla="*/ 6585900 w 6939272"/>
                  <a:gd name="connsiteY4" fmla="*/ 2810239 h 6854409"/>
                  <a:gd name="connsiteX5" fmla="*/ 6162493 w 6939272"/>
                  <a:gd name="connsiteY5" fmla="*/ 1709513 h 6854409"/>
                  <a:gd name="connsiteX6" fmla="*/ 2706326 w 6939272"/>
                  <a:gd name="connsiteY6" fmla="*/ 367399 h 6854409"/>
                  <a:gd name="connsiteX7" fmla="*/ 628319 w 6939272"/>
                  <a:gd name="connsiteY7" fmla="*/ 4218547 h 6854409"/>
                  <a:gd name="connsiteX8" fmla="*/ 2453011 w 6939272"/>
                  <a:gd name="connsiteY8" fmla="*/ 6247522 h 6854409"/>
                  <a:gd name="connsiteX9" fmla="*/ 2216194 w 6939272"/>
                  <a:gd name="connsiteY9" fmla="*/ 6854405 h 6854409"/>
                  <a:gd name="connsiteX10" fmla="*/ 138253 w 6939272"/>
                  <a:gd name="connsiteY10" fmla="*/ 4535871 h 68544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939272" h="6854409">
                    <a:moveTo>
                      <a:pt x="138253" y="4535871"/>
                    </a:moveTo>
                    <a:cubicBezTo>
                      <a:pt x="-399520" y="2648761"/>
                      <a:pt x="679737" y="685319"/>
                      <a:pt x="2538818" y="139329"/>
                    </a:cubicBezTo>
                    <a:cubicBezTo>
                      <a:pt x="4051421" y="-304619"/>
                      <a:pt x="5626575" y="344738"/>
                      <a:pt x="6446023" y="1626223"/>
                    </a:cubicBezTo>
                    <a:cubicBezTo>
                      <a:pt x="6679062" y="1988902"/>
                      <a:pt x="6846040" y="2389986"/>
                      <a:pt x="6939269" y="2810901"/>
                    </a:cubicBezTo>
                    <a:lnTo>
                      <a:pt x="6585900" y="2810239"/>
                    </a:lnTo>
                    <a:cubicBezTo>
                      <a:pt x="6505791" y="2415655"/>
                      <a:pt x="6377178" y="2043070"/>
                      <a:pt x="6162493" y="1709513"/>
                    </a:cubicBezTo>
                    <a:cubicBezTo>
                      <a:pt x="5439719" y="552532"/>
                      <a:pt x="4045458" y="-25925"/>
                      <a:pt x="2706326" y="367399"/>
                    </a:cubicBezTo>
                    <a:cubicBezTo>
                      <a:pt x="1083531" y="843947"/>
                      <a:pt x="158794" y="2571501"/>
                      <a:pt x="628319" y="4218547"/>
                    </a:cubicBezTo>
                    <a:cubicBezTo>
                      <a:pt x="901843" y="5178071"/>
                      <a:pt x="1589101" y="5912109"/>
                      <a:pt x="2453011" y="6247522"/>
                    </a:cubicBezTo>
                    <a:lnTo>
                      <a:pt x="2216194" y="6854405"/>
                    </a:lnTo>
                    <a:cubicBezTo>
                      <a:pt x="1203205" y="6443150"/>
                      <a:pt x="436512" y="5587682"/>
                      <a:pt x="138253" y="4535871"/>
                    </a:cubicBezTo>
                  </a:path>
                </a:pathLst>
              </a:custGeom>
              <a:solidFill>
                <a:schemeClr val="accent3"/>
              </a:solidFill>
              <a:ln w="66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  <p:grpSp>
          <p:nvGrpSpPr>
            <p:cNvPr id="54" name="Gruppieren 53">
              <a:extLst>
                <a:ext uri="{FF2B5EF4-FFF2-40B4-BE49-F238E27FC236}">
                  <a16:creationId xmlns:a16="http://schemas.microsoft.com/office/drawing/2014/main" id="{DDCA9F86-D44C-D0D8-4EA8-12609A1DBB3A}"/>
                </a:ext>
              </a:extLst>
            </p:cNvPr>
            <p:cNvGrpSpPr/>
            <p:nvPr/>
          </p:nvGrpSpPr>
          <p:grpSpPr>
            <a:xfrm>
              <a:off x="4587988" y="5971509"/>
              <a:ext cx="327303" cy="326383"/>
              <a:chOff x="5714999" y="3048000"/>
              <a:chExt cx="762046" cy="759904"/>
            </a:xfrm>
            <a:solidFill>
              <a:schemeClr val="tx1"/>
            </a:solidFill>
          </p:grpSpPr>
          <p:sp>
            <p:nvSpPr>
              <p:cNvPr id="55" name="Freihandform: Form 54">
                <a:extLst>
                  <a:ext uri="{FF2B5EF4-FFF2-40B4-BE49-F238E27FC236}">
                    <a16:creationId xmlns:a16="http://schemas.microsoft.com/office/drawing/2014/main" id="{79C6D4A5-6D41-566F-BB85-267F400BCEEF}"/>
                  </a:ext>
                </a:extLst>
              </p:cNvPr>
              <p:cNvSpPr/>
              <p:nvPr/>
            </p:nvSpPr>
            <p:spPr>
              <a:xfrm>
                <a:off x="5984557" y="3287928"/>
                <a:ext cx="492488" cy="519976"/>
              </a:xfrm>
              <a:custGeom>
                <a:avLst/>
                <a:gdLst>
                  <a:gd name="connsiteX0" fmla="*/ 151257 w 492488"/>
                  <a:gd name="connsiteY0" fmla="*/ 80969 h 519976"/>
                  <a:gd name="connsiteX1" fmla="*/ 181356 w 492488"/>
                  <a:gd name="connsiteY1" fmla="*/ 46870 h 519976"/>
                  <a:gd name="connsiteX2" fmla="*/ 300228 w 492488"/>
                  <a:gd name="connsiteY2" fmla="*/ 7 h 519976"/>
                  <a:gd name="connsiteX3" fmla="*/ 374904 w 492488"/>
                  <a:gd name="connsiteY3" fmla="*/ 9055 h 519976"/>
                  <a:gd name="connsiteX4" fmla="*/ 478631 w 492488"/>
                  <a:gd name="connsiteY4" fmla="*/ 118117 h 519976"/>
                  <a:gd name="connsiteX5" fmla="*/ 492443 w 492488"/>
                  <a:gd name="connsiteY5" fmla="*/ 243085 h 519976"/>
                  <a:gd name="connsiteX6" fmla="*/ 492443 w 492488"/>
                  <a:gd name="connsiteY6" fmla="*/ 509499 h 519976"/>
                  <a:gd name="connsiteX7" fmla="*/ 481965 w 492488"/>
                  <a:gd name="connsiteY7" fmla="*/ 519976 h 519976"/>
                  <a:gd name="connsiteX8" fmla="*/ 344710 w 492488"/>
                  <a:gd name="connsiteY8" fmla="*/ 519976 h 519976"/>
                  <a:gd name="connsiteX9" fmla="*/ 334899 w 492488"/>
                  <a:gd name="connsiteY9" fmla="*/ 509975 h 519976"/>
                  <a:gd name="connsiteX10" fmla="*/ 334899 w 492488"/>
                  <a:gd name="connsiteY10" fmla="*/ 256420 h 519976"/>
                  <a:gd name="connsiteX11" fmla="*/ 327565 w 492488"/>
                  <a:gd name="connsiteY11" fmla="*/ 193459 h 519976"/>
                  <a:gd name="connsiteX12" fmla="*/ 249746 w 492488"/>
                  <a:gd name="connsiteY12" fmla="*/ 138310 h 519976"/>
                  <a:gd name="connsiteX13" fmla="*/ 160401 w 492488"/>
                  <a:gd name="connsiteY13" fmla="*/ 223177 h 519976"/>
                  <a:gd name="connsiteX14" fmla="*/ 158020 w 492488"/>
                  <a:gd name="connsiteY14" fmla="*/ 262801 h 519976"/>
                  <a:gd name="connsiteX15" fmla="*/ 158210 w 492488"/>
                  <a:gd name="connsiteY15" fmla="*/ 509404 h 519976"/>
                  <a:gd name="connsiteX16" fmla="*/ 147828 w 492488"/>
                  <a:gd name="connsiteY16" fmla="*/ 519976 h 519976"/>
                  <a:gd name="connsiteX17" fmla="*/ 9525 w 492488"/>
                  <a:gd name="connsiteY17" fmla="*/ 519976 h 519976"/>
                  <a:gd name="connsiteX18" fmla="*/ 0 w 492488"/>
                  <a:gd name="connsiteY18" fmla="*/ 510547 h 519976"/>
                  <a:gd name="connsiteX19" fmla="*/ 0 w 492488"/>
                  <a:gd name="connsiteY19" fmla="*/ 22390 h 519976"/>
                  <a:gd name="connsiteX20" fmla="*/ 10287 w 492488"/>
                  <a:gd name="connsiteY20" fmla="*/ 12484 h 519976"/>
                  <a:gd name="connsiteX21" fmla="*/ 141542 w 492488"/>
                  <a:gd name="connsiteY21" fmla="*/ 12484 h 519976"/>
                  <a:gd name="connsiteX22" fmla="*/ 151543 w 492488"/>
                  <a:gd name="connsiteY22" fmla="*/ 22676 h 519976"/>
                  <a:gd name="connsiteX23" fmla="*/ 151352 w 492488"/>
                  <a:gd name="connsiteY23" fmla="*/ 81064 h 519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92488" h="519976">
                    <a:moveTo>
                      <a:pt x="151257" y="80969"/>
                    </a:moveTo>
                    <a:cubicBezTo>
                      <a:pt x="161830" y="69063"/>
                      <a:pt x="170498" y="57061"/>
                      <a:pt x="181356" y="46870"/>
                    </a:cubicBezTo>
                    <a:cubicBezTo>
                      <a:pt x="214694" y="15437"/>
                      <a:pt x="254127" y="-374"/>
                      <a:pt x="300228" y="7"/>
                    </a:cubicBezTo>
                    <a:cubicBezTo>
                      <a:pt x="325565" y="197"/>
                      <a:pt x="350520" y="2007"/>
                      <a:pt x="374904" y="9055"/>
                    </a:cubicBezTo>
                    <a:cubicBezTo>
                      <a:pt x="430720" y="25153"/>
                      <a:pt x="463106" y="63634"/>
                      <a:pt x="478631" y="118117"/>
                    </a:cubicBezTo>
                    <a:cubicBezTo>
                      <a:pt x="490252" y="158979"/>
                      <a:pt x="492347" y="200984"/>
                      <a:pt x="492443" y="243085"/>
                    </a:cubicBezTo>
                    <a:cubicBezTo>
                      <a:pt x="492633" y="331858"/>
                      <a:pt x="492157" y="420726"/>
                      <a:pt x="492443" y="509499"/>
                    </a:cubicBezTo>
                    <a:cubicBezTo>
                      <a:pt x="492443" y="517786"/>
                      <a:pt x="490157" y="519976"/>
                      <a:pt x="481965" y="519976"/>
                    </a:cubicBezTo>
                    <a:cubicBezTo>
                      <a:pt x="436245" y="519595"/>
                      <a:pt x="390430" y="519595"/>
                      <a:pt x="344710" y="519976"/>
                    </a:cubicBezTo>
                    <a:cubicBezTo>
                      <a:pt x="336614" y="519976"/>
                      <a:pt x="334899" y="517595"/>
                      <a:pt x="334899" y="509975"/>
                    </a:cubicBezTo>
                    <a:cubicBezTo>
                      <a:pt x="335185" y="425488"/>
                      <a:pt x="335185" y="341002"/>
                      <a:pt x="334899" y="256420"/>
                    </a:cubicBezTo>
                    <a:cubicBezTo>
                      <a:pt x="334899" y="235274"/>
                      <a:pt x="333470" y="214033"/>
                      <a:pt x="327565" y="193459"/>
                    </a:cubicBezTo>
                    <a:cubicBezTo>
                      <a:pt x="316611" y="155550"/>
                      <a:pt x="289465" y="136214"/>
                      <a:pt x="249746" y="138310"/>
                    </a:cubicBezTo>
                    <a:cubicBezTo>
                      <a:pt x="195453" y="141167"/>
                      <a:pt x="167259" y="168028"/>
                      <a:pt x="160401" y="223177"/>
                    </a:cubicBezTo>
                    <a:cubicBezTo>
                      <a:pt x="158782" y="236322"/>
                      <a:pt x="157925" y="249562"/>
                      <a:pt x="158020" y="262801"/>
                    </a:cubicBezTo>
                    <a:cubicBezTo>
                      <a:pt x="158020" y="345002"/>
                      <a:pt x="158020" y="427203"/>
                      <a:pt x="158210" y="509404"/>
                    </a:cubicBezTo>
                    <a:cubicBezTo>
                      <a:pt x="158210" y="517595"/>
                      <a:pt x="156210" y="519976"/>
                      <a:pt x="147828" y="519976"/>
                    </a:cubicBezTo>
                    <a:cubicBezTo>
                      <a:pt x="101727" y="519595"/>
                      <a:pt x="55626" y="519595"/>
                      <a:pt x="9525" y="519976"/>
                    </a:cubicBezTo>
                    <a:cubicBezTo>
                      <a:pt x="2096" y="519976"/>
                      <a:pt x="0" y="518072"/>
                      <a:pt x="0" y="510547"/>
                    </a:cubicBezTo>
                    <a:cubicBezTo>
                      <a:pt x="191" y="347860"/>
                      <a:pt x="191" y="185077"/>
                      <a:pt x="0" y="22390"/>
                    </a:cubicBezTo>
                    <a:cubicBezTo>
                      <a:pt x="0" y="14294"/>
                      <a:pt x="2667" y="12484"/>
                      <a:pt x="10287" y="12484"/>
                    </a:cubicBezTo>
                    <a:cubicBezTo>
                      <a:pt x="54007" y="12770"/>
                      <a:pt x="97822" y="12865"/>
                      <a:pt x="141542" y="12484"/>
                    </a:cubicBezTo>
                    <a:cubicBezTo>
                      <a:pt x="149638" y="12484"/>
                      <a:pt x="151638" y="15056"/>
                      <a:pt x="151543" y="22676"/>
                    </a:cubicBezTo>
                    <a:cubicBezTo>
                      <a:pt x="151067" y="42107"/>
                      <a:pt x="151352" y="61538"/>
                      <a:pt x="151352" y="8106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56" name="Freihandform: Form 55">
                <a:extLst>
                  <a:ext uri="{FF2B5EF4-FFF2-40B4-BE49-F238E27FC236}">
                    <a16:creationId xmlns:a16="http://schemas.microsoft.com/office/drawing/2014/main" id="{C15B9E24-851B-ADD8-964C-A1AD1360B28A}"/>
                  </a:ext>
                </a:extLst>
              </p:cNvPr>
              <p:cNvSpPr/>
              <p:nvPr/>
            </p:nvSpPr>
            <p:spPr>
              <a:xfrm>
                <a:off x="5727096" y="3300317"/>
                <a:ext cx="158210" cy="507494"/>
              </a:xfrm>
              <a:custGeom>
                <a:avLst/>
                <a:gdLst>
                  <a:gd name="connsiteX0" fmla="*/ 158020 w 158210"/>
                  <a:gd name="connsiteY0" fmla="*/ 254508 h 507494"/>
                  <a:gd name="connsiteX1" fmla="*/ 158210 w 158210"/>
                  <a:gd name="connsiteY1" fmla="*/ 495967 h 507494"/>
                  <a:gd name="connsiteX2" fmla="*/ 146780 w 158210"/>
                  <a:gd name="connsiteY2" fmla="*/ 507492 h 507494"/>
                  <a:gd name="connsiteX3" fmla="*/ 9525 w 158210"/>
                  <a:gd name="connsiteY3" fmla="*/ 507492 h 507494"/>
                  <a:gd name="connsiteX4" fmla="*/ 0 w 158210"/>
                  <a:gd name="connsiteY4" fmla="*/ 498158 h 507494"/>
                  <a:gd name="connsiteX5" fmla="*/ 0 w 158210"/>
                  <a:gd name="connsiteY5" fmla="*/ 9144 h 507494"/>
                  <a:gd name="connsiteX6" fmla="*/ 8763 w 158210"/>
                  <a:gd name="connsiteY6" fmla="*/ 0 h 507494"/>
                  <a:gd name="connsiteX7" fmla="*/ 147923 w 158210"/>
                  <a:gd name="connsiteY7" fmla="*/ 0 h 507494"/>
                  <a:gd name="connsiteX8" fmla="*/ 158020 w 158210"/>
                  <a:gd name="connsiteY8" fmla="*/ 11049 h 507494"/>
                  <a:gd name="connsiteX9" fmla="*/ 157925 w 158210"/>
                  <a:gd name="connsiteY9" fmla="*/ 254508 h 507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8210" h="507494">
                    <a:moveTo>
                      <a:pt x="158020" y="254508"/>
                    </a:moveTo>
                    <a:cubicBezTo>
                      <a:pt x="158020" y="334994"/>
                      <a:pt x="157925" y="415481"/>
                      <a:pt x="158210" y="495967"/>
                    </a:cubicBezTo>
                    <a:cubicBezTo>
                      <a:pt x="158210" y="504920"/>
                      <a:pt x="156020" y="507587"/>
                      <a:pt x="146780" y="507492"/>
                    </a:cubicBezTo>
                    <a:cubicBezTo>
                      <a:pt x="101060" y="507016"/>
                      <a:pt x="55340" y="507111"/>
                      <a:pt x="9525" y="507492"/>
                    </a:cubicBezTo>
                    <a:cubicBezTo>
                      <a:pt x="2191" y="507492"/>
                      <a:pt x="0" y="505682"/>
                      <a:pt x="0" y="498158"/>
                    </a:cubicBezTo>
                    <a:cubicBezTo>
                      <a:pt x="190" y="335185"/>
                      <a:pt x="190" y="172212"/>
                      <a:pt x="0" y="9144"/>
                    </a:cubicBezTo>
                    <a:cubicBezTo>
                      <a:pt x="0" y="2381"/>
                      <a:pt x="1619" y="0"/>
                      <a:pt x="8763" y="0"/>
                    </a:cubicBezTo>
                    <a:cubicBezTo>
                      <a:pt x="55150" y="286"/>
                      <a:pt x="101537" y="381"/>
                      <a:pt x="147923" y="0"/>
                    </a:cubicBezTo>
                    <a:cubicBezTo>
                      <a:pt x="156877" y="0"/>
                      <a:pt x="158020" y="3334"/>
                      <a:pt x="158020" y="11049"/>
                    </a:cubicBezTo>
                    <a:cubicBezTo>
                      <a:pt x="157829" y="92202"/>
                      <a:pt x="157925" y="173355"/>
                      <a:pt x="157925" y="25450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57" name="Freihandform: Form 56">
                <a:extLst>
                  <a:ext uri="{FF2B5EF4-FFF2-40B4-BE49-F238E27FC236}">
                    <a16:creationId xmlns:a16="http://schemas.microsoft.com/office/drawing/2014/main" id="{96D65585-D863-C785-AE11-A4FFE7A027A3}"/>
                  </a:ext>
                </a:extLst>
              </p:cNvPr>
              <p:cNvSpPr/>
              <p:nvPr/>
            </p:nvSpPr>
            <p:spPr>
              <a:xfrm>
                <a:off x="5714999" y="3048000"/>
                <a:ext cx="182785" cy="182594"/>
              </a:xfrm>
              <a:custGeom>
                <a:avLst/>
                <a:gdLst>
                  <a:gd name="connsiteX0" fmla="*/ 182690 w 182785"/>
                  <a:gd name="connsiteY0" fmla="*/ 90869 h 182594"/>
                  <a:gd name="connsiteX1" fmla="*/ 91250 w 182785"/>
                  <a:gd name="connsiteY1" fmla="*/ 182594 h 182594"/>
                  <a:gd name="connsiteX2" fmla="*/ 1 w 182785"/>
                  <a:gd name="connsiteY2" fmla="*/ 91726 h 182594"/>
                  <a:gd name="connsiteX3" fmla="*/ 91536 w 182785"/>
                  <a:gd name="connsiteY3" fmla="*/ 0 h 182594"/>
                  <a:gd name="connsiteX4" fmla="*/ 182785 w 182785"/>
                  <a:gd name="connsiteY4" fmla="*/ 90869 h 182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785" h="182594">
                    <a:moveTo>
                      <a:pt x="182690" y="90869"/>
                    </a:moveTo>
                    <a:cubicBezTo>
                      <a:pt x="182690" y="141446"/>
                      <a:pt x="141733" y="182594"/>
                      <a:pt x="91250" y="182594"/>
                    </a:cubicBezTo>
                    <a:cubicBezTo>
                      <a:pt x="41530" y="182690"/>
                      <a:pt x="191" y="141446"/>
                      <a:pt x="1" y="91726"/>
                    </a:cubicBezTo>
                    <a:cubicBezTo>
                      <a:pt x="-190" y="41339"/>
                      <a:pt x="41149" y="0"/>
                      <a:pt x="91536" y="0"/>
                    </a:cubicBezTo>
                    <a:cubicBezTo>
                      <a:pt x="141542" y="0"/>
                      <a:pt x="182690" y="41053"/>
                      <a:pt x="182785" y="9086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</p:grpSp>
      <p:sp>
        <p:nvSpPr>
          <p:cNvPr id="2" name="Bildplatzhalter 1"/>
          <p:cNvSpPr>
            <a:spLocks noGrp="1"/>
          </p:cNvSpPr>
          <p:nvPr>
            <p:ph type="pic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Bildplatzhalter 5"/>
          <p:cNvSpPr>
            <a:spLocks noGrp="1"/>
          </p:cNvSpPr>
          <p:nvPr>
            <p:ph type="pic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Bildplatzhalter 6"/>
          <p:cNvSpPr>
            <a:spLocks noGrp="1"/>
          </p:cNvSpPr>
          <p:nvPr>
            <p:ph type="pic" idx="17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3096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theme/theme1.xml><?xml version="1.0" encoding="utf-8"?>
<a:theme xmlns:a="http://schemas.openxmlformats.org/drawingml/2006/main" name="Office">
  <a:themeElements>
    <a:clrScheme name="Solvis">
      <a:dk1>
        <a:srgbClr val="555559"/>
      </a:dk1>
      <a:lt1>
        <a:srgbClr val="FFFFFF"/>
      </a:lt1>
      <a:dk2>
        <a:srgbClr val="555559"/>
      </a:dk2>
      <a:lt2>
        <a:srgbClr val="FFFFFF"/>
      </a:lt2>
      <a:accent1>
        <a:srgbClr val="555559"/>
      </a:accent1>
      <a:accent2>
        <a:srgbClr val="949494"/>
      </a:accent2>
      <a:accent3>
        <a:srgbClr val="ED1E24"/>
      </a:accent3>
      <a:accent4>
        <a:srgbClr val="FFFFFF"/>
      </a:accent4>
      <a:accent5>
        <a:srgbClr val="949494"/>
      </a:accent5>
      <a:accent6>
        <a:srgbClr val="ED1E24"/>
      </a:accent6>
      <a:hlink>
        <a:srgbClr val="555559"/>
      </a:hlink>
      <a:folHlink>
        <a:srgbClr val="ED1E24"/>
      </a:folHlink>
    </a:clrScheme>
    <a:fontScheme name="Solvis">
      <a:majorFont>
        <a:latin typeface="Lato Bold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1DE54634DE77340B9FC6B6B365AA7D5" ma:contentTypeVersion="17" ma:contentTypeDescription="Ein neues Dokument erstellen." ma:contentTypeScope="" ma:versionID="c5270544585449625c0dc58b10a3c4fe">
  <xsd:schema xmlns:xsd="http://www.w3.org/2001/XMLSchema" xmlns:xs="http://www.w3.org/2001/XMLSchema" xmlns:p="http://schemas.microsoft.com/office/2006/metadata/properties" xmlns:ns2="7c3f6363-5a5e-4fc6-b6b8-10f37758a4ac" xmlns:ns3="26970864-f936-440c-9472-ce7951fdddd1" targetNamespace="http://schemas.microsoft.com/office/2006/metadata/properties" ma:root="true" ma:fieldsID="a8a704e07a621f7e70ce4f44a7a0f088" ns2:_="" ns3:_="">
    <xsd:import namespace="7c3f6363-5a5e-4fc6-b6b8-10f37758a4ac"/>
    <xsd:import namespace="26970864-f936-440c-9472-ce7951fdddd1"/>
    <xsd:element name="properties">
      <xsd:complexType>
        <xsd:sequence>
          <xsd:element name="documentManagement">
            <xsd:complexType>
              <xsd:all>
                <xsd:element ref="ns2:Owner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3f6363-5a5e-4fc6-b6b8-10f37758a4ac" elementFormDefault="qualified">
    <xsd:import namespace="http://schemas.microsoft.com/office/2006/documentManagement/types"/>
    <xsd:import namespace="http://schemas.microsoft.com/office/infopath/2007/PartnerControls"/>
    <xsd:element name="Owner" ma:index="3" nillable="true" ma:displayName="Owner" ma:format="Dropdown" ma:list="UserInfo" ma:SharePointGroup="0" ma:internalName="Owne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hidden="true" ma:internalName="MediaServiceAutoTags" ma:readOnly="true">
      <xsd:simpleType>
        <xsd:restriction base="dms:Text"/>
      </xsd:simpleType>
    </xsd:element>
    <xsd:element name="MediaServiceLocation" ma:index="12" nillable="true" ma:displayName="Location" ma:hidden="true" ma:internalName="MediaServiceLocation" ma:readOnly="true">
      <xsd:simpleType>
        <xsd:restriction base="dms:Text"/>
      </xsd:simpleType>
    </xsd:element>
    <xsd:element name="MediaServiceOCR" ma:index="13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Bildmarkierungen" ma:readOnly="false" ma:fieldId="{5cf76f15-5ced-4ddc-b409-7134ff3c332f}" ma:taxonomyMulti="true" ma:sspId="f0cc4289-90d0-4687-ad8b-d607d65a5be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970864-f936-440c-9472-ce7951fdddd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1b41e9a-e423-4eaf-aff9-67b4ed139e67}" ma:internalName="TaxCatchAll" ma:readOnly="false" ma:showField="CatchAllData" ma:web="26970864-f936-440c-9472-ce7951fdddd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Inhaltstyp"/>
        <xsd:element ref="dc:title" minOccurs="0" maxOccurs="1" ma:index="1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c3f6363-5a5e-4fc6-b6b8-10f37758a4ac">
      <Terms xmlns="http://schemas.microsoft.com/office/infopath/2007/PartnerControls"/>
    </lcf76f155ced4ddcb4097134ff3c332f>
    <Owner xmlns="7c3f6363-5a5e-4fc6-b6b8-10f37758a4ac">
      <UserInfo>
        <DisplayName/>
        <AccountId xsi:nil="true"/>
        <AccountType/>
      </UserInfo>
    </Owner>
    <TaxCatchAll xmlns="26970864-f936-440c-9472-ce7951fdddd1" xsi:nil="true"/>
  </documentManagement>
</p:properties>
</file>

<file path=customXml/itemProps1.xml><?xml version="1.0" encoding="utf-8"?>
<ds:datastoreItem xmlns:ds="http://schemas.openxmlformats.org/officeDocument/2006/customXml" ds:itemID="{1E1BAE0A-63F3-40C2-8E8A-5BF5AFEE2B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c3f6363-5a5e-4fc6-b6b8-10f37758a4ac"/>
    <ds:schemaRef ds:uri="26970864-f936-440c-9472-ce7951fddd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6DF9E5B-6C65-403D-A7D9-CEA4F9F235A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8892CA0-BF3E-43D4-8A82-ACD1CD949DA3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purl.org/dc/dcmitype/"/>
    <ds:schemaRef ds:uri="http://www.w3.org/XML/1998/namespace"/>
    <ds:schemaRef ds:uri="http://schemas.microsoft.com/office/infopath/2007/PartnerControls"/>
    <ds:schemaRef ds:uri="26970864-f936-440c-9472-ce7951fdddd1"/>
    <ds:schemaRef ds:uri="http://schemas.openxmlformats.org/package/2006/metadata/core-properties"/>
    <ds:schemaRef ds:uri="http://purl.org/dc/terms/"/>
    <ds:schemaRef ds:uri="7c3f6363-5a5e-4fc6-b6b8-10f37758a4a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518</Words>
  <Application>Microsoft Office PowerPoint</Application>
  <PresentationFormat>Widescreen</PresentationFormat>
  <Paragraphs>122</Paragraphs>
  <Slides>17</Slides>
  <Notes>1</Notes>
  <HiddenSlides>5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</vt:lpstr>
      <vt:lpstr>Die neuen  Solvis-Speicher</vt:lpstr>
      <vt:lpstr>PowerPoint Presentation</vt:lpstr>
      <vt:lpstr>Innovationen im Äußeren</vt:lpstr>
      <vt:lpstr>PowerPoint Presentation</vt:lpstr>
      <vt:lpstr>Warum braucht es den Leo?</vt:lpstr>
      <vt:lpstr>Die Innovation im Inneren</vt:lpstr>
      <vt:lpstr>Heizbetrieb – Winter</vt:lpstr>
      <vt:lpstr>Heizbetrieb – Übergang Herbst/Frühling</vt:lpstr>
      <vt:lpstr>Heizbetrieb – Übergang Herbst/Frühling</vt:lpstr>
      <vt:lpstr>Nachheizung Warmwasser-Puffer</vt:lpstr>
      <vt:lpstr>Abtaubetrieb der Wärmepumpe</vt:lpstr>
      <vt:lpstr>Innovationen im Äußeren</vt:lpstr>
      <vt:lpstr>PowerPoint Presentation</vt:lpstr>
      <vt:lpstr>Weitere Zeitschiene</vt:lpstr>
      <vt:lpstr>Headline</vt:lpstr>
      <vt:lpstr>Headline</vt:lpstr>
      <vt:lpstr>Headline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Die Hybridheizung</dc:title>
  <dc:creator>marvin krüger</dc:creator>
  <cp:lastModifiedBy>Tamara Dettmann</cp:lastModifiedBy>
  <cp:revision>4</cp:revision>
  <dcterms:created xsi:type="dcterms:W3CDTF">2021-12-10T11:37:32Z</dcterms:created>
  <dcterms:modified xsi:type="dcterms:W3CDTF">2025-12-03T14:12:34Z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0x01010051DE54634DE77340B9FC6B6B365AA7D5</vt:lpwstr>
  </property>
  <property fmtid="{D5CDD505-2E9C-101B-9397-08002B2CF9AE}" pid="3" name="MediaServiceImageTags">
    <vt:lpwstr/>
  </property>
</Properties>
</file>